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7" r:id="rId2"/>
    <p:sldId id="279" r:id="rId3"/>
    <p:sldId id="280" r:id="rId4"/>
    <p:sldId id="283" r:id="rId5"/>
    <p:sldId id="288" r:id="rId6"/>
    <p:sldId id="287" r:id="rId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ECB4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D86266-10EE-44C2-A4B5-34C68529AF02}" v="17" dt="2024-01-18T12:47:07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6279" autoAdjust="0"/>
  </p:normalViewPr>
  <p:slideViewPr>
    <p:cSldViewPr>
      <p:cViewPr varScale="1">
        <p:scale>
          <a:sx n="110" d="100"/>
          <a:sy n="110" d="100"/>
        </p:scale>
        <p:origin x="360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io Oliveira Gouveia" userId="8b7e0dd5-a192-4a63-b9a1-a29632816bae" providerId="ADAL" clId="{79D86266-10EE-44C2-A4B5-34C68529AF02}"/>
    <pc:docChg chg="undo custSel addSld modSld">
      <pc:chgData name="Marcio Oliveira Gouveia" userId="8b7e0dd5-a192-4a63-b9a1-a29632816bae" providerId="ADAL" clId="{79D86266-10EE-44C2-A4B5-34C68529AF02}" dt="2024-01-18T12:47:31.773" v="1326" actId="20577"/>
      <pc:docMkLst>
        <pc:docMk/>
      </pc:docMkLst>
      <pc:sldChg chg="addSp delSp modSp mod">
        <pc:chgData name="Marcio Oliveira Gouveia" userId="8b7e0dd5-a192-4a63-b9a1-a29632816bae" providerId="ADAL" clId="{79D86266-10EE-44C2-A4B5-34C68529AF02}" dt="2024-01-17T22:16:23.502" v="969" actId="478"/>
        <pc:sldMkLst>
          <pc:docMk/>
          <pc:sldMk cId="696967887" sldId="279"/>
        </pc:sldMkLst>
        <pc:spChg chg="del">
          <ac:chgData name="Marcio Oliveira Gouveia" userId="8b7e0dd5-a192-4a63-b9a1-a29632816bae" providerId="ADAL" clId="{79D86266-10EE-44C2-A4B5-34C68529AF02}" dt="2024-01-17T22:08:50.548" v="0" actId="478"/>
          <ac:spMkLst>
            <pc:docMk/>
            <pc:sldMk cId="696967887" sldId="279"/>
            <ac:spMk id="2" creationId="{36DDA8CB-0CC7-4E2E-AC1E-8AA5189D4C9C}"/>
          </ac:spMkLst>
        </pc:spChg>
        <pc:spChg chg="del">
          <ac:chgData name="Marcio Oliveira Gouveia" userId="8b7e0dd5-a192-4a63-b9a1-a29632816bae" providerId="ADAL" clId="{79D86266-10EE-44C2-A4B5-34C68529AF02}" dt="2024-01-17T22:16:23.502" v="969" actId="478"/>
          <ac:spMkLst>
            <pc:docMk/>
            <pc:sldMk cId="696967887" sldId="279"/>
            <ac:spMk id="4" creationId="{B46942F9-78D9-4DAD-910A-A6408ADA673C}"/>
          </ac:spMkLst>
        </pc:spChg>
        <pc:spChg chg="add del mod">
          <ac:chgData name="Marcio Oliveira Gouveia" userId="8b7e0dd5-a192-4a63-b9a1-a29632816bae" providerId="ADAL" clId="{79D86266-10EE-44C2-A4B5-34C68529AF02}" dt="2024-01-17T22:08:52.508" v="1" actId="478"/>
          <ac:spMkLst>
            <pc:docMk/>
            <pc:sldMk cId="696967887" sldId="279"/>
            <ac:spMk id="7" creationId="{777B0391-0F9C-2A7C-8EB8-929B8F276B54}"/>
          </ac:spMkLst>
        </pc:spChg>
        <pc:spChg chg="mod">
          <ac:chgData name="Marcio Oliveira Gouveia" userId="8b7e0dd5-a192-4a63-b9a1-a29632816bae" providerId="ADAL" clId="{79D86266-10EE-44C2-A4B5-34C68529AF02}" dt="2024-01-17T22:12:04.531" v="339" actId="6549"/>
          <ac:spMkLst>
            <pc:docMk/>
            <pc:sldMk cId="696967887" sldId="279"/>
            <ac:spMk id="26" creationId="{1C10FF74-2A5E-4936-A553-54898E173A11}"/>
          </ac:spMkLst>
        </pc:spChg>
        <pc:spChg chg="mod">
          <ac:chgData name="Marcio Oliveira Gouveia" userId="8b7e0dd5-a192-4a63-b9a1-a29632816bae" providerId="ADAL" clId="{79D86266-10EE-44C2-A4B5-34C68529AF02}" dt="2024-01-17T22:14:09.440" v="642" actId="1076"/>
          <ac:spMkLst>
            <pc:docMk/>
            <pc:sldMk cId="696967887" sldId="279"/>
            <ac:spMk id="28" creationId="{0D2D5EA0-904E-46E7-B3E2-8ACA6246863E}"/>
          </ac:spMkLst>
        </pc:spChg>
        <pc:spChg chg="mod">
          <ac:chgData name="Marcio Oliveira Gouveia" userId="8b7e0dd5-a192-4a63-b9a1-a29632816bae" providerId="ADAL" clId="{79D86266-10EE-44C2-A4B5-34C68529AF02}" dt="2024-01-17T22:12:12.857" v="346" actId="20577"/>
          <ac:spMkLst>
            <pc:docMk/>
            <pc:sldMk cId="696967887" sldId="279"/>
            <ac:spMk id="29" creationId="{1C1BFD77-8EF2-4EC8-99DA-39367D71CBBB}"/>
          </ac:spMkLst>
        </pc:spChg>
        <pc:spChg chg="mod">
          <ac:chgData name="Marcio Oliveira Gouveia" userId="8b7e0dd5-a192-4a63-b9a1-a29632816bae" providerId="ADAL" clId="{79D86266-10EE-44C2-A4B5-34C68529AF02}" dt="2024-01-17T22:12:22.246" v="361" actId="20577"/>
          <ac:spMkLst>
            <pc:docMk/>
            <pc:sldMk cId="696967887" sldId="279"/>
            <ac:spMk id="30" creationId="{85B8C290-A733-43A1-8C8F-529496B1A8ED}"/>
          </ac:spMkLst>
        </pc:spChg>
        <pc:spChg chg="mod">
          <ac:chgData name="Marcio Oliveira Gouveia" userId="8b7e0dd5-a192-4a63-b9a1-a29632816bae" providerId="ADAL" clId="{79D86266-10EE-44C2-A4B5-34C68529AF02}" dt="2024-01-17T22:15:12.980" v="826" actId="20577"/>
          <ac:spMkLst>
            <pc:docMk/>
            <pc:sldMk cId="696967887" sldId="279"/>
            <ac:spMk id="31" creationId="{AEA08AE2-2287-4E2B-A81C-0F46875663AB}"/>
          </ac:spMkLst>
        </pc:spChg>
        <pc:spChg chg="mod">
          <ac:chgData name="Marcio Oliveira Gouveia" userId="8b7e0dd5-a192-4a63-b9a1-a29632816bae" providerId="ADAL" clId="{79D86266-10EE-44C2-A4B5-34C68529AF02}" dt="2024-01-17T22:16:19.392" v="968" actId="20577"/>
          <ac:spMkLst>
            <pc:docMk/>
            <pc:sldMk cId="696967887" sldId="279"/>
            <ac:spMk id="32" creationId="{97C01161-8769-416F-AD0A-ED574A97B3EF}"/>
          </ac:spMkLst>
        </pc:spChg>
        <pc:spChg chg="mod">
          <ac:chgData name="Marcio Oliveira Gouveia" userId="8b7e0dd5-a192-4a63-b9a1-a29632816bae" providerId="ADAL" clId="{79D86266-10EE-44C2-A4B5-34C68529AF02}" dt="2024-01-17T22:14:17.172" v="654" actId="20577"/>
          <ac:spMkLst>
            <pc:docMk/>
            <pc:sldMk cId="696967887" sldId="279"/>
            <ac:spMk id="33" creationId="{4ADE76E5-D8BD-41C5-A3B0-270F97E3DD80}"/>
          </ac:spMkLst>
        </pc:spChg>
        <pc:spChg chg="mod">
          <ac:chgData name="Marcio Oliveira Gouveia" userId="8b7e0dd5-a192-4a63-b9a1-a29632816bae" providerId="ADAL" clId="{79D86266-10EE-44C2-A4B5-34C68529AF02}" dt="2024-01-17T22:15:22.412" v="839" actId="20577"/>
          <ac:spMkLst>
            <pc:docMk/>
            <pc:sldMk cId="696967887" sldId="279"/>
            <ac:spMk id="34" creationId="{6491532E-01FB-4813-BAC2-FAD835871492}"/>
          </ac:spMkLst>
        </pc:spChg>
      </pc:sldChg>
      <pc:sldChg chg="modSp mod">
        <pc:chgData name="Marcio Oliveira Gouveia" userId="8b7e0dd5-a192-4a63-b9a1-a29632816bae" providerId="ADAL" clId="{79D86266-10EE-44C2-A4B5-34C68529AF02}" dt="2024-01-17T22:18:36.689" v="1084" actId="20577"/>
        <pc:sldMkLst>
          <pc:docMk/>
          <pc:sldMk cId="4249785037" sldId="280"/>
        </pc:sldMkLst>
        <pc:spChg chg="mod">
          <ac:chgData name="Marcio Oliveira Gouveia" userId="8b7e0dd5-a192-4a63-b9a1-a29632816bae" providerId="ADAL" clId="{79D86266-10EE-44C2-A4B5-34C68529AF02}" dt="2024-01-17T22:18:36.689" v="1084" actId="20577"/>
          <ac:spMkLst>
            <pc:docMk/>
            <pc:sldMk cId="4249785037" sldId="280"/>
            <ac:spMk id="41" creationId="{BA1243D7-0873-49EA-9386-DBBCAAC12F0A}"/>
          </ac:spMkLst>
        </pc:spChg>
      </pc:sldChg>
      <pc:sldChg chg="modSp mod">
        <pc:chgData name="Marcio Oliveira Gouveia" userId="8b7e0dd5-a192-4a63-b9a1-a29632816bae" providerId="ADAL" clId="{79D86266-10EE-44C2-A4B5-34C68529AF02}" dt="2024-01-18T12:46:21.336" v="1288" actId="20577"/>
        <pc:sldMkLst>
          <pc:docMk/>
          <pc:sldMk cId="3141890549" sldId="283"/>
        </pc:sldMkLst>
        <pc:spChg chg="mod">
          <ac:chgData name="Marcio Oliveira Gouveia" userId="8b7e0dd5-a192-4a63-b9a1-a29632816bae" providerId="ADAL" clId="{79D86266-10EE-44C2-A4B5-34C68529AF02}" dt="2024-01-18T12:46:21.336" v="1288" actId="20577"/>
          <ac:spMkLst>
            <pc:docMk/>
            <pc:sldMk cId="3141890549" sldId="283"/>
            <ac:spMk id="16" creationId="{B281BFCD-C3A5-2DFA-33F5-AAEA95C82E05}"/>
          </ac:spMkLst>
        </pc:spChg>
      </pc:sldChg>
      <pc:sldChg chg="delSp modSp mod">
        <pc:chgData name="Marcio Oliveira Gouveia" userId="8b7e0dd5-a192-4a63-b9a1-a29632816bae" providerId="ADAL" clId="{79D86266-10EE-44C2-A4B5-34C68529AF02}" dt="2024-01-17T22:17:23.636" v="1022" actId="20577"/>
        <pc:sldMkLst>
          <pc:docMk/>
          <pc:sldMk cId="897445850" sldId="287"/>
        </pc:sldMkLst>
        <pc:spChg chg="mod">
          <ac:chgData name="Marcio Oliveira Gouveia" userId="8b7e0dd5-a192-4a63-b9a1-a29632816bae" providerId="ADAL" clId="{79D86266-10EE-44C2-A4B5-34C68529AF02}" dt="2024-01-17T22:17:23.636" v="1022" actId="20577"/>
          <ac:spMkLst>
            <pc:docMk/>
            <pc:sldMk cId="897445850" sldId="287"/>
            <ac:spMk id="7" creationId="{A2002F2E-E5EB-4987-A3E2-CA4B12493461}"/>
          </ac:spMkLst>
        </pc:spChg>
        <pc:spChg chg="del">
          <ac:chgData name="Marcio Oliveira Gouveia" userId="8b7e0dd5-a192-4a63-b9a1-a29632816bae" providerId="ADAL" clId="{79D86266-10EE-44C2-A4B5-34C68529AF02}" dt="2024-01-17T22:16:58.014" v="971" actId="478"/>
          <ac:spMkLst>
            <pc:docMk/>
            <pc:sldMk cId="897445850" sldId="287"/>
            <ac:spMk id="9" creationId="{C4BC5093-BF6F-4F85-B04F-DD906CB1F578}"/>
          </ac:spMkLst>
        </pc:spChg>
        <pc:picChg chg="del">
          <ac:chgData name="Marcio Oliveira Gouveia" userId="8b7e0dd5-a192-4a63-b9a1-a29632816bae" providerId="ADAL" clId="{79D86266-10EE-44C2-A4B5-34C68529AF02}" dt="2024-01-17T22:16:54.031" v="970" actId="478"/>
          <ac:picMkLst>
            <pc:docMk/>
            <pc:sldMk cId="897445850" sldId="287"/>
            <ac:picMk id="8" creationId="{A031FBC5-50F6-4E5E-8A40-085156E13884}"/>
          </ac:picMkLst>
        </pc:picChg>
      </pc:sldChg>
      <pc:sldChg chg="addSp delSp modSp new mod">
        <pc:chgData name="Marcio Oliveira Gouveia" userId="8b7e0dd5-a192-4a63-b9a1-a29632816bae" providerId="ADAL" clId="{79D86266-10EE-44C2-A4B5-34C68529AF02}" dt="2024-01-18T12:47:31.773" v="1326" actId="20577"/>
        <pc:sldMkLst>
          <pc:docMk/>
          <pc:sldMk cId="3746031841" sldId="288"/>
        </pc:sldMkLst>
        <pc:spChg chg="del">
          <ac:chgData name="Marcio Oliveira Gouveia" userId="8b7e0dd5-a192-4a63-b9a1-a29632816bae" providerId="ADAL" clId="{79D86266-10EE-44C2-A4B5-34C68529AF02}" dt="2024-01-18T12:38:06.647" v="1099"/>
          <ac:spMkLst>
            <pc:docMk/>
            <pc:sldMk cId="3746031841" sldId="288"/>
            <ac:spMk id="2" creationId="{AA6751D7-BC81-3B37-A835-88D2D0C9E666}"/>
          </ac:spMkLst>
        </pc:spChg>
        <pc:spChg chg="add del mod">
          <ac:chgData name="Marcio Oliveira Gouveia" userId="8b7e0dd5-a192-4a63-b9a1-a29632816bae" providerId="ADAL" clId="{79D86266-10EE-44C2-A4B5-34C68529AF02}" dt="2024-01-18T12:37:19.758" v="1089" actId="478"/>
          <ac:spMkLst>
            <pc:docMk/>
            <pc:sldMk cId="3746031841" sldId="288"/>
            <ac:spMk id="3" creationId="{BDC95994-635F-C68A-1AD3-714554BB7925}"/>
          </ac:spMkLst>
        </pc:spChg>
        <pc:spChg chg="add del mod">
          <ac:chgData name="Marcio Oliveira Gouveia" userId="8b7e0dd5-a192-4a63-b9a1-a29632816bae" providerId="ADAL" clId="{79D86266-10EE-44C2-A4B5-34C68529AF02}" dt="2024-01-18T12:38:28.121" v="1104" actId="478"/>
          <ac:spMkLst>
            <pc:docMk/>
            <pc:sldMk cId="3746031841" sldId="288"/>
            <ac:spMk id="4" creationId="{56136484-A1AD-130C-007F-5899B2D01507}"/>
          </ac:spMkLst>
        </pc:spChg>
        <pc:spChg chg="add del mod">
          <ac:chgData name="Marcio Oliveira Gouveia" userId="8b7e0dd5-a192-4a63-b9a1-a29632816bae" providerId="ADAL" clId="{79D86266-10EE-44C2-A4B5-34C68529AF02}" dt="2024-01-18T12:37:24.434" v="1091" actId="478"/>
          <ac:spMkLst>
            <pc:docMk/>
            <pc:sldMk cId="3746031841" sldId="288"/>
            <ac:spMk id="5" creationId="{8EE375F6-ED8F-16E5-590F-0C784CD9A801}"/>
          </ac:spMkLst>
        </pc:spChg>
        <pc:spChg chg="add del mod">
          <ac:chgData name="Marcio Oliveira Gouveia" userId="8b7e0dd5-a192-4a63-b9a1-a29632816bae" providerId="ADAL" clId="{79D86266-10EE-44C2-A4B5-34C68529AF02}" dt="2024-01-18T12:40:58.009" v="1181" actId="478"/>
          <ac:spMkLst>
            <pc:docMk/>
            <pc:sldMk cId="3746031841" sldId="288"/>
            <ac:spMk id="7" creationId="{39694AFC-47CC-39C9-4885-16E16CE12712}"/>
          </ac:spMkLst>
        </pc:spChg>
        <pc:spChg chg="add mod">
          <ac:chgData name="Marcio Oliveira Gouveia" userId="8b7e0dd5-a192-4a63-b9a1-a29632816bae" providerId="ADAL" clId="{79D86266-10EE-44C2-A4B5-34C68529AF02}" dt="2024-01-18T12:39:36.055" v="1147" actId="1038"/>
          <ac:spMkLst>
            <pc:docMk/>
            <pc:sldMk cId="3746031841" sldId="288"/>
            <ac:spMk id="8" creationId="{DF91E3D0-429D-8F51-A752-B24A43CED056}"/>
          </ac:spMkLst>
        </pc:spChg>
        <pc:spChg chg="add mod">
          <ac:chgData name="Marcio Oliveira Gouveia" userId="8b7e0dd5-a192-4a63-b9a1-a29632816bae" providerId="ADAL" clId="{79D86266-10EE-44C2-A4B5-34C68529AF02}" dt="2024-01-18T12:44:54.552" v="1269" actId="1076"/>
          <ac:spMkLst>
            <pc:docMk/>
            <pc:sldMk cId="3746031841" sldId="288"/>
            <ac:spMk id="9" creationId="{09A89F34-021A-008A-7B60-9EF2BA4B2D1A}"/>
          </ac:spMkLst>
        </pc:spChg>
        <pc:spChg chg="add del mod">
          <ac:chgData name="Marcio Oliveira Gouveia" userId="8b7e0dd5-a192-4a63-b9a1-a29632816bae" providerId="ADAL" clId="{79D86266-10EE-44C2-A4B5-34C68529AF02}" dt="2024-01-18T12:41:37.937" v="1200" actId="478"/>
          <ac:spMkLst>
            <pc:docMk/>
            <pc:sldMk cId="3746031841" sldId="288"/>
            <ac:spMk id="10" creationId="{00FE1783-50C0-6F42-937E-654ACABD0C6F}"/>
          </ac:spMkLst>
        </pc:spChg>
        <pc:spChg chg="add mod">
          <ac:chgData name="Marcio Oliveira Gouveia" userId="8b7e0dd5-a192-4a63-b9a1-a29632816bae" providerId="ADAL" clId="{79D86266-10EE-44C2-A4B5-34C68529AF02}" dt="2024-01-18T12:41:32.707" v="1197" actId="1076"/>
          <ac:spMkLst>
            <pc:docMk/>
            <pc:sldMk cId="3746031841" sldId="288"/>
            <ac:spMk id="11" creationId="{9DB03B52-51B3-24E7-7D11-A2691632F8C9}"/>
          </ac:spMkLst>
        </pc:spChg>
        <pc:spChg chg="add mod">
          <ac:chgData name="Marcio Oliveira Gouveia" userId="8b7e0dd5-a192-4a63-b9a1-a29632816bae" providerId="ADAL" clId="{79D86266-10EE-44C2-A4B5-34C68529AF02}" dt="2024-01-18T12:40:55.031" v="1180" actId="1037"/>
          <ac:spMkLst>
            <pc:docMk/>
            <pc:sldMk cId="3746031841" sldId="288"/>
            <ac:spMk id="12" creationId="{BC8A6596-A88A-4404-E0A1-F08C4277A431}"/>
          </ac:spMkLst>
        </pc:spChg>
        <pc:spChg chg="add mod">
          <ac:chgData name="Marcio Oliveira Gouveia" userId="8b7e0dd5-a192-4a63-b9a1-a29632816bae" providerId="ADAL" clId="{79D86266-10EE-44C2-A4B5-34C68529AF02}" dt="2024-01-18T12:44:31.455" v="1250" actId="1076"/>
          <ac:spMkLst>
            <pc:docMk/>
            <pc:sldMk cId="3746031841" sldId="288"/>
            <ac:spMk id="13" creationId="{0C4B6F6B-89DB-55F8-B548-40B4F54F79FA}"/>
          </ac:spMkLst>
        </pc:spChg>
        <pc:spChg chg="add mod">
          <ac:chgData name="Marcio Oliveira Gouveia" userId="8b7e0dd5-a192-4a63-b9a1-a29632816bae" providerId="ADAL" clId="{79D86266-10EE-44C2-A4B5-34C68529AF02}" dt="2024-01-18T12:38:06.647" v="1099"/>
          <ac:spMkLst>
            <pc:docMk/>
            <pc:sldMk cId="3746031841" sldId="288"/>
            <ac:spMk id="14" creationId="{8D641AE9-9B00-A17C-5BCB-0BC050C3CD93}"/>
          </ac:spMkLst>
        </pc:spChg>
        <pc:spChg chg="add mod">
          <ac:chgData name="Marcio Oliveira Gouveia" userId="8b7e0dd5-a192-4a63-b9a1-a29632816bae" providerId="ADAL" clId="{79D86266-10EE-44C2-A4B5-34C68529AF02}" dt="2024-01-18T12:41:11.143" v="1184" actId="1076"/>
          <ac:spMkLst>
            <pc:docMk/>
            <pc:sldMk cId="3746031841" sldId="288"/>
            <ac:spMk id="15" creationId="{1B3B4A9A-420B-08B7-D073-22A25C43ADDD}"/>
          </ac:spMkLst>
        </pc:spChg>
        <pc:spChg chg="add mod">
          <ac:chgData name="Marcio Oliveira Gouveia" userId="8b7e0dd5-a192-4a63-b9a1-a29632816bae" providerId="ADAL" clId="{79D86266-10EE-44C2-A4B5-34C68529AF02}" dt="2024-01-18T12:41:06.731" v="1183" actId="1076"/>
          <ac:spMkLst>
            <pc:docMk/>
            <pc:sldMk cId="3746031841" sldId="288"/>
            <ac:spMk id="18" creationId="{CFDD3C8E-4686-B409-F3D0-8732D3190EC9}"/>
          </ac:spMkLst>
        </pc:spChg>
        <pc:spChg chg="add mod">
          <ac:chgData name="Marcio Oliveira Gouveia" userId="8b7e0dd5-a192-4a63-b9a1-a29632816bae" providerId="ADAL" clId="{79D86266-10EE-44C2-A4B5-34C68529AF02}" dt="2024-01-18T12:44:08.058" v="1247" actId="1037"/>
          <ac:spMkLst>
            <pc:docMk/>
            <pc:sldMk cId="3746031841" sldId="288"/>
            <ac:spMk id="20" creationId="{E7F9DA71-925F-1B5F-800D-A6F2413D5937}"/>
          </ac:spMkLst>
        </pc:spChg>
        <pc:spChg chg="add mod">
          <ac:chgData name="Marcio Oliveira Gouveia" userId="8b7e0dd5-a192-4a63-b9a1-a29632816bae" providerId="ADAL" clId="{79D86266-10EE-44C2-A4B5-34C68529AF02}" dt="2024-01-18T12:44:00.104" v="1244" actId="1076"/>
          <ac:spMkLst>
            <pc:docMk/>
            <pc:sldMk cId="3746031841" sldId="288"/>
            <ac:spMk id="21" creationId="{D3B9BEE7-DFA4-C4FD-8339-4343FBF1A55D}"/>
          </ac:spMkLst>
        </pc:spChg>
        <pc:spChg chg="add mod">
          <ac:chgData name="Marcio Oliveira Gouveia" userId="8b7e0dd5-a192-4a63-b9a1-a29632816bae" providerId="ADAL" clId="{79D86266-10EE-44C2-A4B5-34C68529AF02}" dt="2024-01-18T12:45:10.363" v="1277" actId="1038"/>
          <ac:spMkLst>
            <pc:docMk/>
            <pc:sldMk cId="3746031841" sldId="288"/>
            <ac:spMk id="23" creationId="{44626533-2058-5533-8E20-0E9EE0CAABBE}"/>
          </ac:spMkLst>
        </pc:spChg>
        <pc:spChg chg="add mod">
          <ac:chgData name="Marcio Oliveira Gouveia" userId="8b7e0dd5-a192-4a63-b9a1-a29632816bae" providerId="ADAL" clId="{79D86266-10EE-44C2-A4B5-34C68529AF02}" dt="2024-01-18T12:46:48.691" v="1299" actId="20577"/>
          <ac:spMkLst>
            <pc:docMk/>
            <pc:sldMk cId="3746031841" sldId="288"/>
            <ac:spMk id="24" creationId="{8ECE14FC-6629-C976-E90F-1901B2BA8E26}"/>
          </ac:spMkLst>
        </pc:spChg>
        <pc:spChg chg="add mod">
          <ac:chgData name="Marcio Oliveira Gouveia" userId="8b7e0dd5-a192-4a63-b9a1-a29632816bae" providerId="ADAL" clId="{79D86266-10EE-44C2-A4B5-34C68529AF02}" dt="2024-01-18T12:47:01.888" v="1314" actId="1076"/>
          <ac:spMkLst>
            <pc:docMk/>
            <pc:sldMk cId="3746031841" sldId="288"/>
            <ac:spMk id="26" creationId="{A262514C-D65B-952C-BD10-B060308A3973}"/>
          </ac:spMkLst>
        </pc:spChg>
        <pc:spChg chg="add mod">
          <ac:chgData name="Marcio Oliveira Gouveia" userId="8b7e0dd5-a192-4a63-b9a1-a29632816bae" providerId="ADAL" clId="{79D86266-10EE-44C2-A4B5-34C68529AF02}" dt="2024-01-18T12:47:31.773" v="1326" actId="20577"/>
          <ac:spMkLst>
            <pc:docMk/>
            <pc:sldMk cId="3746031841" sldId="288"/>
            <ac:spMk id="27" creationId="{27612C5B-1168-FAA6-A6F8-EC5E0702F5AB}"/>
          </ac:spMkLst>
        </pc:spChg>
        <pc:cxnChg chg="add mod">
          <ac:chgData name="Marcio Oliveira Gouveia" userId="8b7e0dd5-a192-4a63-b9a1-a29632816bae" providerId="ADAL" clId="{79D86266-10EE-44C2-A4B5-34C68529AF02}" dt="2024-01-18T12:41:02.523" v="1182" actId="14100"/>
          <ac:cxnSpMkLst>
            <pc:docMk/>
            <pc:sldMk cId="3746031841" sldId="288"/>
            <ac:cxnSpMk id="6" creationId="{108D9F9E-D6EF-56E0-01E3-92F44691CFF3}"/>
          </ac:cxnSpMkLst>
        </pc:cxnChg>
        <pc:cxnChg chg="add mod">
          <ac:chgData name="Marcio Oliveira Gouveia" userId="8b7e0dd5-a192-4a63-b9a1-a29632816bae" providerId="ADAL" clId="{79D86266-10EE-44C2-A4B5-34C68529AF02}" dt="2024-01-18T12:39:34.180" v="1145" actId="1076"/>
          <ac:cxnSpMkLst>
            <pc:docMk/>
            <pc:sldMk cId="3746031841" sldId="288"/>
            <ac:cxnSpMk id="16" creationId="{D2391078-DCC9-7C53-CE9E-73E90C435236}"/>
          </ac:cxnSpMkLst>
        </pc:cxnChg>
        <pc:cxnChg chg="add mod">
          <ac:chgData name="Marcio Oliveira Gouveia" userId="8b7e0dd5-a192-4a63-b9a1-a29632816bae" providerId="ADAL" clId="{79D86266-10EE-44C2-A4B5-34C68529AF02}" dt="2024-01-18T12:42:21.685" v="1227" actId="1037"/>
          <ac:cxnSpMkLst>
            <pc:docMk/>
            <pc:sldMk cId="3746031841" sldId="288"/>
            <ac:cxnSpMk id="22" creationId="{D25CD4B9-0FC6-F089-3CE4-49CEEB77F9B6}"/>
          </ac:cxnSpMkLst>
        </pc:cxnChg>
        <pc:cxnChg chg="add mod">
          <ac:chgData name="Marcio Oliveira Gouveia" userId="8b7e0dd5-a192-4a63-b9a1-a29632816bae" providerId="ADAL" clId="{79D86266-10EE-44C2-A4B5-34C68529AF02}" dt="2024-01-18T12:45:03.237" v="1275" actId="1036"/>
          <ac:cxnSpMkLst>
            <pc:docMk/>
            <pc:sldMk cId="3746031841" sldId="288"/>
            <ac:cxnSpMk id="25" creationId="{EC7ECF0F-489F-7D98-2604-F026E185A16B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</a:gra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Sheet1!$A$2:$A$8</c:f>
              <c:numCache>
                <c:formatCode>mmm\-yy</c:formatCode>
                <c:ptCount val="7"/>
                <c:pt idx="0">
                  <c:v>45108</c:v>
                </c:pt>
                <c:pt idx="1">
                  <c:v>45139</c:v>
                </c:pt>
                <c:pt idx="2">
                  <c:v>45170</c:v>
                </c:pt>
                <c:pt idx="3">
                  <c:v>45201</c:v>
                </c:pt>
                <c:pt idx="4">
                  <c:v>45232</c:v>
                </c:pt>
                <c:pt idx="5">
                  <c:v>45263</c:v>
                </c:pt>
                <c:pt idx="6">
                  <c:v>45294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71</c:v>
                </c:pt>
                <c:pt idx="2">
                  <c:v>25</c:v>
                </c:pt>
                <c:pt idx="3">
                  <c:v>2</c:v>
                </c:pt>
                <c:pt idx="4">
                  <c:v>0.1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22-4CCC-B7F8-AEDF317E48E8}"/>
            </c:ext>
          </c:extLst>
        </c:ser>
        <c:ser>
          <c:idx val="1"/>
          <c:order val="1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/>
                </a:gs>
              </a:gsLst>
              <a:lin ang="16200000" scaled="1"/>
            </a:gradFill>
            <a:ln>
              <a:noFill/>
              <a:headEnd type="oval"/>
              <a:tailEnd type="oval"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Sheet1!$A$2:$A$8</c:f>
              <c:numCache>
                <c:formatCode>mmm\-yy</c:formatCode>
                <c:ptCount val="7"/>
                <c:pt idx="0">
                  <c:v>45108</c:v>
                </c:pt>
                <c:pt idx="1">
                  <c:v>45139</c:v>
                </c:pt>
                <c:pt idx="2">
                  <c:v>45170</c:v>
                </c:pt>
                <c:pt idx="3">
                  <c:v>45201</c:v>
                </c:pt>
                <c:pt idx="4">
                  <c:v>45232</c:v>
                </c:pt>
                <c:pt idx="5">
                  <c:v>45263</c:v>
                </c:pt>
                <c:pt idx="6">
                  <c:v>45294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22-4CCC-B7F8-AEDF317E48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25"/>
        <c:axId val="548164192"/>
        <c:axId val="548164752"/>
      </c:barChart>
      <c:dateAx>
        <c:axId val="54816419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ln>
            <a:solidFill>
              <a:schemeClr val="bg1"/>
            </a:solidFill>
          </a:ln>
        </c:spPr>
        <c:txPr>
          <a:bodyPr/>
          <a:lstStyle/>
          <a:p>
            <a: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Segoe UI Light" panose="020B0502040204020203" pitchFamily="34" charset="0"/>
              </a:defRPr>
            </a:pPr>
            <a:endParaRPr lang="pt-BR"/>
          </a:p>
        </c:txPr>
        <c:crossAx val="548164752"/>
        <c:crosses val="autoZero"/>
        <c:auto val="1"/>
        <c:lblOffset val="100"/>
        <c:baseTimeUnit val="months"/>
      </c:dateAx>
      <c:valAx>
        <c:axId val="54816475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4816419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https://unsplash.com/photos/bJjsKbToY34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13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692696"/>
            <a:ext cx="10969943" cy="711081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441" y="358051"/>
            <a:ext cx="3859795" cy="365125"/>
          </a:xfrm>
        </p:spPr>
        <p:txBody>
          <a:bodyPr/>
          <a:lstStyle>
            <a:lvl1pPr algn="l">
              <a:defRPr sz="18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66860" y="5877272"/>
            <a:ext cx="812524" cy="980729"/>
          </a:xfrm>
        </p:spPr>
        <p:txBody>
          <a:bodyPr anchor="b"/>
          <a:lstStyle>
            <a:lvl1pPr algn="r">
              <a:defRPr sz="4400" b="1">
                <a:solidFill>
                  <a:schemeClr val="accent3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692696"/>
            <a:ext cx="10969943" cy="711081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441" y="358051"/>
            <a:ext cx="3859795" cy="365125"/>
          </a:xfrm>
        </p:spPr>
        <p:txBody>
          <a:bodyPr/>
          <a:lstStyle>
            <a:lvl1pPr algn="l">
              <a:defRPr sz="18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66860" y="5877272"/>
            <a:ext cx="812524" cy="980729"/>
          </a:xfrm>
        </p:spPr>
        <p:txBody>
          <a:bodyPr anchor="b"/>
          <a:lstStyle>
            <a:lvl1pPr algn="r">
              <a:defRPr sz="4400" b="1">
                <a:solidFill>
                  <a:schemeClr val="accent3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FE3EC6-B144-4F14-BB6E-A4CF155192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6606" y="1867858"/>
            <a:ext cx="1921182" cy="1921182"/>
          </a:xfrm>
          <a:custGeom>
            <a:avLst/>
            <a:gdLst>
              <a:gd name="connsiteX0" fmla="*/ 960591 w 1921182"/>
              <a:gd name="connsiteY0" fmla="*/ 0 h 1921182"/>
              <a:gd name="connsiteX1" fmla="*/ 1921182 w 1921182"/>
              <a:gd name="connsiteY1" fmla="*/ 960591 h 1921182"/>
              <a:gd name="connsiteX2" fmla="*/ 960591 w 1921182"/>
              <a:gd name="connsiteY2" fmla="*/ 1921182 h 1921182"/>
              <a:gd name="connsiteX3" fmla="*/ 0 w 1921182"/>
              <a:gd name="connsiteY3" fmla="*/ 960591 h 1921182"/>
              <a:gd name="connsiteX4" fmla="*/ 960591 w 1921182"/>
              <a:gd name="connsiteY4" fmla="*/ 0 h 1921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1182" h="1921182">
                <a:moveTo>
                  <a:pt x="960591" y="0"/>
                </a:moveTo>
                <a:cubicBezTo>
                  <a:pt x="1491111" y="0"/>
                  <a:pt x="1921182" y="430071"/>
                  <a:pt x="1921182" y="960591"/>
                </a:cubicBezTo>
                <a:cubicBezTo>
                  <a:pt x="1921182" y="1491111"/>
                  <a:pt x="1491111" y="1921182"/>
                  <a:pt x="960591" y="1921182"/>
                </a:cubicBezTo>
                <a:cubicBezTo>
                  <a:pt x="430071" y="1921182"/>
                  <a:pt x="0" y="1491111"/>
                  <a:pt x="0" y="960591"/>
                </a:cubicBezTo>
                <a:cubicBezTo>
                  <a:pt x="0" y="430071"/>
                  <a:pt x="430071" y="0"/>
                  <a:pt x="9605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289DAD4-899A-4BE5-B7D8-7B521AB08B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05201" y="1867858"/>
            <a:ext cx="1921182" cy="1921182"/>
          </a:xfrm>
          <a:custGeom>
            <a:avLst/>
            <a:gdLst>
              <a:gd name="connsiteX0" fmla="*/ 960591 w 1921182"/>
              <a:gd name="connsiteY0" fmla="*/ 0 h 1921182"/>
              <a:gd name="connsiteX1" fmla="*/ 1921182 w 1921182"/>
              <a:gd name="connsiteY1" fmla="*/ 960591 h 1921182"/>
              <a:gd name="connsiteX2" fmla="*/ 960591 w 1921182"/>
              <a:gd name="connsiteY2" fmla="*/ 1921182 h 1921182"/>
              <a:gd name="connsiteX3" fmla="*/ 0 w 1921182"/>
              <a:gd name="connsiteY3" fmla="*/ 960591 h 1921182"/>
              <a:gd name="connsiteX4" fmla="*/ 960591 w 1921182"/>
              <a:gd name="connsiteY4" fmla="*/ 0 h 1921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1182" h="1921182">
                <a:moveTo>
                  <a:pt x="960591" y="0"/>
                </a:moveTo>
                <a:cubicBezTo>
                  <a:pt x="1491111" y="0"/>
                  <a:pt x="1921182" y="430071"/>
                  <a:pt x="1921182" y="960591"/>
                </a:cubicBezTo>
                <a:cubicBezTo>
                  <a:pt x="1921182" y="1491111"/>
                  <a:pt x="1491111" y="1921182"/>
                  <a:pt x="960591" y="1921182"/>
                </a:cubicBezTo>
                <a:cubicBezTo>
                  <a:pt x="430071" y="1921182"/>
                  <a:pt x="0" y="1491111"/>
                  <a:pt x="0" y="960591"/>
                </a:cubicBezTo>
                <a:cubicBezTo>
                  <a:pt x="0" y="430071"/>
                  <a:pt x="430071" y="0"/>
                  <a:pt x="9605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593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4A04D2B-0C83-4804-963A-650AF7532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68961"/>
            <a:ext cx="12188825" cy="3266524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8B1D472-E731-4A29-8E81-17A5848A3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260" y="692696"/>
            <a:ext cx="6853124" cy="711081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B625732-E767-4E5D-ABB4-2DACB4DE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6260" y="358051"/>
            <a:ext cx="4214020" cy="365125"/>
          </a:xfrm>
        </p:spPr>
        <p:txBody>
          <a:bodyPr/>
          <a:lstStyle>
            <a:lvl1pPr algn="l">
              <a:defRPr sz="1800"/>
            </a:lvl1pPr>
          </a:lstStyle>
          <a:p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8ECA7EC1-D705-4B17-BA0D-FEB5C3FB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6860" y="5877272"/>
            <a:ext cx="812524" cy="980729"/>
          </a:xfrm>
        </p:spPr>
        <p:txBody>
          <a:bodyPr anchor="b"/>
          <a:lstStyle>
            <a:lvl1pPr algn="r">
              <a:defRPr sz="4400" b="1">
                <a:solidFill>
                  <a:schemeClr val="accent3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12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A30D891-45A9-4C1D-A37A-BC1450703F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6858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27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gradFill>
          <a:gsLst>
            <a:gs pos="0">
              <a:schemeClr val="accent1"/>
            </a:gs>
            <a:gs pos="90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A30D891-45A9-4C1D-A37A-BC1450703F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53500" y="0"/>
            <a:ext cx="8735325" cy="6858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5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4" r:id="rId8"/>
    <p:sldLayoutId id="2147483655" r:id="rId9"/>
    <p:sldLayoutId id="2147483663" r:id="rId10"/>
    <p:sldLayoutId id="2147483662" r:id="rId11"/>
    <p:sldLayoutId id="2147483665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9BE8D1-52A9-422D-AA65-627338FF4DCA}"/>
              </a:ext>
            </a:extLst>
          </p:cNvPr>
          <p:cNvSpPr>
            <a:spLocks/>
          </p:cNvSpPr>
          <p:nvPr/>
        </p:nvSpPr>
        <p:spPr bwMode="auto">
          <a:xfrm>
            <a:off x="1" y="-764"/>
            <a:ext cx="6696501" cy="5929182"/>
          </a:xfrm>
          <a:custGeom>
            <a:avLst/>
            <a:gdLst>
              <a:gd name="T0" fmla="*/ 684 w 908"/>
              <a:gd name="T1" fmla="*/ 682 h 764"/>
              <a:gd name="T2" fmla="*/ 775 w 908"/>
              <a:gd name="T3" fmla="*/ 295 h 764"/>
              <a:gd name="T4" fmla="*/ 693 w 908"/>
              <a:gd name="T5" fmla="*/ 0 h 764"/>
              <a:gd name="T6" fmla="*/ 0 w 908"/>
              <a:gd name="T7" fmla="*/ 0 h 764"/>
              <a:gd name="T8" fmla="*/ 0 w 908"/>
              <a:gd name="T9" fmla="*/ 637 h 764"/>
              <a:gd name="T10" fmla="*/ 684 w 908"/>
              <a:gd name="T11" fmla="*/ 682 h 764"/>
              <a:gd name="connsiteX0" fmla="*/ 5748 w 8584"/>
              <a:gd name="connsiteY0" fmla="*/ 9705 h 9935"/>
              <a:gd name="connsiteX1" fmla="*/ 8535 w 8584"/>
              <a:gd name="connsiteY1" fmla="*/ 3861 h 9935"/>
              <a:gd name="connsiteX2" fmla="*/ 7632 w 8584"/>
              <a:gd name="connsiteY2" fmla="*/ 0 h 9935"/>
              <a:gd name="connsiteX3" fmla="*/ 0 w 8584"/>
              <a:gd name="connsiteY3" fmla="*/ 0 h 9935"/>
              <a:gd name="connsiteX4" fmla="*/ 0 w 8584"/>
              <a:gd name="connsiteY4" fmla="*/ 8338 h 9935"/>
              <a:gd name="connsiteX5" fmla="*/ 5748 w 8584"/>
              <a:gd name="connsiteY5" fmla="*/ 9705 h 9935"/>
              <a:gd name="connsiteX0" fmla="*/ 6696 w 11186"/>
              <a:gd name="connsiteY0" fmla="*/ 9768 h 10000"/>
              <a:gd name="connsiteX1" fmla="*/ 11152 w 11186"/>
              <a:gd name="connsiteY1" fmla="*/ 5126 h 10000"/>
              <a:gd name="connsiteX2" fmla="*/ 8891 w 11186"/>
              <a:gd name="connsiteY2" fmla="*/ 0 h 10000"/>
              <a:gd name="connsiteX3" fmla="*/ 0 w 11186"/>
              <a:gd name="connsiteY3" fmla="*/ 0 h 10000"/>
              <a:gd name="connsiteX4" fmla="*/ 0 w 11186"/>
              <a:gd name="connsiteY4" fmla="*/ 8393 h 10000"/>
              <a:gd name="connsiteX5" fmla="*/ 6696 w 11186"/>
              <a:gd name="connsiteY5" fmla="*/ 9768 h 10000"/>
              <a:gd name="connsiteX0" fmla="*/ 6696 w 11186"/>
              <a:gd name="connsiteY0" fmla="*/ 9768 h 10154"/>
              <a:gd name="connsiteX1" fmla="*/ 11152 w 11186"/>
              <a:gd name="connsiteY1" fmla="*/ 5126 h 10154"/>
              <a:gd name="connsiteX2" fmla="*/ 8891 w 11186"/>
              <a:gd name="connsiteY2" fmla="*/ 0 h 10154"/>
              <a:gd name="connsiteX3" fmla="*/ 0 w 11186"/>
              <a:gd name="connsiteY3" fmla="*/ 0 h 10154"/>
              <a:gd name="connsiteX4" fmla="*/ 0 w 11186"/>
              <a:gd name="connsiteY4" fmla="*/ 8393 h 10154"/>
              <a:gd name="connsiteX5" fmla="*/ 6696 w 11186"/>
              <a:gd name="connsiteY5" fmla="*/ 9768 h 10154"/>
              <a:gd name="connsiteX0" fmla="*/ 6696 w 11186"/>
              <a:gd name="connsiteY0" fmla="*/ 9768 h 10154"/>
              <a:gd name="connsiteX1" fmla="*/ 11152 w 11186"/>
              <a:gd name="connsiteY1" fmla="*/ 5126 h 10154"/>
              <a:gd name="connsiteX2" fmla="*/ 8891 w 11186"/>
              <a:gd name="connsiteY2" fmla="*/ 0 h 10154"/>
              <a:gd name="connsiteX3" fmla="*/ 0 w 11186"/>
              <a:gd name="connsiteY3" fmla="*/ 0 h 10154"/>
              <a:gd name="connsiteX4" fmla="*/ 0 w 11186"/>
              <a:gd name="connsiteY4" fmla="*/ 8393 h 10154"/>
              <a:gd name="connsiteX5" fmla="*/ 6696 w 11186"/>
              <a:gd name="connsiteY5" fmla="*/ 9768 h 10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86" h="10154">
                <a:moveTo>
                  <a:pt x="6696" y="9768"/>
                </a:moveTo>
                <a:cubicBezTo>
                  <a:pt x="8300" y="9189"/>
                  <a:pt x="10957" y="6783"/>
                  <a:pt x="11152" y="5126"/>
                </a:cubicBezTo>
                <a:cubicBezTo>
                  <a:pt x="11518" y="2020"/>
                  <a:pt x="8814" y="777"/>
                  <a:pt x="8891" y="0"/>
                </a:cubicBezTo>
                <a:lnTo>
                  <a:pt x="0" y="0"/>
                </a:lnTo>
                <a:lnTo>
                  <a:pt x="0" y="8393"/>
                </a:lnTo>
                <a:cubicBezTo>
                  <a:pt x="2657" y="9427"/>
                  <a:pt x="3694" y="10849"/>
                  <a:pt x="6696" y="976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DE39BCF-56A3-4173-AC10-91D247610CF2}"/>
              </a:ext>
            </a:extLst>
          </p:cNvPr>
          <p:cNvSpPr>
            <a:spLocks/>
          </p:cNvSpPr>
          <p:nvPr/>
        </p:nvSpPr>
        <p:spPr bwMode="auto">
          <a:xfrm>
            <a:off x="7120040" y="-764"/>
            <a:ext cx="5068784" cy="3577584"/>
          </a:xfrm>
          <a:custGeom>
            <a:avLst/>
            <a:gdLst>
              <a:gd name="T0" fmla="*/ 406 w 660"/>
              <a:gd name="T1" fmla="*/ 420 h 465"/>
              <a:gd name="T2" fmla="*/ 660 w 660"/>
              <a:gd name="T3" fmla="*/ 355 h 465"/>
              <a:gd name="T4" fmla="*/ 660 w 660"/>
              <a:gd name="T5" fmla="*/ 0 h 465"/>
              <a:gd name="T6" fmla="*/ 0 w 660"/>
              <a:gd name="T7" fmla="*/ 0 h 465"/>
              <a:gd name="T8" fmla="*/ 406 w 660"/>
              <a:gd name="T9" fmla="*/ 420 h 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0" h="465">
                <a:moveTo>
                  <a:pt x="406" y="420"/>
                </a:moveTo>
                <a:cubicBezTo>
                  <a:pt x="543" y="465"/>
                  <a:pt x="613" y="427"/>
                  <a:pt x="660" y="355"/>
                </a:cubicBezTo>
                <a:cubicBezTo>
                  <a:pt x="660" y="0"/>
                  <a:pt x="660" y="0"/>
                  <a:pt x="660" y="0"/>
                </a:cubicBezTo>
                <a:cubicBezTo>
                  <a:pt x="0" y="0"/>
                  <a:pt x="0" y="0"/>
                  <a:pt x="0" y="0"/>
                </a:cubicBezTo>
                <a:cubicBezTo>
                  <a:pt x="29" y="95"/>
                  <a:pt x="127" y="330"/>
                  <a:pt x="406" y="420"/>
                </a:cubicBezTo>
                <a:close/>
              </a:path>
            </a:pathLst>
          </a:custGeom>
          <a:gradFill flip="none" rotWithShape="1">
            <a:gsLst>
              <a:gs pos="21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C21B474-7324-46FD-9B60-C9C0EA8CED04}"/>
              </a:ext>
            </a:extLst>
          </p:cNvPr>
          <p:cNvSpPr>
            <a:spLocks/>
          </p:cNvSpPr>
          <p:nvPr/>
        </p:nvSpPr>
        <p:spPr bwMode="auto">
          <a:xfrm>
            <a:off x="5622371" y="4326801"/>
            <a:ext cx="6566451" cy="2529539"/>
          </a:xfrm>
          <a:custGeom>
            <a:avLst/>
            <a:gdLst>
              <a:gd name="T0" fmla="*/ 855 w 855"/>
              <a:gd name="T1" fmla="*/ 53 h 329"/>
              <a:gd name="T2" fmla="*/ 665 w 855"/>
              <a:gd name="T3" fmla="*/ 118 h 329"/>
              <a:gd name="T4" fmla="*/ 0 w 855"/>
              <a:gd name="T5" fmla="*/ 329 h 329"/>
              <a:gd name="T6" fmla="*/ 855 w 855"/>
              <a:gd name="T7" fmla="*/ 329 h 329"/>
              <a:gd name="T8" fmla="*/ 855 w 855"/>
              <a:gd name="T9" fmla="*/ 53 h 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55" h="329">
                <a:moveTo>
                  <a:pt x="855" y="53"/>
                </a:moveTo>
                <a:cubicBezTo>
                  <a:pt x="801" y="92"/>
                  <a:pt x="738" y="118"/>
                  <a:pt x="665" y="118"/>
                </a:cubicBezTo>
                <a:cubicBezTo>
                  <a:pt x="405" y="118"/>
                  <a:pt x="135" y="0"/>
                  <a:pt x="0" y="329"/>
                </a:cubicBezTo>
                <a:cubicBezTo>
                  <a:pt x="855" y="329"/>
                  <a:pt x="855" y="329"/>
                  <a:pt x="855" y="329"/>
                </a:cubicBezTo>
                <a:lnTo>
                  <a:pt x="855" y="53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947F0-8A99-42CA-B4F0-EC22FA3E6B59}"/>
              </a:ext>
            </a:extLst>
          </p:cNvPr>
          <p:cNvSpPr txBox="1"/>
          <p:nvPr/>
        </p:nvSpPr>
        <p:spPr>
          <a:xfrm>
            <a:off x="693812" y="2805698"/>
            <a:ext cx="5760640" cy="1196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IN" sz="48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Fraudes</a:t>
            </a:r>
            <a:endParaRPr lang="en-IN" sz="4800" b="1" dirty="0"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IN" sz="4800" b="1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Login </a:t>
            </a:r>
            <a:r>
              <a:rPr lang="en-IN" sz="4800" b="1" dirty="0" err="1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Protegico</a:t>
            </a:r>
            <a:r>
              <a:rPr lang="en-IN" sz="4800" b="1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1B680A-8B81-4FFF-99E6-528CAE512C7A}"/>
              </a:ext>
            </a:extLst>
          </p:cNvPr>
          <p:cNvGrpSpPr/>
          <p:nvPr/>
        </p:nvGrpSpPr>
        <p:grpSpPr>
          <a:xfrm>
            <a:off x="5685690" y="5173590"/>
            <a:ext cx="1239838" cy="1254125"/>
            <a:chOff x="8054975" y="4572000"/>
            <a:chExt cx="1239838" cy="1254125"/>
          </a:xfrm>
        </p:grpSpPr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CB523903-990E-492C-BAA0-1F0A5446B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5387975"/>
              <a:ext cx="292100" cy="36195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89C09C72-4999-46EE-A729-04A9E6EA4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4975" y="5087938"/>
              <a:ext cx="595313" cy="738187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0F678471-6E2C-4122-9985-0D4E687626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8475" y="4899025"/>
              <a:ext cx="728663" cy="900112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4A3C3508-2A30-40E7-A9E1-6E5D4A4E2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4838" y="4757738"/>
              <a:ext cx="788988" cy="96520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Line 9">
              <a:extLst>
                <a:ext uri="{FF2B5EF4-FFF2-40B4-BE49-F238E27FC236}">
                  <a16:creationId xmlns:a16="http://schemas.microsoft.com/office/drawing/2014/main" id="{767DC650-8A7F-472E-BC21-E2288D678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61363" y="4654550"/>
              <a:ext cx="774700" cy="95885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Line 10">
              <a:extLst>
                <a:ext uri="{FF2B5EF4-FFF2-40B4-BE49-F238E27FC236}">
                  <a16:creationId xmlns:a16="http://schemas.microsoft.com/office/drawing/2014/main" id="{4B72AA7B-4D2F-42EF-9444-6B233F59E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28050" y="4591050"/>
              <a:ext cx="714375" cy="862012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Line 11">
              <a:extLst>
                <a:ext uri="{FF2B5EF4-FFF2-40B4-BE49-F238E27FC236}">
                  <a16:creationId xmlns:a16="http://schemas.microsoft.com/office/drawing/2014/main" id="{F4C37CAE-F3CD-412D-A9ED-50FF1509F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32838" y="4572000"/>
              <a:ext cx="561975" cy="695325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Line 12">
              <a:extLst>
                <a:ext uri="{FF2B5EF4-FFF2-40B4-BE49-F238E27FC236}">
                  <a16:creationId xmlns:a16="http://schemas.microsoft.com/office/drawing/2014/main" id="{AACB932F-B9B5-4842-8CE9-8BAFCD6BB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5738" y="4724400"/>
              <a:ext cx="142875" cy="17780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3" name="Circle: Hollow 22">
            <a:extLst>
              <a:ext uri="{FF2B5EF4-FFF2-40B4-BE49-F238E27FC236}">
                <a16:creationId xmlns:a16="http://schemas.microsoft.com/office/drawing/2014/main" id="{1C02C386-FAA6-4BAA-9ED0-4CF58A8540B4}"/>
              </a:ext>
            </a:extLst>
          </p:cNvPr>
          <p:cNvSpPr/>
          <p:nvPr/>
        </p:nvSpPr>
        <p:spPr>
          <a:xfrm>
            <a:off x="11524636" y="127649"/>
            <a:ext cx="462491" cy="462491"/>
          </a:xfrm>
          <a:prstGeom prst="donut">
            <a:avLst>
              <a:gd name="adj" fmla="val 2306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Circle: Hollow 23">
            <a:extLst>
              <a:ext uri="{FF2B5EF4-FFF2-40B4-BE49-F238E27FC236}">
                <a16:creationId xmlns:a16="http://schemas.microsoft.com/office/drawing/2014/main" id="{6BC0A234-4D8E-49F0-BC9B-E0A1821519A0}"/>
              </a:ext>
            </a:extLst>
          </p:cNvPr>
          <p:cNvSpPr/>
          <p:nvPr/>
        </p:nvSpPr>
        <p:spPr>
          <a:xfrm>
            <a:off x="1300267" y="786204"/>
            <a:ext cx="462491" cy="462491"/>
          </a:xfrm>
          <a:prstGeom prst="donut">
            <a:avLst>
              <a:gd name="adj" fmla="val 2306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C6BF2A-A43A-43C2-A599-78AA0FB5D081}"/>
              </a:ext>
            </a:extLst>
          </p:cNvPr>
          <p:cNvGrpSpPr/>
          <p:nvPr/>
        </p:nvGrpSpPr>
        <p:grpSpPr>
          <a:xfrm>
            <a:off x="9588785" y="590140"/>
            <a:ext cx="1425135" cy="422741"/>
            <a:chOff x="9588785" y="590140"/>
            <a:chExt cx="1425135" cy="422741"/>
          </a:xfrm>
        </p:grpSpPr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2E614B83-E56F-4972-AB2C-3C0AF67CF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8785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3EE963AA-31F8-454E-9FBA-CED6FAE41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0420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BECF8FA9-545D-420C-8921-D16E19872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2055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21C0C5BF-992A-45D3-A5BD-4C390053D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689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287EA71-A6C0-4634-90A4-00FFAFFA8322}"/>
              </a:ext>
            </a:extLst>
          </p:cNvPr>
          <p:cNvGrpSpPr/>
          <p:nvPr/>
        </p:nvGrpSpPr>
        <p:grpSpPr>
          <a:xfrm>
            <a:off x="5954402" y="827648"/>
            <a:ext cx="907976" cy="918438"/>
            <a:chOff x="8054975" y="4572000"/>
            <a:chExt cx="1239838" cy="1254125"/>
          </a:xfrm>
        </p:grpSpPr>
        <p:sp>
          <p:nvSpPr>
            <p:cNvPr id="31" name="Line 5">
              <a:extLst>
                <a:ext uri="{FF2B5EF4-FFF2-40B4-BE49-F238E27FC236}">
                  <a16:creationId xmlns:a16="http://schemas.microsoft.com/office/drawing/2014/main" id="{3EE8DB48-71FB-4E06-82C3-B956D0D48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5387975"/>
              <a:ext cx="292100" cy="36195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Line 6">
              <a:extLst>
                <a:ext uri="{FF2B5EF4-FFF2-40B4-BE49-F238E27FC236}">
                  <a16:creationId xmlns:a16="http://schemas.microsoft.com/office/drawing/2014/main" id="{F1718854-2DD5-428D-83B6-A6F853FD8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4975" y="5087938"/>
              <a:ext cx="595313" cy="738187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Line 7">
              <a:extLst>
                <a:ext uri="{FF2B5EF4-FFF2-40B4-BE49-F238E27FC236}">
                  <a16:creationId xmlns:a16="http://schemas.microsoft.com/office/drawing/2014/main" id="{EA6A5A96-31DE-4339-A82D-BBD697BF9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8475" y="4899025"/>
              <a:ext cx="728663" cy="900112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Line 8">
              <a:extLst>
                <a:ext uri="{FF2B5EF4-FFF2-40B4-BE49-F238E27FC236}">
                  <a16:creationId xmlns:a16="http://schemas.microsoft.com/office/drawing/2014/main" id="{D1B7552B-E655-467C-95F5-2BB7CAB28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4838" y="4757738"/>
              <a:ext cx="788988" cy="96520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Line 9">
              <a:extLst>
                <a:ext uri="{FF2B5EF4-FFF2-40B4-BE49-F238E27FC236}">
                  <a16:creationId xmlns:a16="http://schemas.microsoft.com/office/drawing/2014/main" id="{11100F0F-9F56-4D85-BB31-24F9AC093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61363" y="4654550"/>
              <a:ext cx="774700" cy="95885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Line 10">
              <a:extLst>
                <a:ext uri="{FF2B5EF4-FFF2-40B4-BE49-F238E27FC236}">
                  <a16:creationId xmlns:a16="http://schemas.microsoft.com/office/drawing/2014/main" id="{AC7E36EB-1DCA-4089-A279-3F42DA6A0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28050" y="4591050"/>
              <a:ext cx="714375" cy="862012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Line 11">
              <a:extLst>
                <a:ext uri="{FF2B5EF4-FFF2-40B4-BE49-F238E27FC236}">
                  <a16:creationId xmlns:a16="http://schemas.microsoft.com/office/drawing/2014/main" id="{15E6E236-8360-41B2-8304-D29603E51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32838" y="4572000"/>
              <a:ext cx="561975" cy="695325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Line 12">
              <a:extLst>
                <a:ext uri="{FF2B5EF4-FFF2-40B4-BE49-F238E27FC236}">
                  <a16:creationId xmlns:a16="http://schemas.microsoft.com/office/drawing/2014/main" id="{6719EEAB-3672-4E11-8F5C-989431C11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5738" y="4724400"/>
              <a:ext cx="142875" cy="17780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5A1C2BE-EABD-4F93-9E61-4D9F636F607A}"/>
              </a:ext>
            </a:extLst>
          </p:cNvPr>
          <p:cNvGrpSpPr/>
          <p:nvPr/>
        </p:nvGrpSpPr>
        <p:grpSpPr>
          <a:xfrm>
            <a:off x="246416" y="6091130"/>
            <a:ext cx="903400" cy="520769"/>
            <a:chOff x="1121722" y="5893897"/>
            <a:chExt cx="903400" cy="520769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ACF14CE-EE5C-4ECA-905A-ABB03918A7AD}"/>
                </a:ext>
              </a:extLst>
            </p:cNvPr>
            <p:cNvSpPr/>
            <p:nvPr/>
          </p:nvSpPr>
          <p:spPr>
            <a:xfrm rot="5400000" flipH="1">
              <a:off x="1954374" y="589389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7D18E98-534A-48EA-A20A-261512B8AE47}"/>
                </a:ext>
              </a:extLst>
            </p:cNvPr>
            <p:cNvSpPr/>
            <p:nvPr/>
          </p:nvSpPr>
          <p:spPr>
            <a:xfrm rot="5400000" flipH="1">
              <a:off x="1746210" y="589389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7348264-2AE3-4FDD-8F71-09F3EBD3E685}"/>
                </a:ext>
              </a:extLst>
            </p:cNvPr>
            <p:cNvSpPr/>
            <p:nvPr/>
          </p:nvSpPr>
          <p:spPr>
            <a:xfrm rot="5400000" flipH="1">
              <a:off x="1538047" y="589389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47D8BE4-9949-432E-B75F-3C7A7BCEAF29}"/>
                </a:ext>
              </a:extLst>
            </p:cNvPr>
            <p:cNvSpPr/>
            <p:nvPr/>
          </p:nvSpPr>
          <p:spPr>
            <a:xfrm rot="5400000" flipH="1">
              <a:off x="1329884" y="589389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F7285C8-EB60-44AC-BDED-FA78298876D1}"/>
                </a:ext>
              </a:extLst>
            </p:cNvPr>
            <p:cNvSpPr/>
            <p:nvPr/>
          </p:nvSpPr>
          <p:spPr>
            <a:xfrm rot="5400000" flipH="1">
              <a:off x="1121720" y="589389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68C4EED-58FD-4C7B-BA78-5EC1DBDB4498}"/>
                </a:ext>
              </a:extLst>
            </p:cNvPr>
            <p:cNvSpPr/>
            <p:nvPr/>
          </p:nvSpPr>
          <p:spPr>
            <a:xfrm rot="5400000" flipH="1">
              <a:off x="1954374" y="611890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761B618-C98A-4A8D-9D95-C3A68837D10C}"/>
                </a:ext>
              </a:extLst>
            </p:cNvPr>
            <p:cNvSpPr/>
            <p:nvPr/>
          </p:nvSpPr>
          <p:spPr>
            <a:xfrm rot="5400000" flipH="1">
              <a:off x="1746210" y="611890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E18305A-56FE-449B-A77E-80D62742B2ED}"/>
                </a:ext>
              </a:extLst>
            </p:cNvPr>
            <p:cNvSpPr/>
            <p:nvPr/>
          </p:nvSpPr>
          <p:spPr>
            <a:xfrm rot="5400000" flipH="1">
              <a:off x="1538047" y="611890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7718FDF-559F-4E92-B3B7-A2674EAC2A9F}"/>
                </a:ext>
              </a:extLst>
            </p:cNvPr>
            <p:cNvSpPr/>
            <p:nvPr/>
          </p:nvSpPr>
          <p:spPr>
            <a:xfrm rot="5400000" flipH="1">
              <a:off x="1329884" y="611890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2EB4F55-5C65-4042-B49E-D2E3881B389A}"/>
                </a:ext>
              </a:extLst>
            </p:cNvPr>
            <p:cNvSpPr/>
            <p:nvPr/>
          </p:nvSpPr>
          <p:spPr>
            <a:xfrm rot="5400000" flipH="1">
              <a:off x="1121720" y="611890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7F32FCA-B14C-4988-B3B3-F8D745622790}"/>
                </a:ext>
              </a:extLst>
            </p:cNvPr>
            <p:cNvSpPr/>
            <p:nvPr/>
          </p:nvSpPr>
          <p:spPr>
            <a:xfrm rot="5400000" flipH="1">
              <a:off x="1954374" y="634391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155E537-1697-4353-B7F0-EE140DC5D60E}"/>
                </a:ext>
              </a:extLst>
            </p:cNvPr>
            <p:cNvSpPr/>
            <p:nvPr/>
          </p:nvSpPr>
          <p:spPr>
            <a:xfrm rot="5400000" flipH="1">
              <a:off x="1746210" y="634391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DB4A649-F8C5-4804-882D-C373C23C9D8B}"/>
                </a:ext>
              </a:extLst>
            </p:cNvPr>
            <p:cNvSpPr/>
            <p:nvPr/>
          </p:nvSpPr>
          <p:spPr>
            <a:xfrm rot="5400000" flipH="1">
              <a:off x="1538047" y="634391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0817076-EE7D-4432-8C91-BB42C9DB1724}"/>
                </a:ext>
              </a:extLst>
            </p:cNvPr>
            <p:cNvSpPr/>
            <p:nvPr/>
          </p:nvSpPr>
          <p:spPr>
            <a:xfrm rot="5400000" flipH="1">
              <a:off x="1329884" y="634391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CD79BF6-0C93-4B78-BF8E-34F1D9551C95}"/>
                </a:ext>
              </a:extLst>
            </p:cNvPr>
            <p:cNvSpPr/>
            <p:nvPr/>
          </p:nvSpPr>
          <p:spPr>
            <a:xfrm rot="5400000" flipH="1">
              <a:off x="1121720" y="6343919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49417B7-291A-4032-B1BE-04B237D994FF}"/>
              </a:ext>
            </a:extLst>
          </p:cNvPr>
          <p:cNvGrpSpPr/>
          <p:nvPr/>
        </p:nvGrpSpPr>
        <p:grpSpPr>
          <a:xfrm>
            <a:off x="10436155" y="3747942"/>
            <a:ext cx="1319726" cy="520769"/>
            <a:chOff x="10145958" y="3892102"/>
            <a:chExt cx="1319726" cy="520769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30C1998C-CEE9-4C36-A538-A76260C3C674}"/>
                </a:ext>
              </a:extLst>
            </p:cNvPr>
            <p:cNvSpPr/>
            <p:nvPr/>
          </p:nvSpPr>
          <p:spPr>
            <a:xfrm rot="5400000" flipH="1">
              <a:off x="11394936" y="389210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38AE310-BA8A-4E09-BC6F-0304D1893412}"/>
                </a:ext>
              </a:extLst>
            </p:cNvPr>
            <p:cNvSpPr/>
            <p:nvPr/>
          </p:nvSpPr>
          <p:spPr>
            <a:xfrm rot="5400000" flipH="1">
              <a:off x="11186772" y="389210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825ABC4-2FE7-413C-B200-23DFB1C52188}"/>
                </a:ext>
              </a:extLst>
            </p:cNvPr>
            <p:cNvSpPr/>
            <p:nvPr/>
          </p:nvSpPr>
          <p:spPr>
            <a:xfrm rot="5400000" flipH="1">
              <a:off x="10978609" y="389210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2A281FB-90AB-4047-A76E-91D85192515B}"/>
                </a:ext>
              </a:extLst>
            </p:cNvPr>
            <p:cNvSpPr/>
            <p:nvPr/>
          </p:nvSpPr>
          <p:spPr>
            <a:xfrm rot="5400000" flipH="1">
              <a:off x="10770446" y="389210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DC3692D-F43D-4485-A1F5-540A3A8F3F98}"/>
                </a:ext>
              </a:extLst>
            </p:cNvPr>
            <p:cNvSpPr/>
            <p:nvPr/>
          </p:nvSpPr>
          <p:spPr>
            <a:xfrm rot="5400000" flipH="1">
              <a:off x="10562282" y="389210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542A914-A648-4FB7-9DE3-77892A887AD3}"/>
                </a:ext>
              </a:extLst>
            </p:cNvPr>
            <p:cNvSpPr/>
            <p:nvPr/>
          </p:nvSpPr>
          <p:spPr>
            <a:xfrm rot="5400000" flipH="1">
              <a:off x="10354119" y="389210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F2FF322-FE39-48D9-A330-2FA44A844476}"/>
                </a:ext>
              </a:extLst>
            </p:cNvPr>
            <p:cNvSpPr/>
            <p:nvPr/>
          </p:nvSpPr>
          <p:spPr>
            <a:xfrm rot="5400000" flipH="1">
              <a:off x="10145956" y="389210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65E74C4-A117-4091-B150-FF252CACD156}"/>
                </a:ext>
              </a:extLst>
            </p:cNvPr>
            <p:cNvSpPr/>
            <p:nvPr/>
          </p:nvSpPr>
          <p:spPr>
            <a:xfrm rot="5400000" flipH="1">
              <a:off x="11394936" y="411711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1C911840-E4FF-4151-B586-F19AF8D8DB57}"/>
                </a:ext>
              </a:extLst>
            </p:cNvPr>
            <p:cNvSpPr/>
            <p:nvPr/>
          </p:nvSpPr>
          <p:spPr>
            <a:xfrm rot="5400000" flipH="1">
              <a:off x="11186772" y="411711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480CAD3-6C30-466B-92B1-3CC1A3F55914}"/>
                </a:ext>
              </a:extLst>
            </p:cNvPr>
            <p:cNvSpPr/>
            <p:nvPr/>
          </p:nvSpPr>
          <p:spPr>
            <a:xfrm rot="5400000" flipH="1">
              <a:off x="10978609" y="411711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E4BC36BB-F0EE-4F51-B461-DCACAF8E7C1C}"/>
                </a:ext>
              </a:extLst>
            </p:cNvPr>
            <p:cNvSpPr/>
            <p:nvPr/>
          </p:nvSpPr>
          <p:spPr>
            <a:xfrm rot="5400000" flipH="1">
              <a:off x="10770446" y="411711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DF0F645-89B9-417F-8CDC-685FAF0B3651}"/>
                </a:ext>
              </a:extLst>
            </p:cNvPr>
            <p:cNvSpPr/>
            <p:nvPr/>
          </p:nvSpPr>
          <p:spPr>
            <a:xfrm rot="5400000" flipH="1">
              <a:off x="10562282" y="411711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BF5AC8F-89FA-42B9-A13A-F99013C27CE6}"/>
                </a:ext>
              </a:extLst>
            </p:cNvPr>
            <p:cNvSpPr/>
            <p:nvPr/>
          </p:nvSpPr>
          <p:spPr>
            <a:xfrm rot="5400000" flipH="1">
              <a:off x="10354119" y="411711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AE57270-864C-49B3-A1AA-9DDD1BE09C82}"/>
                </a:ext>
              </a:extLst>
            </p:cNvPr>
            <p:cNvSpPr/>
            <p:nvPr/>
          </p:nvSpPr>
          <p:spPr>
            <a:xfrm rot="5400000" flipH="1">
              <a:off x="10145956" y="411711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28DE577-FBCB-47AB-B485-54E987EE9D90}"/>
                </a:ext>
              </a:extLst>
            </p:cNvPr>
            <p:cNvSpPr/>
            <p:nvPr/>
          </p:nvSpPr>
          <p:spPr>
            <a:xfrm rot="5400000" flipH="1">
              <a:off x="11394936" y="434212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01AA381-4310-49C5-BA5E-F1DB8FFE38AD}"/>
                </a:ext>
              </a:extLst>
            </p:cNvPr>
            <p:cNvSpPr/>
            <p:nvPr/>
          </p:nvSpPr>
          <p:spPr>
            <a:xfrm rot="5400000" flipH="1">
              <a:off x="11186772" y="434212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69178F2E-1A2F-44F0-A97D-F8C574E94649}"/>
                </a:ext>
              </a:extLst>
            </p:cNvPr>
            <p:cNvSpPr/>
            <p:nvPr/>
          </p:nvSpPr>
          <p:spPr>
            <a:xfrm rot="5400000" flipH="1">
              <a:off x="10978609" y="434212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4BE12BE-953F-4FCB-8A5B-9606EF7792F5}"/>
                </a:ext>
              </a:extLst>
            </p:cNvPr>
            <p:cNvSpPr/>
            <p:nvPr/>
          </p:nvSpPr>
          <p:spPr>
            <a:xfrm rot="5400000" flipH="1">
              <a:off x="10770446" y="434212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9452F53-41E3-4244-970C-5B5473EEB616}"/>
                </a:ext>
              </a:extLst>
            </p:cNvPr>
            <p:cNvSpPr/>
            <p:nvPr/>
          </p:nvSpPr>
          <p:spPr>
            <a:xfrm rot="5400000" flipH="1">
              <a:off x="10562282" y="434212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AD218CD1-E2B7-4CCB-8E2B-DF518551F35F}"/>
                </a:ext>
              </a:extLst>
            </p:cNvPr>
            <p:cNvSpPr/>
            <p:nvPr/>
          </p:nvSpPr>
          <p:spPr>
            <a:xfrm rot="5400000" flipH="1">
              <a:off x="10354119" y="434212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46EB3D2E-6CCD-4E01-88DB-9711CA0656C7}"/>
                </a:ext>
              </a:extLst>
            </p:cNvPr>
            <p:cNvSpPr/>
            <p:nvPr/>
          </p:nvSpPr>
          <p:spPr>
            <a:xfrm rot="5400000" flipH="1">
              <a:off x="10145956" y="4342124"/>
              <a:ext cx="70749" cy="7074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4F066259-5914-4A17-9CD6-7CB879FB7010}"/>
              </a:ext>
            </a:extLst>
          </p:cNvPr>
          <p:cNvSpPr txBox="1"/>
          <p:nvPr/>
        </p:nvSpPr>
        <p:spPr>
          <a:xfrm>
            <a:off x="8905596" y="6427715"/>
            <a:ext cx="5760640" cy="295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IN" dirty="0">
                <a:solidFill>
                  <a:schemeClr val="bg1"/>
                </a:solidFill>
              </a:rPr>
              <a:t>18/01/24</a:t>
            </a:r>
            <a:endParaRPr lang="en-IN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8004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EC77D-DCA9-410F-B406-9FECE1341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Fraudes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46B9AD2-8CDA-44DA-B469-0DBF3081B911}"/>
              </a:ext>
            </a:extLst>
          </p:cNvPr>
          <p:cNvCxnSpPr>
            <a:cxnSpLocks/>
          </p:cNvCxnSpPr>
          <p:nvPr/>
        </p:nvCxnSpPr>
        <p:spPr>
          <a:xfrm flipV="1">
            <a:off x="947006" y="1737360"/>
            <a:ext cx="0" cy="4389120"/>
          </a:xfrm>
          <a:prstGeom prst="straightConnector1">
            <a:avLst/>
          </a:prstGeom>
          <a:ln w="25400" cap="rnd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4FC838D-0203-41B1-9139-64199659CAE2}"/>
              </a:ext>
            </a:extLst>
          </p:cNvPr>
          <p:cNvCxnSpPr>
            <a:cxnSpLocks/>
          </p:cNvCxnSpPr>
          <p:nvPr/>
        </p:nvCxnSpPr>
        <p:spPr>
          <a:xfrm>
            <a:off x="831932" y="6002856"/>
            <a:ext cx="5538388" cy="0"/>
          </a:xfrm>
          <a:prstGeom prst="straightConnector1">
            <a:avLst/>
          </a:prstGeom>
          <a:ln w="25400" cap="rnd">
            <a:solidFill>
              <a:schemeClr val="tx1">
                <a:lumMod val="65000"/>
                <a:lumOff val="3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FF0B4C4-E6FA-458A-AB34-A1A3156EB3E5}"/>
              </a:ext>
            </a:extLst>
          </p:cNvPr>
          <p:cNvGrpSpPr/>
          <p:nvPr/>
        </p:nvGrpSpPr>
        <p:grpSpPr>
          <a:xfrm>
            <a:off x="1123862" y="1867858"/>
            <a:ext cx="5037680" cy="3970354"/>
            <a:chOff x="1089995" y="1879147"/>
            <a:chExt cx="5037680" cy="3970354"/>
          </a:xfrm>
          <a:gradFill>
            <a:gsLst>
              <a:gs pos="0">
                <a:schemeClr val="accent1"/>
              </a:gs>
              <a:gs pos="85000">
                <a:schemeClr val="accent3"/>
              </a:gs>
            </a:gsLst>
            <a:lin ang="13500000" scaled="1"/>
          </a:gradFill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744A58D-F849-42FE-A9B7-462FDCED6D32}"/>
                </a:ext>
              </a:extLst>
            </p:cNvPr>
            <p:cNvSpPr/>
            <p:nvPr/>
          </p:nvSpPr>
          <p:spPr>
            <a:xfrm>
              <a:off x="1089995" y="1879147"/>
              <a:ext cx="2441636" cy="1912954"/>
            </a:xfrm>
            <a:prstGeom prst="roundRect">
              <a:avLst>
                <a:gd name="adj" fmla="val 710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FRAUDES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8643239-CA5B-44C8-AF0C-84A9C52D96EC}"/>
                </a:ext>
              </a:extLst>
            </p:cNvPr>
            <p:cNvSpPr/>
            <p:nvPr/>
          </p:nvSpPr>
          <p:spPr>
            <a:xfrm>
              <a:off x="3653624" y="1879147"/>
              <a:ext cx="2441636" cy="1912954"/>
            </a:xfrm>
            <a:prstGeom prst="roundRect">
              <a:avLst>
                <a:gd name="adj" fmla="val 710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CLEAN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7283806-6BD1-4844-B3D8-0DDF33B2B45E}"/>
                </a:ext>
              </a:extLst>
            </p:cNvPr>
            <p:cNvSpPr/>
            <p:nvPr/>
          </p:nvSpPr>
          <p:spPr>
            <a:xfrm>
              <a:off x="1089995" y="3936547"/>
              <a:ext cx="2441636" cy="1912954"/>
            </a:xfrm>
            <a:prstGeom prst="roundRect">
              <a:avLst>
                <a:gd name="adj" fmla="val 710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200" dirty="0"/>
                <a:t>CANCELAMENTO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A67CE1D-5DB2-47E6-A43F-FCCB0A9D59F5}"/>
                </a:ext>
              </a:extLst>
            </p:cNvPr>
            <p:cNvSpPr/>
            <p:nvPr/>
          </p:nvSpPr>
          <p:spPr>
            <a:xfrm>
              <a:off x="3686039" y="3936547"/>
              <a:ext cx="2441636" cy="1912954"/>
            </a:xfrm>
            <a:prstGeom prst="roundRect">
              <a:avLst>
                <a:gd name="adj" fmla="val 710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RESULTADO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C10FF74-2A5E-4936-A553-54898E173A11}"/>
              </a:ext>
            </a:extLst>
          </p:cNvPr>
          <p:cNvSpPr txBox="1"/>
          <p:nvPr/>
        </p:nvSpPr>
        <p:spPr>
          <a:xfrm>
            <a:off x="6655866" y="1801323"/>
            <a:ext cx="2286451" cy="203132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O volume de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Fraudes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caiu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para 1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caso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, e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esse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foi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identificado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“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falso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positivo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”, pois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não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haviam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caracteristicas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de que o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usuário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já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tinha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o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serviço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ativo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a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mais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de um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ano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e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constava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apenas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dois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serviços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na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sua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linha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2D5EA0-904E-46E7-B3E2-8ACA6246863E}"/>
              </a:ext>
            </a:extLst>
          </p:cNvPr>
          <p:cNvSpPr txBox="1"/>
          <p:nvPr/>
        </p:nvSpPr>
        <p:spPr>
          <a:xfrm>
            <a:off x="9262337" y="1829971"/>
            <a:ext cx="2286451" cy="203132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Haviamos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feito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analise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no final do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mês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de Nov/23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onde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constavam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serviços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cancelados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a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mais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de 30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dias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e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não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havia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necessidade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mante-los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no Clean. A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mesma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analise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feita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no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mês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vigente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mostrou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o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mesmo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comportamento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1BFD77-8EF2-4EC8-99DA-39367D71CBBB}"/>
              </a:ext>
            </a:extLst>
          </p:cNvPr>
          <p:cNvSpPr txBox="1"/>
          <p:nvPr/>
        </p:nvSpPr>
        <p:spPr>
          <a:xfrm>
            <a:off x="6688281" y="1426943"/>
            <a:ext cx="2286451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b="1" kern="0" dirty="0" err="1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Fraudes</a:t>
            </a:r>
            <a:endParaRPr lang="en-US" b="1" kern="0" dirty="0">
              <a:solidFill>
                <a:schemeClr val="accent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B8C290-A733-43A1-8C8F-529496B1A8ED}"/>
              </a:ext>
            </a:extLst>
          </p:cNvPr>
          <p:cNvSpPr txBox="1"/>
          <p:nvPr/>
        </p:nvSpPr>
        <p:spPr>
          <a:xfrm>
            <a:off x="9294752" y="1426943"/>
            <a:ext cx="2286451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b="1" kern="0" dirty="0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Clean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A08AE2-2287-4E2B-A81C-0F46875663AB}"/>
              </a:ext>
            </a:extLst>
          </p:cNvPr>
          <p:cNvSpPr txBox="1"/>
          <p:nvPr/>
        </p:nvSpPr>
        <p:spPr>
          <a:xfrm>
            <a:off x="6688281" y="4974267"/>
            <a:ext cx="2286451" cy="1569660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Na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analise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feita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no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mês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vigente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constavam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20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registros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que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enviamos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para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cancelamento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, pois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não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foram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cancelados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nos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meses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anteriores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C01161-8769-416F-AD0A-ED574A97B3EF}"/>
              </a:ext>
            </a:extLst>
          </p:cNvPr>
          <p:cNvSpPr txBox="1"/>
          <p:nvPr/>
        </p:nvSpPr>
        <p:spPr>
          <a:xfrm>
            <a:off x="9294752" y="4974267"/>
            <a:ext cx="2286451" cy="1323439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Comprovado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por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ações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suspensões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nas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vendas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e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implantação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biometria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inibiu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a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ação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dos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fraudadores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DE76E5-D8BD-41C5-A3B0-270F97E3DD80}"/>
              </a:ext>
            </a:extLst>
          </p:cNvPr>
          <p:cNvSpPr txBox="1"/>
          <p:nvPr/>
        </p:nvSpPr>
        <p:spPr>
          <a:xfrm>
            <a:off x="6688281" y="4419616"/>
            <a:ext cx="2286451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b="1" kern="0" dirty="0" err="1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Cancelamento</a:t>
            </a:r>
            <a:endParaRPr lang="en-US" b="1" kern="0" dirty="0">
              <a:solidFill>
                <a:schemeClr val="accent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91532E-01FB-4813-BAC2-FAD835871492}"/>
              </a:ext>
            </a:extLst>
          </p:cNvPr>
          <p:cNvSpPr txBox="1"/>
          <p:nvPr/>
        </p:nvSpPr>
        <p:spPr>
          <a:xfrm>
            <a:off x="9294752" y="4419616"/>
            <a:ext cx="2286451" cy="46166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b="1" kern="0" dirty="0" err="1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Resultado</a:t>
            </a:r>
            <a:endParaRPr lang="en-US" b="1" kern="0" dirty="0">
              <a:solidFill>
                <a:schemeClr val="accent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722A2D-9B47-4194-978A-6C76BCE3C945}"/>
              </a:ext>
            </a:extLst>
          </p:cNvPr>
          <p:cNvSpPr txBox="1"/>
          <p:nvPr/>
        </p:nvSpPr>
        <p:spPr>
          <a:xfrm rot="16200000">
            <a:off x="-462800" y="3669751"/>
            <a:ext cx="2286451" cy="369332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>
              <a:defRPr/>
            </a:pPr>
            <a:r>
              <a:rPr lang="en-US" sz="18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0C37DC-BC84-4D6A-ACAC-A4ACC891E9FE}"/>
              </a:ext>
            </a:extLst>
          </p:cNvPr>
          <p:cNvSpPr txBox="1"/>
          <p:nvPr/>
        </p:nvSpPr>
        <p:spPr>
          <a:xfrm>
            <a:off x="2458964" y="6091530"/>
            <a:ext cx="2286451" cy="369332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>
              <a:defRPr/>
            </a:pPr>
            <a:r>
              <a:rPr lang="en-US" sz="18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696967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B76A0D-A0E5-41C6-9E13-E5A27055A5F9}"/>
              </a:ext>
            </a:extLst>
          </p:cNvPr>
          <p:cNvSpPr/>
          <p:nvPr/>
        </p:nvSpPr>
        <p:spPr>
          <a:xfrm>
            <a:off x="6588731" y="11870"/>
            <a:ext cx="558905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DA8CB-0CC7-4E2E-AC1E-8AA5189D4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Histórico</a:t>
            </a:r>
            <a:r>
              <a:rPr lang="en-IN" dirty="0"/>
              <a:t> </a:t>
            </a:r>
            <a:r>
              <a:rPr lang="en-IN" dirty="0" err="1">
                <a:solidFill>
                  <a:schemeClr val="accent1"/>
                </a:solidFill>
              </a:rPr>
              <a:t>Fraudes</a:t>
            </a:r>
            <a:r>
              <a:rPr lang="en-IN" dirty="0">
                <a:solidFill>
                  <a:schemeClr val="accent1"/>
                </a:solidFill>
              </a:rPr>
              <a:t> (k)</a:t>
            </a:r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D8F6BFED-703B-4FA7-AE95-08C4616BA3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016664"/>
              </p:ext>
            </p:extLst>
          </p:nvPr>
        </p:nvGraphicFramePr>
        <p:xfrm>
          <a:off x="360669" y="1657495"/>
          <a:ext cx="5925628" cy="46623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E1178A9-5FA2-438D-9791-E5CE28A30D4D}"/>
              </a:ext>
            </a:extLst>
          </p:cNvPr>
          <p:cNvSpPr/>
          <p:nvPr/>
        </p:nvSpPr>
        <p:spPr>
          <a:xfrm>
            <a:off x="7866490" y="4828414"/>
            <a:ext cx="3774392" cy="1912954"/>
          </a:xfrm>
          <a:prstGeom prst="roundRect">
            <a:avLst>
              <a:gd name="adj" fmla="val 7107"/>
            </a:avLst>
          </a:pr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F901A2-2ACA-4147-BC0A-B3DB4F68D00F}"/>
              </a:ext>
            </a:extLst>
          </p:cNvPr>
          <p:cNvSpPr txBox="1"/>
          <p:nvPr/>
        </p:nvSpPr>
        <p:spPr>
          <a:xfrm>
            <a:off x="7241314" y="441944"/>
            <a:ext cx="3742017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FRAUDES</a:t>
            </a:r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1243D7-0873-49EA-9386-DBBCAAC12F0A}"/>
              </a:ext>
            </a:extLst>
          </p:cNvPr>
          <p:cNvSpPr txBox="1"/>
          <p:nvPr/>
        </p:nvSpPr>
        <p:spPr>
          <a:xfrm>
            <a:off x="7246540" y="912460"/>
            <a:ext cx="3738362" cy="83099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defRPr/>
            </a:pP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Analisando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o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gráfico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a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esquerda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Vimos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que o volume de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Fraudes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caiu</a:t>
            </a: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para 0% de </a:t>
            </a:r>
            <a:r>
              <a:rPr lang="en-US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fraudes</a:t>
            </a:r>
            <a:endParaRPr lang="en-US" sz="1600" kern="0" dirty="0">
              <a:solidFill>
                <a:schemeClr val="tx1">
                  <a:lumMod val="65000"/>
                  <a:lumOff val="3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967031-D2A4-4A42-8490-B46767F01AD3}"/>
              </a:ext>
            </a:extLst>
          </p:cNvPr>
          <p:cNvSpPr txBox="1"/>
          <p:nvPr/>
        </p:nvSpPr>
        <p:spPr>
          <a:xfrm>
            <a:off x="8787364" y="4865150"/>
            <a:ext cx="2779656" cy="194822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pt-BR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Revisão dos próximos </a:t>
            </a:r>
            <a:r>
              <a:rPr lang="pt-BR" sz="1400" b="1" kern="0" dirty="0">
                <a:solidFill>
                  <a:schemeClr val="tx2">
                    <a:lumMod val="50000"/>
                    <a:lumOff val="5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cleans</a:t>
            </a:r>
            <a:r>
              <a:rPr lang="pt-BR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>
              <a:lnSpc>
                <a:spcPct val="90000"/>
              </a:lnSpc>
              <a:defRPr/>
            </a:pPr>
            <a:r>
              <a:rPr lang="pt-BR" sz="1400" b="1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data</a:t>
            </a:r>
            <a:r>
              <a:rPr lang="pt-BR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24/11: 11.358 clientes </a:t>
            </a:r>
          </a:p>
          <a:p>
            <a:pPr>
              <a:lnSpc>
                <a:spcPct val="90000"/>
              </a:lnSpc>
              <a:defRPr/>
            </a:pPr>
            <a:r>
              <a:rPr lang="pt-BR" sz="1400" b="1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data</a:t>
            </a:r>
            <a:r>
              <a:rPr lang="pt-BR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30/11: 11.358 clientes </a:t>
            </a:r>
          </a:p>
          <a:p>
            <a:pPr>
              <a:lnSpc>
                <a:spcPct val="90000"/>
              </a:lnSpc>
              <a:defRPr/>
            </a:pPr>
            <a:r>
              <a:rPr lang="pt-BR" sz="1400" b="1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data</a:t>
            </a:r>
            <a:r>
              <a:rPr lang="pt-BR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05/12: 1.117 clientes </a:t>
            </a:r>
          </a:p>
          <a:p>
            <a:pPr>
              <a:lnSpc>
                <a:spcPct val="90000"/>
              </a:lnSpc>
              <a:defRPr/>
            </a:pPr>
            <a:r>
              <a:rPr lang="pt-BR" sz="1400" b="1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data</a:t>
            </a:r>
            <a:r>
              <a:rPr lang="pt-BR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09/12: 670 clientes </a:t>
            </a:r>
          </a:p>
          <a:p>
            <a:pPr>
              <a:lnSpc>
                <a:spcPct val="90000"/>
              </a:lnSpc>
              <a:defRPr/>
            </a:pPr>
            <a:endParaRPr lang="pt-BR" sz="1400" kern="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90000"/>
              </a:lnSpc>
              <a:defRPr/>
            </a:pPr>
            <a:r>
              <a:rPr lang="pt-BR" sz="1400" b="1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Obs</a:t>
            </a:r>
            <a:r>
              <a:rPr lang="pt-BR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.: </a:t>
            </a:r>
            <a:r>
              <a:rPr lang="pt-BR" sz="12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Conforme houve redução no nº de fraudes seguidos de cancelamentos, ficou entendido que não há necessidade de uma nova renovação.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A370B5D0-0159-462F-9A37-B8A5AFED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1" y="358051"/>
            <a:ext cx="3859795" cy="365125"/>
          </a:xfrm>
        </p:spPr>
        <p:txBody>
          <a:bodyPr/>
          <a:lstStyle/>
          <a:p>
            <a:r>
              <a:rPr lang="en-US" dirty="0" err="1"/>
              <a:t>Fraudes</a:t>
            </a:r>
            <a:r>
              <a:rPr lang="en-US" dirty="0"/>
              <a:t> x </a:t>
            </a:r>
            <a:r>
              <a:rPr lang="en-US" dirty="0" err="1"/>
              <a:t>Cancelamentos</a:t>
            </a:r>
            <a:r>
              <a:rPr lang="en-US" dirty="0"/>
              <a:t> x Clean</a:t>
            </a:r>
          </a:p>
        </p:txBody>
      </p:sp>
      <p:grpSp>
        <p:nvGrpSpPr>
          <p:cNvPr id="3" name="Group 64">
            <a:extLst>
              <a:ext uri="{FF2B5EF4-FFF2-40B4-BE49-F238E27FC236}">
                <a16:creationId xmlns:a16="http://schemas.microsoft.com/office/drawing/2014/main" id="{E984B576-8A00-F8A1-D407-72D822493B71}"/>
              </a:ext>
            </a:extLst>
          </p:cNvPr>
          <p:cNvGrpSpPr/>
          <p:nvPr/>
        </p:nvGrpSpPr>
        <p:grpSpPr>
          <a:xfrm>
            <a:off x="5277610" y="3811379"/>
            <a:ext cx="407947" cy="519734"/>
            <a:chOff x="-4087813" y="1201738"/>
            <a:chExt cx="3452813" cy="4398963"/>
          </a:xfrm>
          <a:solidFill>
            <a:schemeClr val="bg1">
              <a:lumMod val="95000"/>
            </a:schemeClr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62869F3D-0AA8-F7F8-E9F3-96046BC6AB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497263" y="1755776"/>
              <a:ext cx="2303462" cy="3844925"/>
            </a:xfrm>
            <a:custGeom>
              <a:avLst/>
              <a:gdLst>
                <a:gd name="T0" fmla="*/ 37 w 1070"/>
                <a:gd name="T1" fmla="*/ 423 h 1790"/>
                <a:gd name="T2" fmla="*/ 88 w 1070"/>
                <a:gd name="T3" fmla="*/ 398 h 1790"/>
                <a:gd name="T4" fmla="*/ 527 w 1070"/>
                <a:gd name="T5" fmla="*/ 80 h 1790"/>
                <a:gd name="T6" fmla="*/ 990 w 1070"/>
                <a:gd name="T7" fmla="*/ 543 h 1790"/>
                <a:gd name="T8" fmla="*/ 831 w 1070"/>
                <a:gd name="T9" fmla="*/ 953 h 1790"/>
                <a:gd name="T10" fmla="*/ 735 w 1070"/>
                <a:gd name="T11" fmla="*/ 1154 h 1790"/>
                <a:gd name="T12" fmla="*/ 734 w 1070"/>
                <a:gd name="T13" fmla="*/ 1168 h 1790"/>
                <a:gd name="T14" fmla="*/ 567 w 1070"/>
                <a:gd name="T15" fmla="*/ 1168 h 1790"/>
                <a:gd name="T16" fmla="*/ 567 w 1070"/>
                <a:gd name="T17" fmla="*/ 1076 h 1790"/>
                <a:gd name="T18" fmla="*/ 527 w 1070"/>
                <a:gd name="T19" fmla="*/ 1036 h 1790"/>
                <a:gd name="T20" fmla="*/ 487 w 1070"/>
                <a:gd name="T21" fmla="*/ 1076 h 1790"/>
                <a:gd name="T22" fmla="*/ 487 w 1070"/>
                <a:gd name="T23" fmla="*/ 1168 h 1790"/>
                <a:gd name="T24" fmla="*/ 320 w 1070"/>
                <a:gd name="T25" fmla="*/ 1168 h 1790"/>
                <a:gd name="T26" fmla="*/ 320 w 1070"/>
                <a:gd name="T27" fmla="*/ 1154 h 1790"/>
                <a:gd name="T28" fmla="*/ 224 w 1070"/>
                <a:gd name="T29" fmla="*/ 953 h 1790"/>
                <a:gd name="T30" fmla="*/ 83 w 1070"/>
                <a:gd name="T31" fmla="*/ 692 h 1790"/>
                <a:gd name="T32" fmla="*/ 34 w 1070"/>
                <a:gd name="T33" fmla="*/ 663 h 1790"/>
                <a:gd name="T34" fmla="*/ 5 w 1070"/>
                <a:gd name="T35" fmla="*/ 712 h 1790"/>
                <a:gd name="T36" fmla="*/ 160 w 1070"/>
                <a:gd name="T37" fmla="*/ 1001 h 1790"/>
                <a:gd name="T38" fmla="*/ 240 w 1070"/>
                <a:gd name="T39" fmla="*/ 1154 h 1790"/>
                <a:gd name="T40" fmla="*/ 242 w 1070"/>
                <a:gd name="T41" fmla="*/ 1209 h 1790"/>
                <a:gd name="T42" fmla="*/ 242 w 1070"/>
                <a:gd name="T43" fmla="*/ 1548 h 1790"/>
                <a:gd name="T44" fmla="*/ 243 w 1070"/>
                <a:gd name="T45" fmla="*/ 1551 h 1790"/>
                <a:gd name="T46" fmla="*/ 243 w 1070"/>
                <a:gd name="T47" fmla="*/ 1552 h 1790"/>
                <a:gd name="T48" fmla="*/ 243 w 1070"/>
                <a:gd name="T49" fmla="*/ 1556 h 1790"/>
                <a:gd name="T50" fmla="*/ 243 w 1070"/>
                <a:gd name="T51" fmla="*/ 1556 h 1790"/>
                <a:gd name="T52" fmla="*/ 343 w 1070"/>
                <a:gd name="T53" fmla="*/ 1723 h 1790"/>
                <a:gd name="T54" fmla="*/ 527 w 1070"/>
                <a:gd name="T55" fmla="*/ 1790 h 1790"/>
                <a:gd name="T56" fmla="*/ 711 w 1070"/>
                <a:gd name="T57" fmla="*/ 1723 h 1790"/>
                <a:gd name="T58" fmla="*/ 811 w 1070"/>
                <a:gd name="T59" fmla="*/ 1556 h 1790"/>
                <a:gd name="T60" fmla="*/ 811 w 1070"/>
                <a:gd name="T61" fmla="*/ 1556 h 1790"/>
                <a:gd name="T62" fmla="*/ 812 w 1070"/>
                <a:gd name="T63" fmla="*/ 1552 h 1790"/>
                <a:gd name="T64" fmla="*/ 812 w 1070"/>
                <a:gd name="T65" fmla="*/ 1551 h 1790"/>
                <a:gd name="T66" fmla="*/ 812 w 1070"/>
                <a:gd name="T67" fmla="*/ 1548 h 1790"/>
                <a:gd name="T68" fmla="*/ 812 w 1070"/>
                <a:gd name="T69" fmla="*/ 1209 h 1790"/>
                <a:gd name="T70" fmla="*/ 815 w 1070"/>
                <a:gd name="T71" fmla="*/ 1154 h 1790"/>
                <a:gd name="T72" fmla="*/ 895 w 1070"/>
                <a:gd name="T73" fmla="*/ 1001 h 1790"/>
                <a:gd name="T74" fmla="*/ 1070 w 1070"/>
                <a:gd name="T75" fmla="*/ 543 h 1790"/>
                <a:gd name="T76" fmla="*/ 527 w 1070"/>
                <a:gd name="T77" fmla="*/ 0 h 1790"/>
                <a:gd name="T78" fmla="*/ 12 w 1070"/>
                <a:gd name="T79" fmla="*/ 373 h 1790"/>
                <a:gd name="T80" fmla="*/ 37 w 1070"/>
                <a:gd name="T81" fmla="*/ 423 h 1790"/>
                <a:gd name="T82" fmla="*/ 527 w 1070"/>
                <a:gd name="T83" fmla="*/ 1710 h 1790"/>
                <a:gd name="T84" fmla="*/ 338 w 1070"/>
                <a:gd name="T85" fmla="*/ 1588 h 1790"/>
                <a:gd name="T86" fmla="*/ 717 w 1070"/>
                <a:gd name="T87" fmla="*/ 1588 h 1790"/>
                <a:gd name="T88" fmla="*/ 527 w 1070"/>
                <a:gd name="T89" fmla="*/ 1710 h 1790"/>
                <a:gd name="T90" fmla="*/ 732 w 1070"/>
                <a:gd name="T91" fmla="*/ 1508 h 1790"/>
                <a:gd name="T92" fmla="*/ 322 w 1070"/>
                <a:gd name="T93" fmla="*/ 1508 h 1790"/>
                <a:gd name="T94" fmla="*/ 322 w 1070"/>
                <a:gd name="T95" fmla="*/ 1418 h 1790"/>
                <a:gd name="T96" fmla="*/ 732 w 1070"/>
                <a:gd name="T97" fmla="*/ 1418 h 1790"/>
                <a:gd name="T98" fmla="*/ 732 w 1070"/>
                <a:gd name="T99" fmla="*/ 1508 h 1790"/>
                <a:gd name="T100" fmla="*/ 732 w 1070"/>
                <a:gd name="T101" fmla="*/ 1338 h 1790"/>
                <a:gd name="T102" fmla="*/ 322 w 1070"/>
                <a:gd name="T103" fmla="*/ 1338 h 1790"/>
                <a:gd name="T104" fmla="*/ 322 w 1070"/>
                <a:gd name="T105" fmla="*/ 1248 h 1790"/>
                <a:gd name="T106" fmla="*/ 732 w 1070"/>
                <a:gd name="T107" fmla="*/ 1248 h 1790"/>
                <a:gd name="T108" fmla="*/ 732 w 1070"/>
                <a:gd name="T109" fmla="*/ 1338 h 1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70" h="1790">
                  <a:moveTo>
                    <a:pt x="37" y="423"/>
                  </a:moveTo>
                  <a:cubicBezTo>
                    <a:pt x="58" y="430"/>
                    <a:pt x="81" y="419"/>
                    <a:pt x="88" y="398"/>
                  </a:cubicBezTo>
                  <a:cubicBezTo>
                    <a:pt x="150" y="208"/>
                    <a:pt x="327" y="80"/>
                    <a:pt x="527" y="80"/>
                  </a:cubicBezTo>
                  <a:cubicBezTo>
                    <a:pt x="783" y="80"/>
                    <a:pt x="990" y="288"/>
                    <a:pt x="990" y="543"/>
                  </a:cubicBezTo>
                  <a:cubicBezTo>
                    <a:pt x="990" y="741"/>
                    <a:pt x="902" y="858"/>
                    <a:pt x="831" y="953"/>
                  </a:cubicBezTo>
                  <a:cubicBezTo>
                    <a:pt x="779" y="1022"/>
                    <a:pt x="735" y="1082"/>
                    <a:pt x="735" y="1154"/>
                  </a:cubicBezTo>
                  <a:cubicBezTo>
                    <a:pt x="735" y="1159"/>
                    <a:pt x="735" y="1163"/>
                    <a:pt x="734" y="1168"/>
                  </a:cubicBezTo>
                  <a:cubicBezTo>
                    <a:pt x="567" y="1168"/>
                    <a:pt x="567" y="1168"/>
                    <a:pt x="567" y="1168"/>
                  </a:cubicBezTo>
                  <a:cubicBezTo>
                    <a:pt x="567" y="1076"/>
                    <a:pt x="567" y="1076"/>
                    <a:pt x="567" y="1076"/>
                  </a:cubicBezTo>
                  <a:cubicBezTo>
                    <a:pt x="567" y="1054"/>
                    <a:pt x="549" y="1036"/>
                    <a:pt x="527" y="1036"/>
                  </a:cubicBezTo>
                  <a:cubicBezTo>
                    <a:pt x="505" y="1036"/>
                    <a:pt x="487" y="1054"/>
                    <a:pt x="487" y="1076"/>
                  </a:cubicBezTo>
                  <a:cubicBezTo>
                    <a:pt x="487" y="1168"/>
                    <a:pt x="487" y="1168"/>
                    <a:pt x="487" y="1168"/>
                  </a:cubicBezTo>
                  <a:cubicBezTo>
                    <a:pt x="320" y="1168"/>
                    <a:pt x="320" y="1168"/>
                    <a:pt x="320" y="1168"/>
                  </a:cubicBezTo>
                  <a:cubicBezTo>
                    <a:pt x="320" y="1163"/>
                    <a:pt x="320" y="1159"/>
                    <a:pt x="320" y="1154"/>
                  </a:cubicBezTo>
                  <a:cubicBezTo>
                    <a:pt x="320" y="1082"/>
                    <a:pt x="275" y="1022"/>
                    <a:pt x="224" y="953"/>
                  </a:cubicBezTo>
                  <a:cubicBezTo>
                    <a:pt x="171" y="883"/>
                    <a:pt x="112" y="804"/>
                    <a:pt x="83" y="692"/>
                  </a:cubicBezTo>
                  <a:cubicBezTo>
                    <a:pt x="77" y="671"/>
                    <a:pt x="55" y="658"/>
                    <a:pt x="34" y="663"/>
                  </a:cubicBezTo>
                  <a:cubicBezTo>
                    <a:pt x="13" y="669"/>
                    <a:pt x="0" y="691"/>
                    <a:pt x="5" y="712"/>
                  </a:cubicBezTo>
                  <a:cubicBezTo>
                    <a:pt x="39" y="840"/>
                    <a:pt x="106" y="929"/>
                    <a:pt x="160" y="1001"/>
                  </a:cubicBezTo>
                  <a:cubicBezTo>
                    <a:pt x="205" y="1061"/>
                    <a:pt x="240" y="1108"/>
                    <a:pt x="240" y="1154"/>
                  </a:cubicBezTo>
                  <a:cubicBezTo>
                    <a:pt x="240" y="1173"/>
                    <a:pt x="241" y="1192"/>
                    <a:pt x="242" y="1209"/>
                  </a:cubicBezTo>
                  <a:cubicBezTo>
                    <a:pt x="242" y="1548"/>
                    <a:pt x="242" y="1548"/>
                    <a:pt x="242" y="1548"/>
                  </a:cubicBezTo>
                  <a:cubicBezTo>
                    <a:pt x="242" y="1549"/>
                    <a:pt x="242" y="1550"/>
                    <a:pt x="243" y="1551"/>
                  </a:cubicBezTo>
                  <a:cubicBezTo>
                    <a:pt x="243" y="1551"/>
                    <a:pt x="243" y="1551"/>
                    <a:pt x="243" y="1552"/>
                  </a:cubicBezTo>
                  <a:cubicBezTo>
                    <a:pt x="243" y="1553"/>
                    <a:pt x="243" y="1555"/>
                    <a:pt x="243" y="1556"/>
                  </a:cubicBezTo>
                  <a:cubicBezTo>
                    <a:pt x="243" y="1556"/>
                    <a:pt x="243" y="1556"/>
                    <a:pt x="243" y="1556"/>
                  </a:cubicBezTo>
                  <a:cubicBezTo>
                    <a:pt x="257" y="1621"/>
                    <a:pt x="293" y="1681"/>
                    <a:pt x="343" y="1723"/>
                  </a:cubicBezTo>
                  <a:cubicBezTo>
                    <a:pt x="395" y="1766"/>
                    <a:pt x="460" y="1790"/>
                    <a:pt x="527" y="1790"/>
                  </a:cubicBezTo>
                  <a:cubicBezTo>
                    <a:pt x="594" y="1790"/>
                    <a:pt x="659" y="1766"/>
                    <a:pt x="711" y="1723"/>
                  </a:cubicBezTo>
                  <a:cubicBezTo>
                    <a:pt x="762" y="1681"/>
                    <a:pt x="797" y="1621"/>
                    <a:pt x="811" y="1556"/>
                  </a:cubicBezTo>
                  <a:cubicBezTo>
                    <a:pt x="811" y="1556"/>
                    <a:pt x="811" y="1556"/>
                    <a:pt x="811" y="1556"/>
                  </a:cubicBezTo>
                  <a:cubicBezTo>
                    <a:pt x="812" y="1555"/>
                    <a:pt x="812" y="1553"/>
                    <a:pt x="812" y="1552"/>
                  </a:cubicBezTo>
                  <a:cubicBezTo>
                    <a:pt x="812" y="1551"/>
                    <a:pt x="812" y="1551"/>
                    <a:pt x="812" y="1551"/>
                  </a:cubicBezTo>
                  <a:cubicBezTo>
                    <a:pt x="812" y="1550"/>
                    <a:pt x="812" y="1549"/>
                    <a:pt x="812" y="1548"/>
                  </a:cubicBezTo>
                  <a:cubicBezTo>
                    <a:pt x="812" y="1209"/>
                    <a:pt x="812" y="1209"/>
                    <a:pt x="812" y="1209"/>
                  </a:cubicBezTo>
                  <a:cubicBezTo>
                    <a:pt x="814" y="1192"/>
                    <a:pt x="815" y="1173"/>
                    <a:pt x="815" y="1154"/>
                  </a:cubicBezTo>
                  <a:cubicBezTo>
                    <a:pt x="815" y="1108"/>
                    <a:pt x="850" y="1061"/>
                    <a:pt x="895" y="1001"/>
                  </a:cubicBezTo>
                  <a:cubicBezTo>
                    <a:pt x="969" y="902"/>
                    <a:pt x="1070" y="767"/>
                    <a:pt x="1070" y="543"/>
                  </a:cubicBezTo>
                  <a:cubicBezTo>
                    <a:pt x="1070" y="244"/>
                    <a:pt x="827" y="0"/>
                    <a:pt x="527" y="0"/>
                  </a:cubicBezTo>
                  <a:cubicBezTo>
                    <a:pt x="293" y="0"/>
                    <a:pt x="85" y="150"/>
                    <a:pt x="12" y="373"/>
                  </a:cubicBezTo>
                  <a:cubicBezTo>
                    <a:pt x="5" y="394"/>
                    <a:pt x="16" y="416"/>
                    <a:pt x="37" y="423"/>
                  </a:cubicBezTo>
                  <a:close/>
                  <a:moveTo>
                    <a:pt x="527" y="1710"/>
                  </a:moveTo>
                  <a:cubicBezTo>
                    <a:pt x="446" y="1710"/>
                    <a:pt x="373" y="1661"/>
                    <a:pt x="338" y="1588"/>
                  </a:cubicBezTo>
                  <a:cubicBezTo>
                    <a:pt x="717" y="1588"/>
                    <a:pt x="717" y="1588"/>
                    <a:pt x="717" y="1588"/>
                  </a:cubicBezTo>
                  <a:cubicBezTo>
                    <a:pt x="682" y="1661"/>
                    <a:pt x="609" y="1710"/>
                    <a:pt x="527" y="1710"/>
                  </a:cubicBezTo>
                  <a:close/>
                  <a:moveTo>
                    <a:pt x="732" y="1508"/>
                  </a:moveTo>
                  <a:cubicBezTo>
                    <a:pt x="322" y="1508"/>
                    <a:pt x="322" y="1508"/>
                    <a:pt x="322" y="1508"/>
                  </a:cubicBezTo>
                  <a:cubicBezTo>
                    <a:pt x="322" y="1418"/>
                    <a:pt x="322" y="1418"/>
                    <a:pt x="322" y="1418"/>
                  </a:cubicBezTo>
                  <a:cubicBezTo>
                    <a:pt x="732" y="1418"/>
                    <a:pt x="732" y="1418"/>
                    <a:pt x="732" y="1418"/>
                  </a:cubicBezTo>
                  <a:lnTo>
                    <a:pt x="732" y="1508"/>
                  </a:lnTo>
                  <a:close/>
                  <a:moveTo>
                    <a:pt x="732" y="1338"/>
                  </a:moveTo>
                  <a:cubicBezTo>
                    <a:pt x="322" y="1338"/>
                    <a:pt x="322" y="1338"/>
                    <a:pt x="322" y="1338"/>
                  </a:cubicBezTo>
                  <a:cubicBezTo>
                    <a:pt x="322" y="1248"/>
                    <a:pt x="322" y="1248"/>
                    <a:pt x="322" y="1248"/>
                  </a:cubicBezTo>
                  <a:cubicBezTo>
                    <a:pt x="732" y="1248"/>
                    <a:pt x="732" y="1248"/>
                    <a:pt x="732" y="1248"/>
                  </a:cubicBezTo>
                  <a:lnTo>
                    <a:pt x="732" y="13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Freeform 30">
              <a:extLst>
                <a:ext uri="{FF2B5EF4-FFF2-40B4-BE49-F238E27FC236}">
                  <a16:creationId xmlns:a16="http://schemas.microsoft.com/office/drawing/2014/main" id="{9963889B-48CA-B4F3-D831-5C44E0D95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47925" y="1201738"/>
              <a:ext cx="171450" cy="401638"/>
            </a:xfrm>
            <a:custGeom>
              <a:avLst/>
              <a:gdLst>
                <a:gd name="T0" fmla="*/ 40 w 80"/>
                <a:gd name="T1" fmla="*/ 187 h 187"/>
                <a:gd name="T2" fmla="*/ 80 w 80"/>
                <a:gd name="T3" fmla="*/ 147 h 187"/>
                <a:gd name="T4" fmla="*/ 80 w 80"/>
                <a:gd name="T5" fmla="*/ 40 h 187"/>
                <a:gd name="T6" fmla="*/ 40 w 80"/>
                <a:gd name="T7" fmla="*/ 0 h 187"/>
                <a:gd name="T8" fmla="*/ 0 w 80"/>
                <a:gd name="T9" fmla="*/ 40 h 187"/>
                <a:gd name="T10" fmla="*/ 0 w 80"/>
                <a:gd name="T11" fmla="*/ 147 h 187"/>
                <a:gd name="T12" fmla="*/ 40 w 80"/>
                <a:gd name="T13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187">
                  <a:moveTo>
                    <a:pt x="40" y="187"/>
                  </a:moveTo>
                  <a:cubicBezTo>
                    <a:pt x="62" y="187"/>
                    <a:pt x="80" y="169"/>
                    <a:pt x="80" y="1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69"/>
                    <a:pt x="18" y="187"/>
                    <a:pt x="40" y="18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31">
              <a:extLst>
                <a:ext uri="{FF2B5EF4-FFF2-40B4-BE49-F238E27FC236}">
                  <a16:creationId xmlns:a16="http://schemas.microsoft.com/office/drawing/2014/main" id="{6BFB7986-B299-F3E3-6AB1-87E3239EC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-4087813" y="2836863"/>
              <a:ext cx="403225" cy="171450"/>
            </a:xfrm>
            <a:custGeom>
              <a:avLst/>
              <a:gdLst>
                <a:gd name="T0" fmla="*/ 40 w 187"/>
                <a:gd name="T1" fmla="*/ 80 h 80"/>
                <a:gd name="T2" fmla="*/ 147 w 187"/>
                <a:gd name="T3" fmla="*/ 80 h 80"/>
                <a:gd name="T4" fmla="*/ 187 w 187"/>
                <a:gd name="T5" fmla="*/ 40 h 80"/>
                <a:gd name="T6" fmla="*/ 147 w 187"/>
                <a:gd name="T7" fmla="*/ 0 h 80"/>
                <a:gd name="T8" fmla="*/ 40 w 187"/>
                <a:gd name="T9" fmla="*/ 0 h 80"/>
                <a:gd name="T10" fmla="*/ 0 w 187"/>
                <a:gd name="T11" fmla="*/ 40 h 80"/>
                <a:gd name="T12" fmla="*/ 40 w 187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80">
                  <a:moveTo>
                    <a:pt x="40" y="80"/>
                  </a:moveTo>
                  <a:cubicBezTo>
                    <a:pt x="147" y="80"/>
                    <a:pt x="147" y="80"/>
                    <a:pt x="147" y="80"/>
                  </a:cubicBezTo>
                  <a:cubicBezTo>
                    <a:pt x="169" y="80"/>
                    <a:pt x="187" y="62"/>
                    <a:pt x="187" y="40"/>
                  </a:cubicBezTo>
                  <a:cubicBezTo>
                    <a:pt x="187" y="18"/>
                    <a:pt x="169" y="0"/>
                    <a:pt x="14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32">
              <a:extLst>
                <a:ext uri="{FF2B5EF4-FFF2-40B4-BE49-F238E27FC236}">
                  <a16:creationId xmlns:a16="http://schemas.microsoft.com/office/drawing/2014/main" id="{949A89D8-2B9F-BDDA-DEFC-9FE0A191F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55900" y="3009901"/>
              <a:ext cx="787400" cy="455613"/>
            </a:xfrm>
            <a:custGeom>
              <a:avLst/>
              <a:gdLst>
                <a:gd name="T0" fmla="*/ 366 w 366"/>
                <a:gd name="T1" fmla="*/ 40 h 212"/>
                <a:gd name="T2" fmla="*/ 326 w 366"/>
                <a:gd name="T3" fmla="*/ 0 h 212"/>
                <a:gd name="T4" fmla="*/ 40 w 366"/>
                <a:gd name="T5" fmla="*/ 0 h 212"/>
                <a:gd name="T6" fmla="*/ 0 w 366"/>
                <a:gd name="T7" fmla="*/ 40 h 212"/>
                <a:gd name="T8" fmla="*/ 40 w 366"/>
                <a:gd name="T9" fmla="*/ 80 h 212"/>
                <a:gd name="T10" fmla="*/ 143 w 366"/>
                <a:gd name="T11" fmla="*/ 80 h 212"/>
                <a:gd name="T12" fmla="*/ 143 w 366"/>
                <a:gd name="T13" fmla="*/ 172 h 212"/>
                <a:gd name="T14" fmla="*/ 183 w 366"/>
                <a:gd name="T15" fmla="*/ 212 h 212"/>
                <a:gd name="T16" fmla="*/ 223 w 366"/>
                <a:gd name="T17" fmla="*/ 172 h 212"/>
                <a:gd name="T18" fmla="*/ 223 w 366"/>
                <a:gd name="T19" fmla="*/ 80 h 212"/>
                <a:gd name="T20" fmla="*/ 326 w 366"/>
                <a:gd name="T21" fmla="*/ 80 h 212"/>
                <a:gd name="T22" fmla="*/ 366 w 366"/>
                <a:gd name="T23" fmla="*/ 4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6" h="212">
                  <a:moveTo>
                    <a:pt x="366" y="40"/>
                  </a:moveTo>
                  <a:cubicBezTo>
                    <a:pt x="366" y="18"/>
                    <a:pt x="349" y="0"/>
                    <a:pt x="326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143" y="80"/>
                    <a:pt x="143" y="80"/>
                    <a:pt x="143" y="80"/>
                  </a:cubicBezTo>
                  <a:cubicBezTo>
                    <a:pt x="143" y="172"/>
                    <a:pt x="143" y="172"/>
                    <a:pt x="143" y="172"/>
                  </a:cubicBezTo>
                  <a:cubicBezTo>
                    <a:pt x="143" y="194"/>
                    <a:pt x="161" y="212"/>
                    <a:pt x="183" y="212"/>
                  </a:cubicBezTo>
                  <a:cubicBezTo>
                    <a:pt x="205" y="212"/>
                    <a:pt x="223" y="194"/>
                    <a:pt x="223" y="172"/>
                  </a:cubicBezTo>
                  <a:cubicBezTo>
                    <a:pt x="223" y="80"/>
                    <a:pt x="223" y="80"/>
                    <a:pt x="223" y="80"/>
                  </a:cubicBezTo>
                  <a:cubicBezTo>
                    <a:pt x="326" y="80"/>
                    <a:pt x="326" y="80"/>
                    <a:pt x="326" y="80"/>
                  </a:cubicBezTo>
                  <a:cubicBezTo>
                    <a:pt x="349" y="80"/>
                    <a:pt x="366" y="62"/>
                    <a:pt x="366" y="4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33">
              <a:extLst>
                <a:ext uri="{FF2B5EF4-FFF2-40B4-BE49-F238E27FC236}">
                  <a16:creationId xmlns:a16="http://schemas.microsoft.com/office/drawing/2014/main" id="{94DF10C3-4A06-9205-1444-FE3DDD761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16325" y="1671638"/>
              <a:ext cx="350837" cy="341313"/>
            </a:xfrm>
            <a:custGeom>
              <a:avLst/>
              <a:gdLst>
                <a:gd name="T0" fmla="*/ 91 w 163"/>
                <a:gd name="T1" fmla="*/ 148 h 159"/>
                <a:gd name="T2" fmla="*/ 119 w 163"/>
                <a:gd name="T3" fmla="*/ 159 h 159"/>
                <a:gd name="T4" fmla="*/ 148 w 163"/>
                <a:gd name="T5" fmla="*/ 148 h 159"/>
                <a:gd name="T6" fmla="*/ 148 w 163"/>
                <a:gd name="T7" fmla="*/ 91 h 159"/>
                <a:gd name="T8" fmla="*/ 72 w 163"/>
                <a:gd name="T9" fmla="*/ 16 h 159"/>
                <a:gd name="T10" fmla="*/ 16 w 163"/>
                <a:gd name="T11" fmla="*/ 16 h 159"/>
                <a:gd name="T12" fmla="*/ 16 w 163"/>
                <a:gd name="T13" fmla="*/ 72 h 159"/>
                <a:gd name="T14" fmla="*/ 91 w 163"/>
                <a:gd name="T15" fmla="*/ 148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3" h="159">
                  <a:moveTo>
                    <a:pt x="91" y="148"/>
                  </a:moveTo>
                  <a:cubicBezTo>
                    <a:pt x="99" y="155"/>
                    <a:pt x="109" y="159"/>
                    <a:pt x="119" y="159"/>
                  </a:cubicBezTo>
                  <a:cubicBezTo>
                    <a:pt x="130" y="159"/>
                    <a:pt x="140" y="155"/>
                    <a:pt x="148" y="148"/>
                  </a:cubicBezTo>
                  <a:cubicBezTo>
                    <a:pt x="163" y="132"/>
                    <a:pt x="163" y="107"/>
                    <a:pt x="148" y="91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7" y="0"/>
                    <a:pt x="31" y="0"/>
                    <a:pt x="16" y="16"/>
                  </a:cubicBezTo>
                  <a:cubicBezTo>
                    <a:pt x="0" y="31"/>
                    <a:pt x="0" y="57"/>
                    <a:pt x="16" y="72"/>
                  </a:cubicBezTo>
                  <a:lnTo>
                    <a:pt x="91" y="14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34">
              <a:extLst>
                <a:ext uri="{FF2B5EF4-FFF2-40B4-BE49-F238E27FC236}">
                  <a16:creationId xmlns:a16="http://schemas.microsoft.com/office/drawing/2014/main" id="{5EA486F9-E010-EB03-C9BE-4D47CA3A5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76650" y="3881438"/>
              <a:ext cx="354012" cy="342900"/>
            </a:xfrm>
            <a:custGeom>
              <a:avLst/>
              <a:gdLst>
                <a:gd name="T0" fmla="*/ 44 w 164"/>
                <a:gd name="T1" fmla="*/ 159 h 159"/>
                <a:gd name="T2" fmla="*/ 73 w 164"/>
                <a:gd name="T3" fmla="*/ 147 h 159"/>
                <a:gd name="T4" fmla="*/ 148 w 164"/>
                <a:gd name="T5" fmla="*/ 72 h 159"/>
                <a:gd name="T6" fmla="*/ 148 w 164"/>
                <a:gd name="T7" fmla="*/ 16 h 159"/>
                <a:gd name="T8" fmla="*/ 91 w 164"/>
                <a:gd name="T9" fmla="*/ 16 h 159"/>
                <a:gd name="T10" fmla="*/ 16 w 164"/>
                <a:gd name="T11" fmla="*/ 91 h 159"/>
                <a:gd name="T12" fmla="*/ 16 w 164"/>
                <a:gd name="T13" fmla="*/ 147 h 159"/>
                <a:gd name="T14" fmla="*/ 44 w 164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159">
                  <a:moveTo>
                    <a:pt x="44" y="159"/>
                  </a:moveTo>
                  <a:cubicBezTo>
                    <a:pt x="55" y="159"/>
                    <a:pt x="65" y="155"/>
                    <a:pt x="73" y="147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64" y="56"/>
                    <a:pt x="164" y="31"/>
                    <a:pt x="148" y="16"/>
                  </a:cubicBezTo>
                  <a:cubicBezTo>
                    <a:pt x="132" y="0"/>
                    <a:pt x="107" y="0"/>
                    <a:pt x="91" y="16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0" y="107"/>
                    <a:pt x="0" y="132"/>
                    <a:pt x="16" y="147"/>
                  </a:cubicBezTo>
                  <a:cubicBezTo>
                    <a:pt x="24" y="155"/>
                    <a:pt x="34" y="159"/>
                    <a:pt x="44" y="15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FF031616-2CFC-2953-9EE3-CFA99BDAB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60500" y="1671638"/>
              <a:ext cx="354012" cy="341313"/>
            </a:xfrm>
            <a:custGeom>
              <a:avLst/>
              <a:gdLst>
                <a:gd name="T0" fmla="*/ 44 w 164"/>
                <a:gd name="T1" fmla="*/ 159 h 159"/>
                <a:gd name="T2" fmla="*/ 73 w 164"/>
                <a:gd name="T3" fmla="*/ 148 h 159"/>
                <a:gd name="T4" fmla="*/ 148 w 164"/>
                <a:gd name="T5" fmla="*/ 72 h 159"/>
                <a:gd name="T6" fmla="*/ 148 w 164"/>
                <a:gd name="T7" fmla="*/ 16 h 159"/>
                <a:gd name="T8" fmla="*/ 91 w 164"/>
                <a:gd name="T9" fmla="*/ 16 h 159"/>
                <a:gd name="T10" fmla="*/ 16 w 164"/>
                <a:gd name="T11" fmla="*/ 91 h 159"/>
                <a:gd name="T12" fmla="*/ 16 w 164"/>
                <a:gd name="T13" fmla="*/ 148 h 159"/>
                <a:gd name="T14" fmla="*/ 44 w 164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159">
                  <a:moveTo>
                    <a:pt x="44" y="159"/>
                  </a:moveTo>
                  <a:cubicBezTo>
                    <a:pt x="54" y="159"/>
                    <a:pt x="65" y="155"/>
                    <a:pt x="73" y="148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64" y="57"/>
                    <a:pt x="164" y="31"/>
                    <a:pt x="148" y="16"/>
                  </a:cubicBezTo>
                  <a:cubicBezTo>
                    <a:pt x="132" y="0"/>
                    <a:pt x="107" y="0"/>
                    <a:pt x="91" y="16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0" y="107"/>
                    <a:pt x="0" y="132"/>
                    <a:pt x="16" y="148"/>
                  </a:cubicBezTo>
                  <a:cubicBezTo>
                    <a:pt x="24" y="155"/>
                    <a:pt x="34" y="159"/>
                    <a:pt x="44" y="15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36">
              <a:extLst>
                <a:ext uri="{FF2B5EF4-FFF2-40B4-BE49-F238E27FC236}">
                  <a16:creationId xmlns:a16="http://schemas.microsoft.com/office/drawing/2014/main" id="{19571A93-B5C1-8C6C-3099-44ED1E213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00175" y="3881438"/>
              <a:ext cx="350837" cy="342900"/>
            </a:xfrm>
            <a:custGeom>
              <a:avLst/>
              <a:gdLst>
                <a:gd name="T0" fmla="*/ 16 w 163"/>
                <a:gd name="T1" fmla="*/ 16 h 159"/>
                <a:gd name="T2" fmla="*/ 16 w 163"/>
                <a:gd name="T3" fmla="*/ 72 h 159"/>
                <a:gd name="T4" fmla="*/ 91 w 163"/>
                <a:gd name="T5" fmla="*/ 147 h 159"/>
                <a:gd name="T6" fmla="*/ 119 w 163"/>
                <a:gd name="T7" fmla="*/ 159 h 159"/>
                <a:gd name="T8" fmla="*/ 147 w 163"/>
                <a:gd name="T9" fmla="*/ 147 h 159"/>
                <a:gd name="T10" fmla="*/ 147 w 163"/>
                <a:gd name="T11" fmla="*/ 91 h 159"/>
                <a:gd name="T12" fmla="*/ 72 w 163"/>
                <a:gd name="T13" fmla="*/ 16 h 159"/>
                <a:gd name="T14" fmla="*/ 16 w 163"/>
                <a:gd name="T15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3" h="159">
                  <a:moveTo>
                    <a:pt x="16" y="16"/>
                  </a:moveTo>
                  <a:cubicBezTo>
                    <a:pt x="0" y="31"/>
                    <a:pt x="0" y="56"/>
                    <a:pt x="16" y="72"/>
                  </a:cubicBezTo>
                  <a:cubicBezTo>
                    <a:pt x="91" y="147"/>
                    <a:pt x="91" y="147"/>
                    <a:pt x="91" y="147"/>
                  </a:cubicBezTo>
                  <a:cubicBezTo>
                    <a:pt x="99" y="155"/>
                    <a:pt x="109" y="159"/>
                    <a:pt x="119" y="159"/>
                  </a:cubicBezTo>
                  <a:cubicBezTo>
                    <a:pt x="129" y="159"/>
                    <a:pt x="140" y="155"/>
                    <a:pt x="147" y="147"/>
                  </a:cubicBezTo>
                  <a:cubicBezTo>
                    <a:pt x="163" y="132"/>
                    <a:pt x="163" y="107"/>
                    <a:pt x="147" y="91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7" y="0"/>
                    <a:pt x="31" y="0"/>
                    <a:pt x="16" y="1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37">
              <a:extLst>
                <a:ext uri="{FF2B5EF4-FFF2-40B4-BE49-F238E27FC236}">
                  <a16:creationId xmlns:a16="http://schemas.microsoft.com/office/drawing/2014/main" id="{0A9955E4-8E79-62B3-263D-B226673FA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-1038225" y="2836863"/>
              <a:ext cx="403225" cy="171450"/>
            </a:xfrm>
            <a:custGeom>
              <a:avLst/>
              <a:gdLst>
                <a:gd name="T0" fmla="*/ 40 w 187"/>
                <a:gd name="T1" fmla="*/ 80 h 80"/>
                <a:gd name="T2" fmla="*/ 147 w 187"/>
                <a:gd name="T3" fmla="*/ 80 h 80"/>
                <a:gd name="T4" fmla="*/ 187 w 187"/>
                <a:gd name="T5" fmla="*/ 40 h 80"/>
                <a:gd name="T6" fmla="*/ 147 w 187"/>
                <a:gd name="T7" fmla="*/ 0 h 80"/>
                <a:gd name="T8" fmla="*/ 40 w 187"/>
                <a:gd name="T9" fmla="*/ 0 h 80"/>
                <a:gd name="T10" fmla="*/ 0 w 187"/>
                <a:gd name="T11" fmla="*/ 40 h 80"/>
                <a:gd name="T12" fmla="*/ 40 w 187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80">
                  <a:moveTo>
                    <a:pt x="40" y="80"/>
                  </a:moveTo>
                  <a:cubicBezTo>
                    <a:pt x="147" y="80"/>
                    <a:pt x="147" y="80"/>
                    <a:pt x="147" y="80"/>
                  </a:cubicBezTo>
                  <a:cubicBezTo>
                    <a:pt x="169" y="80"/>
                    <a:pt x="187" y="62"/>
                    <a:pt x="187" y="40"/>
                  </a:cubicBezTo>
                  <a:cubicBezTo>
                    <a:pt x="187" y="18"/>
                    <a:pt x="169" y="0"/>
                    <a:pt x="14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Oval 38">
              <a:extLst>
                <a:ext uri="{FF2B5EF4-FFF2-40B4-BE49-F238E27FC236}">
                  <a16:creationId xmlns:a16="http://schemas.microsoft.com/office/drawing/2014/main" id="{B4616F07-2BAC-E4DA-93A7-AF4EDF80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447925" y="3636963"/>
              <a:ext cx="171450" cy="17145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Oval 39">
              <a:extLst>
                <a:ext uri="{FF2B5EF4-FFF2-40B4-BE49-F238E27FC236}">
                  <a16:creationId xmlns:a16="http://schemas.microsoft.com/office/drawing/2014/main" id="{FFE820DB-19BC-D884-3BE3-899B8FABF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532188" y="2836863"/>
              <a:ext cx="173037" cy="17145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9" name="Group 64">
            <a:extLst>
              <a:ext uri="{FF2B5EF4-FFF2-40B4-BE49-F238E27FC236}">
                <a16:creationId xmlns:a16="http://schemas.microsoft.com/office/drawing/2014/main" id="{64ECF329-8747-27FA-BB46-F03E9FFDE5A9}"/>
              </a:ext>
            </a:extLst>
          </p:cNvPr>
          <p:cNvGrpSpPr/>
          <p:nvPr/>
        </p:nvGrpSpPr>
        <p:grpSpPr>
          <a:xfrm>
            <a:off x="8035140" y="5386129"/>
            <a:ext cx="618724" cy="707167"/>
            <a:chOff x="-4087813" y="1201738"/>
            <a:chExt cx="3452813" cy="4398963"/>
          </a:xfrm>
          <a:solidFill>
            <a:schemeClr val="bg1">
              <a:lumMod val="95000"/>
            </a:schemeClr>
          </a:solidFill>
        </p:grpSpPr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A8A203B5-AAF7-854E-0D59-5C5CD2EAB1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497263" y="1755776"/>
              <a:ext cx="2303462" cy="3844925"/>
            </a:xfrm>
            <a:custGeom>
              <a:avLst/>
              <a:gdLst>
                <a:gd name="T0" fmla="*/ 37 w 1070"/>
                <a:gd name="T1" fmla="*/ 423 h 1790"/>
                <a:gd name="T2" fmla="*/ 88 w 1070"/>
                <a:gd name="T3" fmla="*/ 398 h 1790"/>
                <a:gd name="T4" fmla="*/ 527 w 1070"/>
                <a:gd name="T5" fmla="*/ 80 h 1790"/>
                <a:gd name="T6" fmla="*/ 990 w 1070"/>
                <a:gd name="T7" fmla="*/ 543 h 1790"/>
                <a:gd name="T8" fmla="*/ 831 w 1070"/>
                <a:gd name="T9" fmla="*/ 953 h 1790"/>
                <a:gd name="T10" fmla="*/ 735 w 1070"/>
                <a:gd name="T11" fmla="*/ 1154 h 1790"/>
                <a:gd name="T12" fmla="*/ 734 w 1070"/>
                <a:gd name="T13" fmla="*/ 1168 h 1790"/>
                <a:gd name="T14" fmla="*/ 567 w 1070"/>
                <a:gd name="T15" fmla="*/ 1168 h 1790"/>
                <a:gd name="T16" fmla="*/ 567 w 1070"/>
                <a:gd name="T17" fmla="*/ 1076 h 1790"/>
                <a:gd name="T18" fmla="*/ 527 w 1070"/>
                <a:gd name="T19" fmla="*/ 1036 h 1790"/>
                <a:gd name="T20" fmla="*/ 487 w 1070"/>
                <a:gd name="T21" fmla="*/ 1076 h 1790"/>
                <a:gd name="T22" fmla="*/ 487 w 1070"/>
                <a:gd name="T23" fmla="*/ 1168 h 1790"/>
                <a:gd name="T24" fmla="*/ 320 w 1070"/>
                <a:gd name="T25" fmla="*/ 1168 h 1790"/>
                <a:gd name="T26" fmla="*/ 320 w 1070"/>
                <a:gd name="T27" fmla="*/ 1154 h 1790"/>
                <a:gd name="T28" fmla="*/ 224 w 1070"/>
                <a:gd name="T29" fmla="*/ 953 h 1790"/>
                <a:gd name="T30" fmla="*/ 83 w 1070"/>
                <a:gd name="T31" fmla="*/ 692 h 1790"/>
                <a:gd name="T32" fmla="*/ 34 w 1070"/>
                <a:gd name="T33" fmla="*/ 663 h 1790"/>
                <a:gd name="T34" fmla="*/ 5 w 1070"/>
                <a:gd name="T35" fmla="*/ 712 h 1790"/>
                <a:gd name="T36" fmla="*/ 160 w 1070"/>
                <a:gd name="T37" fmla="*/ 1001 h 1790"/>
                <a:gd name="T38" fmla="*/ 240 w 1070"/>
                <a:gd name="T39" fmla="*/ 1154 h 1790"/>
                <a:gd name="T40" fmla="*/ 242 w 1070"/>
                <a:gd name="T41" fmla="*/ 1209 h 1790"/>
                <a:gd name="T42" fmla="*/ 242 w 1070"/>
                <a:gd name="T43" fmla="*/ 1548 h 1790"/>
                <a:gd name="T44" fmla="*/ 243 w 1070"/>
                <a:gd name="T45" fmla="*/ 1551 h 1790"/>
                <a:gd name="T46" fmla="*/ 243 w 1070"/>
                <a:gd name="T47" fmla="*/ 1552 h 1790"/>
                <a:gd name="T48" fmla="*/ 243 w 1070"/>
                <a:gd name="T49" fmla="*/ 1556 h 1790"/>
                <a:gd name="T50" fmla="*/ 243 w 1070"/>
                <a:gd name="T51" fmla="*/ 1556 h 1790"/>
                <a:gd name="T52" fmla="*/ 343 w 1070"/>
                <a:gd name="T53" fmla="*/ 1723 h 1790"/>
                <a:gd name="T54" fmla="*/ 527 w 1070"/>
                <a:gd name="T55" fmla="*/ 1790 h 1790"/>
                <a:gd name="T56" fmla="*/ 711 w 1070"/>
                <a:gd name="T57" fmla="*/ 1723 h 1790"/>
                <a:gd name="T58" fmla="*/ 811 w 1070"/>
                <a:gd name="T59" fmla="*/ 1556 h 1790"/>
                <a:gd name="T60" fmla="*/ 811 w 1070"/>
                <a:gd name="T61" fmla="*/ 1556 h 1790"/>
                <a:gd name="T62" fmla="*/ 812 w 1070"/>
                <a:gd name="T63" fmla="*/ 1552 h 1790"/>
                <a:gd name="T64" fmla="*/ 812 w 1070"/>
                <a:gd name="T65" fmla="*/ 1551 h 1790"/>
                <a:gd name="T66" fmla="*/ 812 w 1070"/>
                <a:gd name="T67" fmla="*/ 1548 h 1790"/>
                <a:gd name="T68" fmla="*/ 812 w 1070"/>
                <a:gd name="T69" fmla="*/ 1209 h 1790"/>
                <a:gd name="T70" fmla="*/ 815 w 1070"/>
                <a:gd name="T71" fmla="*/ 1154 h 1790"/>
                <a:gd name="T72" fmla="*/ 895 w 1070"/>
                <a:gd name="T73" fmla="*/ 1001 h 1790"/>
                <a:gd name="T74" fmla="*/ 1070 w 1070"/>
                <a:gd name="T75" fmla="*/ 543 h 1790"/>
                <a:gd name="T76" fmla="*/ 527 w 1070"/>
                <a:gd name="T77" fmla="*/ 0 h 1790"/>
                <a:gd name="T78" fmla="*/ 12 w 1070"/>
                <a:gd name="T79" fmla="*/ 373 h 1790"/>
                <a:gd name="T80" fmla="*/ 37 w 1070"/>
                <a:gd name="T81" fmla="*/ 423 h 1790"/>
                <a:gd name="T82" fmla="*/ 527 w 1070"/>
                <a:gd name="T83" fmla="*/ 1710 h 1790"/>
                <a:gd name="T84" fmla="*/ 338 w 1070"/>
                <a:gd name="T85" fmla="*/ 1588 h 1790"/>
                <a:gd name="T86" fmla="*/ 717 w 1070"/>
                <a:gd name="T87" fmla="*/ 1588 h 1790"/>
                <a:gd name="T88" fmla="*/ 527 w 1070"/>
                <a:gd name="T89" fmla="*/ 1710 h 1790"/>
                <a:gd name="T90" fmla="*/ 732 w 1070"/>
                <a:gd name="T91" fmla="*/ 1508 h 1790"/>
                <a:gd name="T92" fmla="*/ 322 w 1070"/>
                <a:gd name="T93" fmla="*/ 1508 h 1790"/>
                <a:gd name="T94" fmla="*/ 322 w 1070"/>
                <a:gd name="T95" fmla="*/ 1418 h 1790"/>
                <a:gd name="T96" fmla="*/ 732 w 1070"/>
                <a:gd name="T97" fmla="*/ 1418 h 1790"/>
                <a:gd name="T98" fmla="*/ 732 w 1070"/>
                <a:gd name="T99" fmla="*/ 1508 h 1790"/>
                <a:gd name="T100" fmla="*/ 732 w 1070"/>
                <a:gd name="T101" fmla="*/ 1338 h 1790"/>
                <a:gd name="T102" fmla="*/ 322 w 1070"/>
                <a:gd name="T103" fmla="*/ 1338 h 1790"/>
                <a:gd name="T104" fmla="*/ 322 w 1070"/>
                <a:gd name="T105" fmla="*/ 1248 h 1790"/>
                <a:gd name="T106" fmla="*/ 732 w 1070"/>
                <a:gd name="T107" fmla="*/ 1248 h 1790"/>
                <a:gd name="T108" fmla="*/ 732 w 1070"/>
                <a:gd name="T109" fmla="*/ 1338 h 1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70" h="1790">
                  <a:moveTo>
                    <a:pt x="37" y="423"/>
                  </a:moveTo>
                  <a:cubicBezTo>
                    <a:pt x="58" y="430"/>
                    <a:pt x="81" y="419"/>
                    <a:pt x="88" y="398"/>
                  </a:cubicBezTo>
                  <a:cubicBezTo>
                    <a:pt x="150" y="208"/>
                    <a:pt x="327" y="80"/>
                    <a:pt x="527" y="80"/>
                  </a:cubicBezTo>
                  <a:cubicBezTo>
                    <a:pt x="783" y="80"/>
                    <a:pt x="990" y="288"/>
                    <a:pt x="990" y="543"/>
                  </a:cubicBezTo>
                  <a:cubicBezTo>
                    <a:pt x="990" y="741"/>
                    <a:pt x="902" y="858"/>
                    <a:pt x="831" y="953"/>
                  </a:cubicBezTo>
                  <a:cubicBezTo>
                    <a:pt x="779" y="1022"/>
                    <a:pt x="735" y="1082"/>
                    <a:pt x="735" y="1154"/>
                  </a:cubicBezTo>
                  <a:cubicBezTo>
                    <a:pt x="735" y="1159"/>
                    <a:pt x="735" y="1163"/>
                    <a:pt x="734" y="1168"/>
                  </a:cubicBezTo>
                  <a:cubicBezTo>
                    <a:pt x="567" y="1168"/>
                    <a:pt x="567" y="1168"/>
                    <a:pt x="567" y="1168"/>
                  </a:cubicBezTo>
                  <a:cubicBezTo>
                    <a:pt x="567" y="1076"/>
                    <a:pt x="567" y="1076"/>
                    <a:pt x="567" y="1076"/>
                  </a:cubicBezTo>
                  <a:cubicBezTo>
                    <a:pt x="567" y="1054"/>
                    <a:pt x="549" y="1036"/>
                    <a:pt x="527" y="1036"/>
                  </a:cubicBezTo>
                  <a:cubicBezTo>
                    <a:pt x="505" y="1036"/>
                    <a:pt x="487" y="1054"/>
                    <a:pt x="487" y="1076"/>
                  </a:cubicBezTo>
                  <a:cubicBezTo>
                    <a:pt x="487" y="1168"/>
                    <a:pt x="487" y="1168"/>
                    <a:pt x="487" y="1168"/>
                  </a:cubicBezTo>
                  <a:cubicBezTo>
                    <a:pt x="320" y="1168"/>
                    <a:pt x="320" y="1168"/>
                    <a:pt x="320" y="1168"/>
                  </a:cubicBezTo>
                  <a:cubicBezTo>
                    <a:pt x="320" y="1163"/>
                    <a:pt x="320" y="1159"/>
                    <a:pt x="320" y="1154"/>
                  </a:cubicBezTo>
                  <a:cubicBezTo>
                    <a:pt x="320" y="1082"/>
                    <a:pt x="275" y="1022"/>
                    <a:pt x="224" y="953"/>
                  </a:cubicBezTo>
                  <a:cubicBezTo>
                    <a:pt x="171" y="883"/>
                    <a:pt x="112" y="804"/>
                    <a:pt x="83" y="692"/>
                  </a:cubicBezTo>
                  <a:cubicBezTo>
                    <a:pt x="77" y="671"/>
                    <a:pt x="55" y="658"/>
                    <a:pt x="34" y="663"/>
                  </a:cubicBezTo>
                  <a:cubicBezTo>
                    <a:pt x="13" y="669"/>
                    <a:pt x="0" y="691"/>
                    <a:pt x="5" y="712"/>
                  </a:cubicBezTo>
                  <a:cubicBezTo>
                    <a:pt x="39" y="840"/>
                    <a:pt x="106" y="929"/>
                    <a:pt x="160" y="1001"/>
                  </a:cubicBezTo>
                  <a:cubicBezTo>
                    <a:pt x="205" y="1061"/>
                    <a:pt x="240" y="1108"/>
                    <a:pt x="240" y="1154"/>
                  </a:cubicBezTo>
                  <a:cubicBezTo>
                    <a:pt x="240" y="1173"/>
                    <a:pt x="241" y="1192"/>
                    <a:pt x="242" y="1209"/>
                  </a:cubicBezTo>
                  <a:cubicBezTo>
                    <a:pt x="242" y="1548"/>
                    <a:pt x="242" y="1548"/>
                    <a:pt x="242" y="1548"/>
                  </a:cubicBezTo>
                  <a:cubicBezTo>
                    <a:pt x="242" y="1549"/>
                    <a:pt x="242" y="1550"/>
                    <a:pt x="243" y="1551"/>
                  </a:cubicBezTo>
                  <a:cubicBezTo>
                    <a:pt x="243" y="1551"/>
                    <a:pt x="243" y="1551"/>
                    <a:pt x="243" y="1552"/>
                  </a:cubicBezTo>
                  <a:cubicBezTo>
                    <a:pt x="243" y="1553"/>
                    <a:pt x="243" y="1555"/>
                    <a:pt x="243" y="1556"/>
                  </a:cubicBezTo>
                  <a:cubicBezTo>
                    <a:pt x="243" y="1556"/>
                    <a:pt x="243" y="1556"/>
                    <a:pt x="243" y="1556"/>
                  </a:cubicBezTo>
                  <a:cubicBezTo>
                    <a:pt x="257" y="1621"/>
                    <a:pt x="293" y="1681"/>
                    <a:pt x="343" y="1723"/>
                  </a:cubicBezTo>
                  <a:cubicBezTo>
                    <a:pt x="395" y="1766"/>
                    <a:pt x="460" y="1790"/>
                    <a:pt x="527" y="1790"/>
                  </a:cubicBezTo>
                  <a:cubicBezTo>
                    <a:pt x="594" y="1790"/>
                    <a:pt x="659" y="1766"/>
                    <a:pt x="711" y="1723"/>
                  </a:cubicBezTo>
                  <a:cubicBezTo>
                    <a:pt x="762" y="1681"/>
                    <a:pt x="797" y="1621"/>
                    <a:pt x="811" y="1556"/>
                  </a:cubicBezTo>
                  <a:cubicBezTo>
                    <a:pt x="811" y="1556"/>
                    <a:pt x="811" y="1556"/>
                    <a:pt x="811" y="1556"/>
                  </a:cubicBezTo>
                  <a:cubicBezTo>
                    <a:pt x="812" y="1555"/>
                    <a:pt x="812" y="1553"/>
                    <a:pt x="812" y="1552"/>
                  </a:cubicBezTo>
                  <a:cubicBezTo>
                    <a:pt x="812" y="1551"/>
                    <a:pt x="812" y="1551"/>
                    <a:pt x="812" y="1551"/>
                  </a:cubicBezTo>
                  <a:cubicBezTo>
                    <a:pt x="812" y="1550"/>
                    <a:pt x="812" y="1549"/>
                    <a:pt x="812" y="1548"/>
                  </a:cubicBezTo>
                  <a:cubicBezTo>
                    <a:pt x="812" y="1209"/>
                    <a:pt x="812" y="1209"/>
                    <a:pt x="812" y="1209"/>
                  </a:cubicBezTo>
                  <a:cubicBezTo>
                    <a:pt x="814" y="1192"/>
                    <a:pt x="815" y="1173"/>
                    <a:pt x="815" y="1154"/>
                  </a:cubicBezTo>
                  <a:cubicBezTo>
                    <a:pt x="815" y="1108"/>
                    <a:pt x="850" y="1061"/>
                    <a:pt x="895" y="1001"/>
                  </a:cubicBezTo>
                  <a:cubicBezTo>
                    <a:pt x="969" y="902"/>
                    <a:pt x="1070" y="767"/>
                    <a:pt x="1070" y="543"/>
                  </a:cubicBezTo>
                  <a:cubicBezTo>
                    <a:pt x="1070" y="244"/>
                    <a:pt x="827" y="0"/>
                    <a:pt x="527" y="0"/>
                  </a:cubicBezTo>
                  <a:cubicBezTo>
                    <a:pt x="293" y="0"/>
                    <a:pt x="85" y="150"/>
                    <a:pt x="12" y="373"/>
                  </a:cubicBezTo>
                  <a:cubicBezTo>
                    <a:pt x="5" y="394"/>
                    <a:pt x="16" y="416"/>
                    <a:pt x="37" y="423"/>
                  </a:cubicBezTo>
                  <a:close/>
                  <a:moveTo>
                    <a:pt x="527" y="1710"/>
                  </a:moveTo>
                  <a:cubicBezTo>
                    <a:pt x="446" y="1710"/>
                    <a:pt x="373" y="1661"/>
                    <a:pt x="338" y="1588"/>
                  </a:cubicBezTo>
                  <a:cubicBezTo>
                    <a:pt x="717" y="1588"/>
                    <a:pt x="717" y="1588"/>
                    <a:pt x="717" y="1588"/>
                  </a:cubicBezTo>
                  <a:cubicBezTo>
                    <a:pt x="682" y="1661"/>
                    <a:pt x="609" y="1710"/>
                    <a:pt x="527" y="1710"/>
                  </a:cubicBezTo>
                  <a:close/>
                  <a:moveTo>
                    <a:pt x="732" y="1508"/>
                  </a:moveTo>
                  <a:cubicBezTo>
                    <a:pt x="322" y="1508"/>
                    <a:pt x="322" y="1508"/>
                    <a:pt x="322" y="1508"/>
                  </a:cubicBezTo>
                  <a:cubicBezTo>
                    <a:pt x="322" y="1418"/>
                    <a:pt x="322" y="1418"/>
                    <a:pt x="322" y="1418"/>
                  </a:cubicBezTo>
                  <a:cubicBezTo>
                    <a:pt x="732" y="1418"/>
                    <a:pt x="732" y="1418"/>
                    <a:pt x="732" y="1418"/>
                  </a:cubicBezTo>
                  <a:lnTo>
                    <a:pt x="732" y="1508"/>
                  </a:lnTo>
                  <a:close/>
                  <a:moveTo>
                    <a:pt x="732" y="1338"/>
                  </a:moveTo>
                  <a:cubicBezTo>
                    <a:pt x="322" y="1338"/>
                    <a:pt x="322" y="1338"/>
                    <a:pt x="322" y="1338"/>
                  </a:cubicBezTo>
                  <a:cubicBezTo>
                    <a:pt x="322" y="1248"/>
                    <a:pt x="322" y="1248"/>
                    <a:pt x="322" y="1248"/>
                  </a:cubicBezTo>
                  <a:cubicBezTo>
                    <a:pt x="732" y="1248"/>
                    <a:pt x="732" y="1248"/>
                    <a:pt x="732" y="1248"/>
                  </a:cubicBezTo>
                  <a:lnTo>
                    <a:pt x="732" y="13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974F386F-CC09-CE1E-261D-EFB42E5A3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47925" y="1201738"/>
              <a:ext cx="171450" cy="401638"/>
            </a:xfrm>
            <a:custGeom>
              <a:avLst/>
              <a:gdLst>
                <a:gd name="T0" fmla="*/ 40 w 80"/>
                <a:gd name="T1" fmla="*/ 187 h 187"/>
                <a:gd name="T2" fmla="*/ 80 w 80"/>
                <a:gd name="T3" fmla="*/ 147 h 187"/>
                <a:gd name="T4" fmla="*/ 80 w 80"/>
                <a:gd name="T5" fmla="*/ 40 h 187"/>
                <a:gd name="T6" fmla="*/ 40 w 80"/>
                <a:gd name="T7" fmla="*/ 0 h 187"/>
                <a:gd name="T8" fmla="*/ 0 w 80"/>
                <a:gd name="T9" fmla="*/ 40 h 187"/>
                <a:gd name="T10" fmla="*/ 0 w 80"/>
                <a:gd name="T11" fmla="*/ 147 h 187"/>
                <a:gd name="T12" fmla="*/ 40 w 80"/>
                <a:gd name="T13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187">
                  <a:moveTo>
                    <a:pt x="40" y="187"/>
                  </a:moveTo>
                  <a:cubicBezTo>
                    <a:pt x="62" y="187"/>
                    <a:pt x="80" y="169"/>
                    <a:pt x="80" y="1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69"/>
                    <a:pt x="18" y="187"/>
                    <a:pt x="40" y="18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AA84D259-6B7B-CA77-5357-49C15EFDE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-4087813" y="2836863"/>
              <a:ext cx="403225" cy="171450"/>
            </a:xfrm>
            <a:custGeom>
              <a:avLst/>
              <a:gdLst>
                <a:gd name="T0" fmla="*/ 40 w 187"/>
                <a:gd name="T1" fmla="*/ 80 h 80"/>
                <a:gd name="T2" fmla="*/ 147 w 187"/>
                <a:gd name="T3" fmla="*/ 80 h 80"/>
                <a:gd name="T4" fmla="*/ 187 w 187"/>
                <a:gd name="T5" fmla="*/ 40 h 80"/>
                <a:gd name="T6" fmla="*/ 147 w 187"/>
                <a:gd name="T7" fmla="*/ 0 h 80"/>
                <a:gd name="T8" fmla="*/ 40 w 187"/>
                <a:gd name="T9" fmla="*/ 0 h 80"/>
                <a:gd name="T10" fmla="*/ 0 w 187"/>
                <a:gd name="T11" fmla="*/ 40 h 80"/>
                <a:gd name="T12" fmla="*/ 40 w 187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80">
                  <a:moveTo>
                    <a:pt x="40" y="80"/>
                  </a:moveTo>
                  <a:cubicBezTo>
                    <a:pt x="147" y="80"/>
                    <a:pt x="147" y="80"/>
                    <a:pt x="147" y="80"/>
                  </a:cubicBezTo>
                  <a:cubicBezTo>
                    <a:pt x="169" y="80"/>
                    <a:pt x="187" y="62"/>
                    <a:pt x="187" y="40"/>
                  </a:cubicBezTo>
                  <a:cubicBezTo>
                    <a:pt x="187" y="18"/>
                    <a:pt x="169" y="0"/>
                    <a:pt x="14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5C6391F3-FA3F-06DB-E97F-0793AFF59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55900" y="3009901"/>
              <a:ext cx="787400" cy="455613"/>
            </a:xfrm>
            <a:custGeom>
              <a:avLst/>
              <a:gdLst>
                <a:gd name="T0" fmla="*/ 366 w 366"/>
                <a:gd name="T1" fmla="*/ 40 h 212"/>
                <a:gd name="T2" fmla="*/ 326 w 366"/>
                <a:gd name="T3" fmla="*/ 0 h 212"/>
                <a:gd name="T4" fmla="*/ 40 w 366"/>
                <a:gd name="T5" fmla="*/ 0 h 212"/>
                <a:gd name="T6" fmla="*/ 0 w 366"/>
                <a:gd name="T7" fmla="*/ 40 h 212"/>
                <a:gd name="T8" fmla="*/ 40 w 366"/>
                <a:gd name="T9" fmla="*/ 80 h 212"/>
                <a:gd name="T10" fmla="*/ 143 w 366"/>
                <a:gd name="T11" fmla="*/ 80 h 212"/>
                <a:gd name="T12" fmla="*/ 143 w 366"/>
                <a:gd name="T13" fmla="*/ 172 h 212"/>
                <a:gd name="T14" fmla="*/ 183 w 366"/>
                <a:gd name="T15" fmla="*/ 212 h 212"/>
                <a:gd name="T16" fmla="*/ 223 w 366"/>
                <a:gd name="T17" fmla="*/ 172 h 212"/>
                <a:gd name="T18" fmla="*/ 223 w 366"/>
                <a:gd name="T19" fmla="*/ 80 h 212"/>
                <a:gd name="T20" fmla="*/ 326 w 366"/>
                <a:gd name="T21" fmla="*/ 80 h 212"/>
                <a:gd name="T22" fmla="*/ 366 w 366"/>
                <a:gd name="T23" fmla="*/ 4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6" h="212">
                  <a:moveTo>
                    <a:pt x="366" y="40"/>
                  </a:moveTo>
                  <a:cubicBezTo>
                    <a:pt x="366" y="18"/>
                    <a:pt x="349" y="0"/>
                    <a:pt x="326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143" y="80"/>
                    <a:pt x="143" y="80"/>
                    <a:pt x="143" y="80"/>
                  </a:cubicBezTo>
                  <a:cubicBezTo>
                    <a:pt x="143" y="172"/>
                    <a:pt x="143" y="172"/>
                    <a:pt x="143" y="172"/>
                  </a:cubicBezTo>
                  <a:cubicBezTo>
                    <a:pt x="143" y="194"/>
                    <a:pt x="161" y="212"/>
                    <a:pt x="183" y="212"/>
                  </a:cubicBezTo>
                  <a:cubicBezTo>
                    <a:pt x="205" y="212"/>
                    <a:pt x="223" y="194"/>
                    <a:pt x="223" y="172"/>
                  </a:cubicBezTo>
                  <a:cubicBezTo>
                    <a:pt x="223" y="80"/>
                    <a:pt x="223" y="80"/>
                    <a:pt x="223" y="80"/>
                  </a:cubicBezTo>
                  <a:cubicBezTo>
                    <a:pt x="326" y="80"/>
                    <a:pt x="326" y="80"/>
                    <a:pt x="326" y="80"/>
                  </a:cubicBezTo>
                  <a:cubicBezTo>
                    <a:pt x="349" y="80"/>
                    <a:pt x="366" y="62"/>
                    <a:pt x="366" y="4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33">
              <a:extLst>
                <a:ext uri="{FF2B5EF4-FFF2-40B4-BE49-F238E27FC236}">
                  <a16:creationId xmlns:a16="http://schemas.microsoft.com/office/drawing/2014/main" id="{0BB9B640-EDFF-75D1-F050-11DF309E0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16325" y="1671638"/>
              <a:ext cx="350837" cy="341313"/>
            </a:xfrm>
            <a:custGeom>
              <a:avLst/>
              <a:gdLst>
                <a:gd name="T0" fmla="*/ 91 w 163"/>
                <a:gd name="T1" fmla="*/ 148 h 159"/>
                <a:gd name="T2" fmla="*/ 119 w 163"/>
                <a:gd name="T3" fmla="*/ 159 h 159"/>
                <a:gd name="T4" fmla="*/ 148 w 163"/>
                <a:gd name="T5" fmla="*/ 148 h 159"/>
                <a:gd name="T6" fmla="*/ 148 w 163"/>
                <a:gd name="T7" fmla="*/ 91 h 159"/>
                <a:gd name="T8" fmla="*/ 72 w 163"/>
                <a:gd name="T9" fmla="*/ 16 h 159"/>
                <a:gd name="T10" fmla="*/ 16 w 163"/>
                <a:gd name="T11" fmla="*/ 16 h 159"/>
                <a:gd name="T12" fmla="*/ 16 w 163"/>
                <a:gd name="T13" fmla="*/ 72 h 159"/>
                <a:gd name="T14" fmla="*/ 91 w 163"/>
                <a:gd name="T15" fmla="*/ 148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3" h="159">
                  <a:moveTo>
                    <a:pt x="91" y="148"/>
                  </a:moveTo>
                  <a:cubicBezTo>
                    <a:pt x="99" y="155"/>
                    <a:pt x="109" y="159"/>
                    <a:pt x="119" y="159"/>
                  </a:cubicBezTo>
                  <a:cubicBezTo>
                    <a:pt x="130" y="159"/>
                    <a:pt x="140" y="155"/>
                    <a:pt x="148" y="148"/>
                  </a:cubicBezTo>
                  <a:cubicBezTo>
                    <a:pt x="163" y="132"/>
                    <a:pt x="163" y="107"/>
                    <a:pt x="148" y="91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7" y="0"/>
                    <a:pt x="31" y="0"/>
                    <a:pt x="16" y="16"/>
                  </a:cubicBezTo>
                  <a:cubicBezTo>
                    <a:pt x="0" y="31"/>
                    <a:pt x="0" y="57"/>
                    <a:pt x="16" y="72"/>
                  </a:cubicBezTo>
                  <a:lnTo>
                    <a:pt x="91" y="14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D1E2B15C-0589-9FE5-588E-FD8A42026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76650" y="3881438"/>
              <a:ext cx="354012" cy="342900"/>
            </a:xfrm>
            <a:custGeom>
              <a:avLst/>
              <a:gdLst>
                <a:gd name="T0" fmla="*/ 44 w 164"/>
                <a:gd name="T1" fmla="*/ 159 h 159"/>
                <a:gd name="T2" fmla="*/ 73 w 164"/>
                <a:gd name="T3" fmla="*/ 147 h 159"/>
                <a:gd name="T4" fmla="*/ 148 w 164"/>
                <a:gd name="T5" fmla="*/ 72 h 159"/>
                <a:gd name="T6" fmla="*/ 148 w 164"/>
                <a:gd name="T7" fmla="*/ 16 h 159"/>
                <a:gd name="T8" fmla="*/ 91 w 164"/>
                <a:gd name="T9" fmla="*/ 16 h 159"/>
                <a:gd name="T10" fmla="*/ 16 w 164"/>
                <a:gd name="T11" fmla="*/ 91 h 159"/>
                <a:gd name="T12" fmla="*/ 16 w 164"/>
                <a:gd name="T13" fmla="*/ 147 h 159"/>
                <a:gd name="T14" fmla="*/ 44 w 164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159">
                  <a:moveTo>
                    <a:pt x="44" y="159"/>
                  </a:moveTo>
                  <a:cubicBezTo>
                    <a:pt x="55" y="159"/>
                    <a:pt x="65" y="155"/>
                    <a:pt x="73" y="147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64" y="56"/>
                    <a:pt x="164" y="31"/>
                    <a:pt x="148" y="16"/>
                  </a:cubicBezTo>
                  <a:cubicBezTo>
                    <a:pt x="132" y="0"/>
                    <a:pt x="107" y="0"/>
                    <a:pt x="91" y="16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0" y="107"/>
                    <a:pt x="0" y="132"/>
                    <a:pt x="16" y="147"/>
                  </a:cubicBezTo>
                  <a:cubicBezTo>
                    <a:pt x="24" y="155"/>
                    <a:pt x="34" y="159"/>
                    <a:pt x="44" y="15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35">
              <a:extLst>
                <a:ext uri="{FF2B5EF4-FFF2-40B4-BE49-F238E27FC236}">
                  <a16:creationId xmlns:a16="http://schemas.microsoft.com/office/drawing/2014/main" id="{E0BB6720-1E43-6F44-56BE-B710D1513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60500" y="1671638"/>
              <a:ext cx="354012" cy="341313"/>
            </a:xfrm>
            <a:custGeom>
              <a:avLst/>
              <a:gdLst>
                <a:gd name="T0" fmla="*/ 44 w 164"/>
                <a:gd name="T1" fmla="*/ 159 h 159"/>
                <a:gd name="T2" fmla="*/ 73 w 164"/>
                <a:gd name="T3" fmla="*/ 148 h 159"/>
                <a:gd name="T4" fmla="*/ 148 w 164"/>
                <a:gd name="T5" fmla="*/ 72 h 159"/>
                <a:gd name="T6" fmla="*/ 148 w 164"/>
                <a:gd name="T7" fmla="*/ 16 h 159"/>
                <a:gd name="T8" fmla="*/ 91 w 164"/>
                <a:gd name="T9" fmla="*/ 16 h 159"/>
                <a:gd name="T10" fmla="*/ 16 w 164"/>
                <a:gd name="T11" fmla="*/ 91 h 159"/>
                <a:gd name="T12" fmla="*/ 16 w 164"/>
                <a:gd name="T13" fmla="*/ 148 h 159"/>
                <a:gd name="T14" fmla="*/ 44 w 164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159">
                  <a:moveTo>
                    <a:pt x="44" y="159"/>
                  </a:moveTo>
                  <a:cubicBezTo>
                    <a:pt x="54" y="159"/>
                    <a:pt x="65" y="155"/>
                    <a:pt x="73" y="148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64" y="57"/>
                    <a:pt x="164" y="31"/>
                    <a:pt x="148" y="16"/>
                  </a:cubicBezTo>
                  <a:cubicBezTo>
                    <a:pt x="132" y="0"/>
                    <a:pt x="107" y="0"/>
                    <a:pt x="91" y="16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0" y="107"/>
                    <a:pt x="0" y="132"/>
                    <a:pt x="16" y="148"/>
                  </a:cubicBezTo>
                  <a:cubicBezTo>
                    <a:pt x="24" y="155"/>
                    <a:pt x="34" y="159"/>
                    <a:pt x="44" y="15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36">
              <a:extLst>
                <a:ext uri="{FF2B5EF4-FFF2-40B4-BE49-F238E27FC236}">
                  <a16:creationId xmlns:a16="http://schemas.microsoft.com/office/drawing/2014/main" id="{F14AA197-5BB7-D098-688B-F70ADE75C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00175" y="3881438"/>
              <a:ext cx="350837" cy="342900"/>
            </a:xfrm>
            <a:custGeom>
              <a:avLst/>
              <a:gdLst>
                <a:gd name="T0" fmla="*/ 16 w 163"/>
                <a:gd name="T1" fmla="*/ 16 h 159"/>
                <a:gd name="T2" fmla="*/ 16 w 163"/>
                <a:gd name="T3" fmla="*/ 72 h 159"/>
                <a:gd name="T4" fmla="*/ 91 w 163"/>
                <a:gd name="T5" fmla="*/ 147 h 159"/>
                <a:gd name="T6" fmla="*/ 119 w 163"/>
                <a:gd name="T7" fmla="*/ 159 h 159"/>
                <a:gd name="T8" fmla="*/ 147 w 163"/>
                <a:gd name="T9" fmla="*/ 147 h 159"/>
                <a:gd name="T10" fmla="*/ 147 w 163"/>
                <a:gd name="T11" fmla="*/ 91 h 159"/>
                <a:gd name="T12" fmla="*/ 72 w 163"/>
                <a:gd name="T13" fmla="*/ 16 h 159"/>
                <a:gd name="T14" fmla="*/ 16 w 163"/>
                <a:gd name="T15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3" h="159">
                  <a:moveTo>
                    <a:pt x="16" y="16"/>
                  </a:moveTo>
                  <a:cubicBezTo>
                    <a:pt x="0" y="31"/>
                    <a:pt x="0" y="56"/>
                    <a:pt x="16" y="72"/>
                  </a:cubicBezTo>
                  <a:cubicBezTo>
                    <a:pt x="91" y="147"/>
                    <a:pt x="91" y="147"/>
                    <a:pt x="91" y="147"/>
                  </a:cubicBezTo>
                  <a:cubicBezTo>
                    <a:pt x="99" y="155"/>
                    <a:pt x="109" y="159"/>
                    <a:pt x="119" y="159"/>
                  </a:cubicBezTo>
                  <a:cubicBezTo>
                    <a:pt x="129" y="159"/>
                    <a:pt x="140" y="155"/>
                    <a:pt x="147" y="147"/>
                  </a:cubicBezTo>
                  <a:cubicBezTo>
                    <a:pt x="163" y="132"/>
                    <a:pt x="163" y="107"/>
                    <a:pt x="147" y="91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7" y="0"/>
                    <a:pt x="31" y="0"/>
                    <a:pt x="16" y="1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8A617726-A157-0F4A-7333-E3B3C119E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038225" y="2836863"/>
              <a:ext cx="403225" cy="171450"/>
            </a:xfrm>
            <a:custGeom>
              <a:avLst/>
              <a:gdLst>
                <a:gd name="T0" fmla="*/ 40 w 187"/>
                <a:gd name="T1" fmla="*/ 80 h 80"/>
                <a:gd name="T2" fmla="*/ 147 w 187"/>
                <a:gd name="T3" fmla="*/ 80 h 80"/>
                <a:gd name="T4" fmla="*/ 187 w 187"/>
                <a:gd name="T5" fmla="*/ 40 h 80"/>
                <a:gd name="T6" fmla="*/ 147 w 187"/>
                <a:gd name="T7" fmla="*/ 0 h 80"/>
                <a:gd name="T8" fmla="*/ 40 w 187"/>
                <a:gd name="T9" fmla="*/ 0 h 80"/>
                <a:gd name="T10" fmla="*/ 0 w 187"/>
                <a:gd name="T11" fmla="*/ 40 h 80"/>
                <a:gd name="T12" fmla="*/ 40 w 187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80">
                  <a:moveTo>
                    <a:pt x="40" y="80"/>
                  </a:moveTo>
                  <a:cubicBezTo>
                    <a:pt x="147" y="80"/>
                    <a:pt x="147" y="80"/>
                    <a:pt x="147" y="80"/>
                  </a:cubicBezTo>
                  <a:cubicBezTo>
                    <a:pt x="169" y="80"/>
                    <a:pt x="187" y="62"/>
                    <a:pt x="187" y="40"/>
                  </a:cubicBezTo>
                  <a:cubicBezTo>
                    <a:pt x="187" y="18"/>
                    <a:pt x="169" y="0"/>
                    <a:pt x="14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Oval 38">
              <a:extLst>
                <a:ext uri="{FF2B5EF4-FFF2-40B4-BE49-F238E27FC236}">
                  <a16:creationId xmlns:a16="http://schemas.microsoft.com/office/drawing/2014/main" id="{F05A2536-AACB-FC28-2F00-9B9681553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447925" y="3636963"/>
              <a:ext cx="171450" cy="17145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Oval 39">
              <a:extLst>
                <a:ext uri="{FF2B5EF4-FFF2-40B4-BE49-F238E27FC236}">
                  <a16:creationId xmlns:a16="http://schemas.microsoft.com/office/drawing/2014/main" id="{3B7D12BB-4ACE-2230-12A2-B810A8727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532188" y="2836863"/>
              <a:ext cx="173037" cy="17145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31" name="Rectangle: Rounded Corners 35">
            <a:extLst>
              <a:ext uri="{FF2B5EF4-FFF2-40B4-BE49-F238E27FC236}">
                <a16:creationId xmlns:a16="http://schemas.microsoft.com/office/drawing/2014/main" id="{45D75765-C5A3-E4C0-3F1B-07C83A27DCD8}"/>
              </a:ext>
            </a:extLst>
          </p:cNvPr>
          <p:cNvSpPr/>
          <p:nvPr/>
        </p:nvSpPr>
        <p:spPr>
          <a:xfrm>
            <a:off x="7845387" y="2842161"/>
            <a:ext cx="3774392" cy="1912954"/>
          </a:xfrm>
          <a:prstGeom prst="roundRect">
            <a:avLst>
              <a:gd name="adj" fmla="val 7107"/>
            </a:avLst>
          </a:pr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TextBox 43">
            <a:extLst>
              <a:ext uri="{FF2B5EF4-FFF2-40B4-BE49-F238E27FC236}">
                <a16:creationId xmlns:a16="http://schemas.microsoft.com/office/drawing/2014/main" id="{6929CBB6-6AC3-84BB-4B6D-91793C755A4E}"/>
              </a:ext>
            </a:extLst>
          </p:cNvPr>
          <p:cNvSpPr txBox="1"/>
          <p:nvPr/>
        </p:nvSpPr>
        <p:spPr>
          <a:xfrm>
            <a:off x="8686700" y="2924944"/>
            <a:ext cx="2779656" cy="175432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pt-BR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Analisados as cancelamentos e foram identificados </a:t>
            </a:r>
            <a:r>
              <a:rPr lang="pt-BR" sz="1400" b="1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20</a:t>
            </a:r>
            <a:r>
              <a:rPr lang="pt-BR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casos entre Netflix e </a:t>
            </a:r>
            <a:r>
              <a:rPr lang="pt-BR" sz="1400" kern="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Otts</a:t>
            </a:r>
            <a:r>
              <a:rPr lang="pt-BR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para serem cancelados</a:t>
            </a:r>
          </a:p>
          <a:p>
            <a:pPr>
              <a:lnSpc>
                <a:spcPct val="90000"/>
              </a:lnSpc>
              <a:defRPr/>
            </a:pPr>
            <a:endParaRPr lang="pt-BR" sz="1400" kern="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90000"/>
              </a:lnSpc>
              <a:defRPr/>
            </a:pPr>
            <a:r>
              <a:rPr lang="pt-BR" sz="1400" b="1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Obs</a:t>
            </a:r>
            <a:r>
              <a:rPr lang="pt-BR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.: </a:t>
            </a:r>
            <a:r>
              <a:rPr lang="pt-BR" sz="12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Conforme houve redução no nº de fraudes e analise de alguns falsos positivos a revisão está sendo feito semanalmente.</a:t>
            </a:r>
          </a:p>
        </p:txBody>
      </p:sp>
      <p:grpSp>
        <p:nvGrpSpPr>
          <p:cNvPr id="33" name="Group 64">
            <a:extLst>
              <a:ext uri="{FF2B5EF4-FFF2-40B4-BE49-F238E27FC236}">
                <a16:creationId xmlns:a16="http://schemas.microsoft.com/office/drawing/2014/main" id="{E69C12E9-5CD9-770A-56C1-2A2749253208}"/>
              </a:ext>
            </a:extLst>
          </p:cNvPr>
          <p:cNvGrpSpPr/>
          <p:nvPr/>
        </p:nvGrpSpPr>
        <p:grpSpPr>
          <a:xfrm>
            <a:off x="8014037" y="3399876"/>
            <a:ext cx="618724" cy="707167"/>
            <a:chOff x="-4087813" y="1201738"/>
            <a:chExt cx="3452813" cy="4398963"/>
          </a:xfrm>
          <a:solidFill>
            <a:schemeClr val="bg1">
              <a:lumMod val="95000"/>
            </a:schemeClr>
          </a:solidFill>
        </p:grpSpPr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D3036996-8918-8874-7911-008D9029A5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497263" y="1755776"/>
              <a:ext cx="2303462" cy="3844925"/>
            </a:xfrm>
            <a:custGeom>
              <a:avLst/>
              <a:gdLst>
                <a:gd name="T0" fmla="*/ 37 w 1070"/>
                <a:gd name="T1" fmla="*/ 423 h 1790"/>
                <a:gd name="T2" fmla="*/ 88 w 1070"/>
                <a:gd name="T3" fmla="*/ 398 h 1790"/>
                <a:gd name="T4" fmla="*/ 527 w 1070"/>
                <a:gd name="T5" fmla="*/ 80 h 1790"/>
                <a:gd name="T6" fmla="*/ 990 w 1070"/>
                <a:gd name="T7" fmla="*/ 543 h 1790"/>
                <a:gd name="T8" fmla="*/ 831 w 1070"/>
                <a:gd name="T9" fmla="*/ 953 h 1790"/>
                <a:gd name="T10" fmla="*/ 735 w 1070"/>
                <a:gd name="T11" fmla="*/ 1154 h 1790"/>
                <a:gd name="T12" fmla="*/ 734 w 1070"/>
                <a:gd name="T13" fmla="*/ 1168 h 1790"/>
                <a:gd name="T14" fmla="*/ 567 w 1070"/>
                <a:gd name="T15" fmla="*/ 1168 h 1790"/>
                <a:gd name="T16" fmla="*/ 567 w 1070"/>
                <a:gd name="T17" fmla="*/ 1076 h 1790"/>
                <a:gd name="T18" fmla="*/ 527 w 1070"/>
                <a:gd name="T19" fmla="*/ 1036 h 1790"/>
                <a:gd name="T20" fmla="*/ 487 w 1070"/>
                <a:gd name="T21" fmla="*/ 1076 h 1790"/>
                <a:gd name="T22" fmla="*/ 487 w 1070"/>
                <a:gd name="T23" fmla="*/ 1168 h 1790"/>
                <a:gd name="T24" fmla="*/ 320 w 1070"/>
                <a:gd name="T25" fmla="*/ 1168 h 1790"/>
                <a:gd name="T26" fmla="*/ 320 w 1070"/>
                <a:gd name="T27" fmla="*/ 1154 h 1790"/>
                <a:gd name="T28" fmla="*/ 224 w 1070"/>
                <a:gd name="T29" fmla="*/ 953 h 1790"/>
                <a:gd name="T30" fmla="*/ 83 w 1070"/>
                <a:gd name="T31" fmla="*/ 692 h 1790"/>
                <a:gd name="T32" fmla="*/ 34 w 1070"/>
                <a:gd name="T33" fmla="*/ 663 h 1790"/>
                <a:gd name="T34" fmla="*/ 5 w 1070"/>
                <a:gd name="T35" fmla="*/ 712 h 1790"/>
                <a:gd name="T36" fmla="*/ 160 w 1070"/>
                <a:gd name="T37" fmla="*/ 1001 h 1790"/>
                <a:gd name="T38" fmla="*/ 240 w 1070"/>
                <a:gd name="T39" fmla="*/ 1154 h 1790"/>
                <a:gd name="T40" fmla="*/ 242 w 1070"/>
                <a:gd name="T41" fmla="*/ 1209 h 1790"/>
                <a:gd name="T42" fmla="*/ 242 w 1070"/>
                <a:gd name="T43" fmla="*/ 1548 h 1790"/>
                <a:gd name="T44" fmla="*/ 243 w 1070"/>
                <a:gd name="T45" fmla="*/ 1551 h 1790"/>
                <a:gd name="T46" fmla="*/ 243 w 1070"/>
                <a:gd name="T47" fmla="*/ 1552 h 1790"/>
                <a:gd name="T48" fmla="*/ 243 w 1070"/>
                <a:gd name="T49" fmla="*/ 1556 h 1790"/>
                <a:gd name="T50" fmla="*/ 243 w 1070"/>
                <a:gd name="T51" fmla="*/ 1556 h 1790"/>
                <a:gd name="T52" fmla="*/ 343 w 1070"/>
                <a:gd name="T53" fmla="*/ 1723 h 1790"/>
                <a:gd name="T54" fmla="*/ 527 w 1070"/>
                <a:gd name="T55" fmla="*/ 1790 h 1790"/>
                <a:gd name="T56" fmla="*/ 711 w 1070"/>
                <a:gd name="T57" fmla="*/ 1723 h 1790"/>
                <a:gd name="T58" fmla="*/ 811 w 1070"/>
                <a:gd name="T59" fmla="*/ 1556 h 1790"/>
                <a:gd name="T60" fmla="*/ 811 w 1070"/>
                <a:gd name="T61" fmla="*/ 1556 h 1790"/>
                <a:gd name="T62" fmla="*/ 812 w 1070"/>
                <a:gd name="T63" fmla="*/ 1552 h 1790"/>
                <a:gd name="T64" fmla="*/ 812 w 1070"/>
                <a:gd name="T65" fmla="*/ 1551 h 1790"/>
                <a:gd name="T66" fmla="*/ 812 w 1070"/>
                <a:gd name="T67" fmla="*/ 1548 h 1790"/>
                <a:gd name="T68" fmla="*/ 812 w 1070"/>
                <a:gd name="T69" fmla="*/ 1209 h 1790"/>
                <a:gd name="T70" fmla="*/ 815 w 1070"/>
                <a:gd name="T71" fmla="*/ 1154 h 1790"/>
                <a:gd name="T72" fmla="*/ 895 w 1070"/>
                <a:gd name="T73" fmla="*/ 1001 h 1790"/>
                <a:gd name="T74" fmla="*/ 1070 w 1070"/>
                <a:gd name="T75" fmla="*/ 543 h 1790"/>
                <a:gd name="T76" fmla="*/ 527 w 1070"/>
                <a:gd name="T77" fmla="*/ 0 h 1790"/>
                <a:gd name="T78" fmla="*/ 12 w 1070"/>
                <a:gd name="T79" fmla="*/ 373 h 1790"/>
                <a:gd name="T80" fmla="*/ 37 w 1070"/>
                <a:gd name="T81" fmla="*/ 423 h 1790"/>
                <a:gd name="T82" fmla="*/ 527 w 1070"/>
                <a:gd name="T83" fmla="*/ 1710 h 1790"/>
                <a:gd name="T84" fmla="*/ 338 w 1070"/>
                <a:gd name="T85" fmla="*/ 1588 h 1790"/>
                <a:gd name="T86" fmla="*/ 717 w 1070"/>
                <a:gd name="T87" fmla="*/ 1588 h 1790"/>
                <a:gd name="T88" fmla="*/ 527 w 1070"/>
                <a:gd name="T89" fmla="*/ 1710 h 1790"/>
                <a:gd name="T90" fmla="*/ 732 w 1070"/>
                <a:gd name="T91" fmla="*/ 1508 h 1790"/>
                <a:gd name="T92" fmla="*/ 322 w 1070"/>
                <a:gd name="T93" fmla="*/ 1508 h 1790"/>
                <a:gd name="T94" fmla="*/ 322 w 1070"/>
                <a:gd name="T95" fmla="*/ 1418 h 1790"/>
                <a:gd name="T96" fmla="*/ 732 w 1070"/>
                <a:gd name="T97" fmla="*/ 1418 h 1790"/>
                <a:gd name="T98" fmla="*/ 732 w 1070"/>
                <a:gd name="T99" fmla="*/ 1508 h 1790"/>
                <a:gd name="T100" fmla="*/ 732 w 1070"/>
                <a:gd name="T101" fmla="*/ 1338 h 1790"/>
                <a:gd name="T102" fmla="*/ 322 w 1070"/>
                <a:gd name="T103" fmla="*/ 1338 h 1790"/>
                <a:gd name="T104" fmla="*/ 322 w 1070"/>
                <a:gd name="T105" fmla="*/ 1248 h 1790"/>
                <a:gd name="T106" fmla="*/ 732 w 1070"/>
                <a:gd name="T107" fmla="*/ 1248 h 1790"/>
                <a:gd name="T108" fmla="*/ 732 w 1070"/>
                <a:gd name="T109" fmla="*/ 1338 h 1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70" h="1790">
                  <a:moveTo>
                    <a:pt x="37" y="423"/>
                  </a:moveTo>
                  <a:cubicBezTo>
                    <a:pt x="58" y="430"/>
                    <a:pt x="81" y="419"/>
                    <a:pt x="88" y="398"/>
                  </a:cubicBezTo>
                  <a:cubicBezTo>
                    <a:pt x="150" y="208"/>
                    <a:pt x="327" y="80"/>
                    <a:pt x="527" y="80"/>
                  </a:cubicBezTo>
                  <a:cubicBezTo>
                    <a:pt x="783" y="80"/>
                    <a:pt x="990" y="288"/>
                    <a:pt x="990" y="543"/>
                  </a:cubicBezTo>
                  <a:cubicBezTo>
                    <a:pt x="990" y="741"/>
                    <a:pt x="902" y="858"/>
                    <a:pt x="831" y="953"/>
                  </a:cubicBezTo>
                  <a:cubicBezTo>
                    <a:pt x="779" y="1022"/>
                    <a:pt x="735" y="1082"/>
                    <a:pt x="735" y="1154"/>
                  </a:cubicBezTo>
                  <a:cubicBezTo>
                    <a:pt x="735" y="1159"/>
                    <a:pt x="735" y="1163"/>
                    <a:pt x="734" y="1168"/>
                  </a:cubicBezTo>
                  <a:cubicBezTo>
                    <a:pt x="567" y="1168"/>
                    <a:pt x="567" y="1168"/>
                    <a:pt x="567" y="1168"/>
                  </a:cubicBezTo>
                  <a:cubicBezTo>
                    <a:pt x="567" y="1076"/>
                    <a:pt x="567" y="1076"/>
                    <a:pt x="567" y="1076"/>
                  </a:cubicBezTo>
                  <a:cubicBezTo>
                    <a:pt x="567" y="1054"/>
                    <a:pt x="549" y="1036"/>
                    <a:pt x="527" y="1036"/>
                  </a:cubicBezTo>
                  <a:cubicBezTo>
                    <a:pt x="505" y="1036"/>
                    <a:pt x="487" y="1054"/>
                    <a:pt x="487" y="1076"/>
                  </a:cubicBezTo>
                  <a:cubicBezTo>
                    <a:pt x="487" y="1168"/>
                    <a:pt x="487" y="1168"/>
                    <a:pt x="487" y="1168"/>
                  </a:cubicBezTo>
                  <a:cubicBezTo>
                    <a:pt x="320" y="1168"/>
                    <a:pt x="320" y="1168"/>
                    <a:pt x="320" y="1168"/>
                  </a:cubicBezTo>
                  <a:cubicBezTo>
                    <a:pt x="320" y="1163"/>
                    <a:pt x="320" y="1159"/>
                    <a:pt x="320" y="1154"/>
                  </a:cubicBezTo>
                  <a:cubicBezTo>
                    <a:pt x="320" y="1082"/>
                    <a:pt x="275" y="1022"/>
                    <a:pt x="224" y="953"/>
                  </a:cubicBezTo>
                  <a:cubicBezTo>
                    <a:pt x="171" y="883"/>
                    <a:pt x="112" y="804"/>
                    <a:pt x="83" y="692"/>
                  </a:cubicBezTo>
                  <a:cubicBezTo>
                    <a:pt x="77" y="671"/>
                    <a:pt x="55" y="658"/>
                    <a:pt x="34" y="663"/>
                  </a:cubicBezTo>
                  <a:cubicBezTo>
                    <a:pt x="13" y="669"/>
                    <a:pt x="0" y="691"/>
                    <a:pt x="5" y="712"/>
                  </a:cubicBezTo>
                  <a:cubicBezTo>
                    <a:pt x="39" y="840"/>
                    <a:pt x="106" y="929"/>
                    <a:pt x="160" y="1001"/>
                  </a:cubicBezTo>
                  <a:cubicBezTo>
                    <a:pt x="205" y="1061"/>
                    <a:pt x="240" y="1108"/>
                    <a:pt x="240" y="1154"/>
                  </a:cubicBezTo>
                  <a:cubicBezTo>
                    <a:pt x="240" y="1173"/>
                    <a:pt x="241" y="1192"/>
                    <a:pt x="242" y="1209"/>
                  </a:cubicBezTo>
                  <a:cubicBezTo>
                    <a:pt x="242" y="1548"/>
                    <a:pt x="242" y="1548"/>
                    <a:pt x="242" y="1548"/>
                  </a:cubicBezTo>
                  <a:cubicBezTo>
                    <a:pt x="242" y="1549"/>
                    <a:pt x="242" y="1550"/>
                    <a:pt x="243" y="1551"/>
                  </a:cubicBezTo>
                  <a:cubicBezTo>
                    <a:pt x="243" y="1551"/>
                    <a:pt x="243" y="1551"/>
                    <a:pt x="243" y="1552"/>
                  </a:cubicBezTo>
                  <a:cubicBezTo>
                    <a:pt x="243" y="1553"/>
                    <a:pt x="243" y="1555"/>
                    <a:pt x="243" y="1556"/>
                  </a:cubicBezTo>
                  <a:cubicBezTo>
                    <a:pt x="243" y="1556"/>
                    <a:pt x="243" y="1556"/>
                    <a:pt x="243" y="1556"/>
                  </a:cubicBezTo>
                  <a:cubicBezTo>
                    <a:pt x="257" y="1621"/>
                    <a:pt x="293" y="1681"/>
                    <a:pt x="343" y="1723"/>
                  </a:cubicBezTo>
                  <a:cubicBezTo>
                    <a:pt x="395" y="1766"/>
                    <a:pt x="460" y="1790"/>
                    <a:pt x="527" y="1790"/>
                  </a:cubicBezTo>
                  <a:cubicBezTo>
                    <a:pt x="594" y="1790"/>
                    <a:pt x="659" y="1766"/>
                    <a:pt x="711" y="1723"/>
                  </a:cubicBezTo>
                  <a:cubicBezTo>
                    <a:pt x="762" y="1681"/>
                    <a:pt x="797" y="1621"/>
                    <a:pt x="811" y="1556"/>
                  </a:cubicBezTo>
                  <a:cubicBezTo>
                    <a:pt x="811" y="1556"/>
                    <a:pt x="811" y="1556"/>
                    <a:pt x="811" y="1556"/>
                  </a:cubicBezTo>
                  <a:cubicBezTo>
                    <a:pt x="812" y="1555"/>
                    <a:pt x="812" y="1553"/>
                    <a:pt x="812" y="1552"/>
                  </a:cubicBezTo>
                  <a:cubicBezTo>
                    <a:pt x="812" y="1551"/>
                    <a:pt x="812" y="1551"/>
                    <a:pt x="812" y="1551"/>
                  </a:cubicBezTo>
                  <a:cubicBezTo>
                    <a:pt x="812" y="1550"/>
                    <a:pt x="812" y="1549"/>
                    <a:pt x="812" y="1548"/>
                  </a:cubicBezTo>
                  <a:cubicBezTo>
                    <a:pt x="812" y="1209"/>
                    <a:pt x="812" y="1209"/>
                    <a:pt x="812" y="1209"/>
                  </a:cubicBezTo>
                  <a:cubicBezTo>
                    <a:pt x="814" y="1192"/>
                    <a:pt x="815" y="1173"/>
                    <a:pt x="815" y="1154"/>
                  </a:cubicBezTo>
                  <a:cubicBezTo>
                    <a:pt x="815" y="1108"/>
                    <a:pt x="850" y="1061"/>
                    <a:pt x="895" y="1001"/>
                  </a:cubicBezTo>
                  <a:cubicBezTo>
                    <a:pt x="969" y="902"/>
                    <a:pt x="1070" y="767"/>
                    <a:pt x="1070" y="543"/>
                  </a:cubicBezTo>
                  <a:cubicBezTo>
                    <a:pt x="1070" y="244"/>
                    <a:pt x="827" y="0"/>
                    <a:pt x="527" y="0"/>
                  </a:cubicBezTo>
                  <a:cubicBezTo>
                    <a:pt x="293" y="0"/>
                    <a:pt x="85" y="150"/>
                    <a:pt x="12" y="373"/>
                  </a:cubicBezTo>
                  <a:cubicBezTo>
                    <a:pt x="5" y="394"/>
                    <a:pt x="16" y="416"/>
                    <a:pt x="37" y="423"/>
                  </a:cubicBezTo>
                  <a:close/>
                  <a:moveTo>
                    <a:pt x="527" y="1710"/>
                  </a:moveTo>
                  <a:cubicBezTo>
                    <a:pt x="446" y="1710"/>
                    <a:pt x="373" y="1661"/>
                    <a:pt x="338" y="1588"/>
                  </a:cubicBezTo>
                  <a:cubicBezTo>
                    <a:pt x="717" y="1588"/>
                    <a:pt x="717" y="1588"/>
                    <a:pt x="717" y="1588"/>
                  </a:cubicBezTo>
                  <a:cubicBezTo>
                    <a:pt x="682" y="1661"/>
                    <a:pt x="609" y="1710"/>
                    <a:pt x="527" y="1710"/>
                  </a:cubicBezTo>
                  <a:close/>
                  <a:moveTo>
                    <a:pt x="732" y="1508"/>
                  </a:moveTo>
                  <a:cubicBezTo>
                    <a:pt x="322" y="1508"/>
                    <a:pt x="322" y="1508"/>
                    <a:pt x="322" y="1508"/>
                  </a:cubicBezTo>
                  <a:cubicBezTo>
                    <a:pt x="322" y="1418"/>
                    <a:pt x="322" y="1418"/>
                    <a:pt x="322" y="1418"/>
                  </a:cubicBezTo>
                  <a:cubicBezTo>
                    <a:pt x="732" y="1418"/>
                    <a:pt x="732" y="1418"/>
                    <a:pt x="732" y="1418"/>
                  </a:cubicBezTo>
                  <a:lnTo>
                    <a:pt x="732" y="1508"/>
                  </a:lnTo>
                  <a:close/>
                  <a:moveTo>
                    <a:pt x="732" y="1338"/>
                  </a:moveTo>
                  <a:cubicBezTo>
                    <a:pt x="322" y="1338"/>
                    <a:pt x="322" y="1338"/>
                    <a:pt x="322" y="1338"/>
                  </a:cubicBezTo>
                  <a:cubicBezTo>
                    <a:pt x="322" y="1248"/>
                    <a:pt x="322" y="1248"/>
                    <a:pt x="322" y="1248"/>
                  </a:cubicBezTo>
                  <a:cubicBezTo>
                    <a:pt x="732" y="1248"/>
                    <a:pt x="732" y="1248"/>
                    <a:pt x="732" y="1248"/>
                  </a:cubicBezTo>
                  <a:lnTo>
                    <a:pt x="732" y="133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4468CD8B-704F-2F10-48B9-A8C8F1EF0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47925" y="1201738"/>
              <a:ext cx="171450" cy="401638"/>
            </a:xfrm>
            <a:custGeom>
              <a:avLst/>
              <a:gdLst>
                <a:gd name="T0" fmla="*/ 40 w 80"/>
                <a:gd name="T1" fmla="*/ 187 h 187"/>
                <a:gd name="T2" fmla="*/ 80 w 80"/>
                <a:gd name="T3" fmla="*/ 147 h 187"/>
                <a:gd name="T4" fmla="*/ 80 w 80"/>
                <a:gd name="T5" fmla="*/ 40 h 187"/>
                <a:gd name="T6" fmla="*/ 40 w 80"/>
                <a:gd name="T7" fmla="*/ 0 h 187"/>
                <a:gd name="T8" fmla="*/ 0 w 80"/>
                <a:gd name="T9" fmla="*/ 40 h 187"/>
                <a:gd name="T10" fmla="*/ 0 w 80"/>
                <a:gd name="T11" fmla="*/ 147 h 187"/>
                <a:gd name="T12" fmla="*/ 40 w 80"/>
                <a:gd name="T13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187">
                  <a:moveTo>
                    <a:pt x="40" y="187"/>
                  </a:moveTo>
                  <a:cubicBezTo>
                    <a:pt x="62" y="187"/>
                    <a:pt x="80" y="169"/>
                    <a:pt x="80" y="147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69"/>
                    <a:pt x="18" y="187"/>
                    <a:pt x="40" y="18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95582057-1ABD-4D69-7DE4-3A8B7A7AE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-4087813" y="2836863"/>
              <a:ext cx="403225" cy="171450"/>
            </a:xfrm>
            <a:custGeom>
              <a:avLst/>
              <a:gdLst>
                <a:gd name="T0" fmla="*/ 40 w 187"/>
                <a:gd name="T1" fmla="*/ 80 h 80"/>
                <a:gd name="T2" fmla="*/ 147 w 187"/>
                <a:gd name="T3" fmla="*/ 80 h 80"/>
                <a:gd name="T4" fmla="*/ 187 w 187"/>
                <a:gd name="T5" fmla="*/ 40 h 80"/>
                <a:gd name="T6" fmla="*/ 147 w 187"/>
                <a:gd name="T7" fmla="*/ 0 h 80"/>
                <a:gd name="T8" fmla="*/ 40 w 187"/>
                <a:gd name="T9" fmla="*/ 0 h 80"/>
                <a:gd name="T10" fmla="*/ 0 w 187"/>
                <a:gd name="T11" fmla="*/ 40 h 80"/>
                <a:gd name="T12" fmla="*/ 40 w 187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80">
                  <a:moveTo>
                    <a:pt x="40" y="80"/>
                  </a:moveTo>
                  <a:cubicBezTo>
                    <a:pt x="147" y="80"/>
                    <a:pt x="147" y="80"/>
                    <a:pt x="147" y="80"/>
                  </a:cubicBezTo>
                  <a:cubicBezTo>
                    <a:pt x="169" y="80"/>
                    <a:pt x="187" y="62"/>
                    <a:pt x="187" y="40"/>
                  </a:cubicBezTo>
                  <a:cubicBezTo>
                    <a:pt x="187" y="18"/>
                    <a:pt x="169" y="0"/>
                    <a:pt x="14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Freeform 32">
              <a:extLst>
                <a:ext uri="{FF2B5EF4-FFF2-40B4-BE49-F238E27FC236}">
                  <a16:creationId xmlns:a16="http://schemas.microsoft.com/office/drawing/2014/main" id="{306D3ECF-F7A6-E67C-5255-4E3AD3FB8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55900" y="3009901"/>
              <a:ext cx="787400" cy="455613"/>
            </a:xfrm>
            <a:custGeom>
              <a:avLst/>
              <a:gdLst>
                <a:gd name="T0" fmla="*/ 366 w 366"/>
                <a:gd name="T1" fmla="*/ 40 h 212"/>
                <a:gd name="T2" fmla="*/ 326 w 366"/>
                <a:gd name="T3" fmla="*/ 0 h 212"/>
                <a:gd name="T4" fmla="*/ 40 w 366"/>
                <a:gd name="T5" fmla="*/ 0 h 212"/>
                <a:gd name="T6" fmla="*/ 0 w 366"/>
                <a:gd name="T7" fmla="*/ 40 h 212"/>
                <a:gd name="T8" fmla="*/ 40 w 366"/>
                <a:gd name="T9" fmla="*/ 80 h 212"/>
                <a:gd name="T10" fmla="*/ 143 w 366"/>
                <a:gd name="T11" fmla="*/ 80 h 212"/>
                <a:gd name="T12" fmla="*/ 143 w 366"/>
                <a:gd name="T13" fmla="*/ 172 h 212"/>
                <a:gd name="T14" fmla="*/ 183 w 366"/>
                <a:gd name="T15" fmla="*/ 212 h 212"/>
                <a:gd name="T16" fmla="*/ 223 w 366"/>
                <a:gd name="T17" fmla="*/ 172 h 212"/>
                <a:gd name="T18" fmla="*/ 223 w 366"/>
                <a:gd name="T19" fmla="*/ 80 h 212"/>
                <a:gd name="T20" fmla="*/ 326 w 366"/>
                <a:gd name="T21" fmla="*/ 80 h 212"/>
                <a:gd name="T22" fmla="*/ 366 w 366"/>
                <a:gd name="T23" fmla="*/ 4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6" h="212">
                  <a:moveTo>
                    <a:pt x="366" y="40"/>
                  </a:moveTo>
                  <a:cubicBezTo>
                    <a:pt x="366" y="18"/>
                    <a:pt x="349" y="0"/>
                    <a:pt x="326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143" y="80"/>
                    <a:pt x="143" y="80"/>
                    <a:pt x="143" y="80"/>
                  </a:cubicBezTo>
                  <a:cubicBezTo>
                    <a:pt x="143" y="172"/>
                    <a:pt x="143" y="172"/>
                    <a:pt x="143" y="172"/>
                  </a:cubicBezTo>
                  <a:cubicBezTo>
                    <a:pt x="143" y="194"/>
                    <a:pt x="161" y="212"/>
                    <a:pt x="183" y="212"/>
                  </a:cubicBezTo>
                  <a:cubicBezTo>
                    <a:pt x="205" y="212"/>
                    <a:pt x="223" y="194"/>
                    <a:pt x="223" y="172"/>
                  </a:cubicBezTo>
                  <a:cubicBezTo>
                    <a:pt x="223" y="80"/>
                    <a:pt x="223" y="80"/>
                    <a:pt x="223" y="80"/>
                  </a:cubicBezTo>
                  <a:cubicBezTo>
                    <a:pt x="326" y="80"/>
                    <a:pt x="326" y="80"/>
                    <a:pt x="326" y="80"/>
                  </a:cubicBezTo>
                  <a:cubicBezTo>
                    <a:pt x="349" y="80"/>
                    <a:pt x="366" y="62"/>
                    <a:pt x="366" y="4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Freeform 33">
              <a:extLst>
                <a:ext uri="{FF2B5EF4-FFF2-40B4-BE49-F238E27FC236}">
                  <a16:creationId xmlns:a16="http://schemas.microsoft.com/office/drawing/2014/main" id="{0031FEDD-7B95-4EEA-11BD-2D662CFBD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16325" y="1671638"/>
              <a:ext cx="350837" cy="341313"/>
            </a:xfrm>
            <a:custGeom>
              <a:avLst/>
              <a:gdLst>
                <a:gd name="T0" fmla="*/ 91 w 163"/>
                <a:gd name="T1" fmla="*/ 148 h 159"/>
                <a:gd name="T2" fmla="*/ 119 w 163"/>
                <a:gd name="T3" fmla="*/ 159 h 159"/>
                <a:gd name="T4" fmla="*/ 148 w 163"/>
                <a:gd name="T5" fmla="*/ 148 h 159"/>
                <a:gd name="T6" fmla="*/ 148 w 163"/>
                <a:gd name="T7" fmla="*/ 91 h 159"/>
                <a:gd name="T8" fmla="*/ 72 w 163"/>
                <a:gd name="T9" fmla="*/ 16 h 159"/>
                <a:gd name="T10" fmla="*/ 16 w 163"/>
                <a:gd name="T11" fmla="*/ 16 h 159"/>
                <a:gd name="T12" fmla="*/ 16 w 163"/>
                <a:gd name="T13" fmla="*/ 72 h 159"/>
                <a:gd name="T14" fmla="*/ 91 w 163"/>
                <a:gd name="T15" fmla="*/ 148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3" h="159">
                  <a:moveTo>
                    <a:pt x="91" y="148"/>
                  </a:moveTo>
                  <a:cubicBezTo>
                    <a:pt x="99" y="155"/>
                    <a:pt x="109" y="159"/>
                    <a:pt x="119" y="159"/>
                  </a:cubicBezTo>
                  <a:cubicBezTo>
                    <a:pt x="130" y="159"/>
                    <a:pt x="140" y="155"/>
                    <a:pt x="148" y="148"/>
                  </a:cubicBezTo>
                  <a:cubicBezTo>
                    <a:pt x="163" y="132"/>
                    <a:pt x="163" y="107"/>
                    <a:pt x="148" y="91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7" y="0"/>
                    <a:pt x="31" y="0"/>
                    <a:pt x="16" y="16"/>
                  </a:cubicBezTo>
                  <a:cubicBezTo>
                    <a:pt x="0" y="31"/>
                    <a:pt x="0" y="57"/>
                    <a:pt x="16" y="72"/>
                  </a:cubicBezTo>
                  <a:lnTo>
                    <a:pt x="91" y="14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Freeform 34">
              <a:extLst>
                <a:ext uri="{FF2B5EF4-FFF2-40B4-BE49-F238E27FC236}">
                  <a16:creationId xmlns:a16="http://schemas.microsoft.com/office/drawing/2014/main" id="{052C260D-FEA4-2F9A-38E6-7ABB095CD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76650" y="3881438"/>
              <a:ext cx="354012" cy="342900"/>
            </a:xfrm>
            <a:custGeom>
              <a:avLst/>
              <a:gdLst>
                <a:gd name="T0" fmla="*/ 44 w 164"/>
                <a:gd name="T1" fmla="*/ 159 h 159"/>
                <a:gd name="T2" fmla="*/ 73 w 164"/>
                <a:gd name="T3" fmla="*/ 147 h 159"/>
                <a:gd name="T4" fmla="*/ 148 w 164"/>
                <a:gd name="T5" fmla="*/ 72 h 159"/>
                <a:gd name="T6" fmla="*/ 148 w 164"/>
                <a:gd name="T7" fmla="*/ 16 h 159"/>
                <a:gd name="T8" fmla="*/ 91 w 164"/>
                <a:gd name="T9" fmla="*/ 16 h 159"/>
                <a:gd name="T10" fmla="*/ 16 w 164"/>
                <a:gd name="T11" fmla="*/ 91 h 159"/>
                <a:gd name="T12" fmla="*/ 16 w 164"/>
                <a:gd name="T13" fmla="*/ 147 h 159"/>
                <a:gd name="T14" fmla="*/ 44 w 164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159">
                  <a:moveTo>
                    <a:pt x="44" y="159"/>
                  </a:moveTo>
                  <a:cubicBezTo>
                    <a:pt x="55" y="159"/>
                    <a:pt x="65" y="155"/>
                    <a:pt x="73" y="147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64" y="56"/>
                    <a:pt x="164" y="31"/>
                    <a:pt x="148" y="16"/>
                  </a:cubicBezTo>
                  <a:cubicBezTo>
                    <a:pt x="132" y="0"/>
                    <a:pt x="107" y="0"/>
                    <a:pt x="91" y="16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0" y="107"/>
                    <a:pt x="0" y="132"/>
                    <a:pt x="16" y="147"/>
                  </a:cubicBezTo>
                  <a:cubicBezTo>
                    <a:pt x="24" y="155"/>
                    <a:pt x="34" y="159"/>
                    <a:pt x="44" y="15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Freeform 35">
              <a:extLst>
                <a:ext uri="{FF2B5EF4-FFF2-40B4-BE49-F238E27FC236}">
                  <a16:creationId xmlns:a16="http://schemas.microsoft.com/office/drawing/2014/main" id="{1439211F-921E-858C-8B88-7071D1548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60500" y="1671638"/>
              <a:ext cx="354012" cy="341313"/>
            </a:xfrm>
            <a:custGeom>
              <a:avLst/>
              <a:gdLst>
                <a:gd name="T0" fmla="*/ 44 w 164"/>
                <a:gd name="T1" fmla="*/ 159 h 159"/>
                <a:gd name="T2" fmla="*/ 73 w 164"/>
                <a:gd name="T3" fmla="*/ 148 h 159"/>
                <a:gd name="T4" fmla="*/ 148 w 164"/>
                <a:gd name="T5" fmla="*/ 72 h 159"/>
                <a:gd name="T6" fmla="*/ 148 w 164"/>
                <a:gd name="T7" fmla="*/ 16 h 159"/>
                <a:gd name="T8" fmla="*/ 91 w 164"/>
                <a:gd name="T9" fmla="*/ 16 h 159"/>
                <a:gd name="T10" fmla="*/ 16 w 164"/>
                <a:gd name="T11" fmla="*/ 91 h 159"/>
                <a:gd name="T12" fmla="*/ 16 w 164"/>
                <a:gd name="T13" fmla="*/ 148 h 159"/>
                <a:gd name="T14" fmla="*/ 44 w 164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159">
                  <a:moveTo>
                    <a:pt x="44" y="159"/>
                  </a:moveTo>
                  <a:cubicBezTo>
                    <a:pt x="54" y="159"/>
                    <a:pt x="65" y="155"/>
                    <a:pt x="73" y="148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64" y="57"/>
                    <a:pt x="164" y="31"/>
                    <a:pt x="148" y="16"/>
                  </a:cubicBezTo>
                  <a:cubicBezTo>
                    <a:pt x="132" y="0"/>
                    <a:pt x="107" y="0"/>
                    <a:pt x="91" y="16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0" y="107"/>
                    <a:pt x="0" y="132"/>
                    <a:pt x="16" y="148"/>
                  </a:cubicBezTo>
                  <a:cubicBezTo>
                    <a:pt x="24" y="155"/>
                    <a:pt x="34" y="159"/>
                    <a:pt x="44" y="15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Freeform 36">
              <a:extLst>
                <a:ext uri="{FF2B5EF4-FFF2-40B4-BE49-F238E27FC236}">
                  <a16:creationId xmlns:a16="http://schemas.microsoft.com/office/drawing/2014/main" id="{316CBBE1-E454-9A8E-3CEB-E9B00A316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00175" y="3881438"/>
              <a:ext cx="350837" cy="342900"/>
            </a:xfrm>
            <a:custGeom>
              <a:avLst/>
              <a:gdLst>
                <a:gd name="T0" fmla="*/ 16 w 163"/>
                <a:gd name="T1" fmla="*/ 16 h 159"/>
                <a:gd name="T2" fmla="*/ 16 w 163"/>
                <a:gd name="T3" fmla="*/ 72 h 159"/>
                <a:gd name="T4" fmla="*/ 91 w 163"/>
                <a:gd name="T5" fmla="*/ 147 h 159"/>
                <a:gd name="T6" fmla="*/ 119 w 163"/>
                <a:gd name="T7" fmla="*/ 159 h 159"/>
                <a:gd name="T8" fmla="*/ 147 w 163"/>
                <a:gd name="T9" fmla="*/ 147 h 159"/>
                <a:gd name="T10" fmla="*/ 147 w 163"/>
                <a:gd name="T11" fmla="*/ 91 h 159"/>
                <a:gd name="T12" fmla="*/ 72 w 163"/>
                <a:gd name="T13" fmla="*/ 16 h 159"/>
                <a:gd name="T14" fmla="*/ 16 w 163"/>
                <a:gd name="T15" fmla="*/ 1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3" h="159">
                  <a:moveTo>
                    <a:pt x="16" y="16"/>
                  </a:moveTo>
                  <a:cubicBezTo>
                    <a:pt x="0" y="31"/>
                    <a:pt x="0" y="56"/>
                    <a:pt x="16" y="72"/>
                  </a:cubicBezTo>
                  <a:cubicBezTo>
                    <a:pt x="91" y="147"/>
                    <a:pt x="91" y="147"/>
                    <a:pt x="91" y="147"/>
                  </a:cubicBezTo>
                  <a:cubicBezTo>
                    <a:pt x="99" y="155"/>
                    <a:pt x="109" y="159"/>
                    <a:pt x="119" y="159"/>
                  </a:cubicBezTo>
                  <a:cubicBezTo>
                    <a:pt x="129" y="159"/>
                    <a:pt x="140" y="155"/>
                    <a:pt x="147" y="147"/>
                  </a:cubicBezTo>
                  <a:cubicBezTo>
                    <a:pt x="163" y="132"/>
                    <a:pt x="163" y="107"/>
                    <a:pt x="147" y="91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57" y="0"/>
                    <a:pt x="31" y="0"/>
                    <a:pt x="16" y="1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Freeform 37">
              <a:extLst>
                <a:ext uri="{FF2B5EF4-FFF2-40B4-BE49-F238E27FC236}">
                  <a16:creationId xmlns:a16="http://schemas.microsoft.com/office/drawing/2014/main" id="{0976BC4B-1507-A7AF-CA8B-AB02509B9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-1038225" y="2836863"/>
              <a:ext cx="403225" cy="171450"/>
            </a:xfrm>
            <a:custGeom>
              <a:avLst/>
              <a:gdLst>
                <a:gd name="T0" fmla="*/ 40 w 187"/>
                <a:gd name="T1" fmla="*/ 80 h 80"/>
                <a:gd name="T2" fmla="*/ 147 w 187"/>
                <a:gd name="T3" fmla="*/ 80 h 80"/>
                <a:gd name="T4" fmla="*/ 187 w 187"/>
                <a:gd name="T5" fmla="*/ 40 h 80"/>
                <a:gd name="T6" fmla="*/ 147 w 187"/>
                <a:gd name="T7" fmla="*/ 0 h 80"/>
                <a:gd name="T8" fmla="*/ 40 w 187"/>
                <a:gd name="T9" fmla="*/ 0 h 80"/>
                <a:gd name="T10" fmla="*/ 0 w 187"/>
                <a:gd name="T11" fmla="*/ 40 h 80"/>
                <a:gd name="T12" fmla="*/ 40 w 187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80">
                  <a:moveTo>
                    <a:pt x="40" y="80"/>
                  </a:moveTo>
                  <a:cubicBezTo>
                    <a:pt x="147" y="80"/>
                    <a:pt x="147" y="80"/>
                    <a:pt x="147" y="80"/>
                  </a:cubicBezTo>
                  <a:cubicBezTo>
                    <a:pt x="169" y="80"/>
                    <a:pt x="187" y="62"/>
                    <a:pt x="187" y="40"/>
                  </a:cubicBezTo>
                  <a:cubicBezTo>
                    <a:pt x="187" y="18"/>
                    <a:pt x="169" y="0"/>
                    <a:pt x="14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" name="Oval 38">
              <a:extLst>
                <a:ext uri="{FF2B5EF4-FFF2-40B4-BE49-F238E27FC236}">
                  <a16:creationId xmlns:a16="http://schemas.microsoft.com/office/drawing/2014/main" id="{055E47EF-9BB8-84D8-A2A4-9D3020EC2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447925" y="3636963"/>
              <a:ext cx="171450" cy="17145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" name="Oval 39">
              <a:extLst>
                <a:ext uri="{FF2B5EF4-FFF2-40B4-BE49-F238E27FC236}">
                  <a16:creationId xmlns:a16="http://schemas.microsoft.com/office/drawing/2014/main" id="{61662FB3-02A7-34B7-632D-67A95C2D9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532188" y="2836863"/>
              <a:ext cx="173037" cy="171450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249785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DA8CB-0CC7-4E2E-AC1E-8AA5189D4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Desenvolvimento</a:t>
            </a:r>
            <a:r>
              <a:rPr lang="en-IN" dirty="0"/>
              <a:t> </a:t>
            </a:r>
            <a:r>
              <a:rPr lang="en-IN" dirty="0">
                <a:solidFill>
                  <a:schemeClr val="accent1"/>
                </a:solidFill>
              </a:rPr>
              <a:t>Login </a:t>
            </a:r>
            <a:r>
              <a:rPr lang="en-IN" dirty="0" err="1">
                <a:solidFill>
                  <a:schemeClr val="accent1"/>
                </a:solidFill>
              </a:rPr>
              <a:t>Protegido</a:t>
            </a:r>
            <a:endParaRPr lang="en-IN" dirty="0">
              <a:solidFill>
                <a:schemeClr val="accent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FB15C0-974C-49CB-B850-5156EEEC047E}"/>
              </a:ext>
            </a:extLst>
          </p:cNvPr>
          <p:cNvGrpSpPr/>
          <p:nvPr/>
        </p:nvGrpSpPr>
        <p:grpSpPr>
          <a:xfrm>
            <a:off x="5374332" y="2364485"/>
            <a:ext cx="1918290" cy="3080739"/>
            <a:chOff x="5374332" y="2364485"/>
            <a:chExt cx="1918290" cy="308073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EDC12E-328A-4CFF-84CF-5E3BCCC0EC6E}"/>
                </a:ext>
              </a:extLst>
            </p:cNvPr>
            <p:cNvSpPr/>
            <p:nvPr/>
          </p:nvSpPr>
          <p:spPr>
            <a:xfrm>
              <a:off x="5374332" y="2364485"/>
              <a:ext cx="1008112" cy="3080739"/>
            </a:xfrm>
            <a:custGeom>
              <a:avLst/>
              <a:gdLst>
                <a:gd name="connsiteX0" fmla="*/ 0 w 1008112"/>
                <a:gd name="connsiteY0" fmla="*/ 0 h 3152747"/>
                <a:gd name="connsiteX1" fmla="*/ 1008112 w 1008112"/>
                <a:gd name="connsiteY1" fmla="*/ 0 h 3152747"/>
                <a:gd name="connsiteX2" fmla="*/ 1008112 w 1008112"/>
                <a:gd name="connsiteY2" fmla="*/ 3152747 h 3152747"/>
                <a:gd name="connsiteX3" fmla="*/ 0 w 1008112"/>
                <a:gd name="connsiteY3" fmla="*/ 3152747 h 3152747"/>
                <a:gd name="connsiteX4" fmla="*/ 0 w 1008112"/>
                <a:gd name="connsiteY4" fmla="*/ 0 h 3152747"/>
                <a:gd name="connsiteX0" fmla="*/ 821 w 1008933"/>
                <a:gd name="connsiteY0" fmla="*/ 0 h 3152747"/>
                <a:gd name="connsiteX1" fmla="*/ 1008933 w 1008933"/>
                <a:gd name="connsiteY1" fmla="*/ 0 h 3152747"/>
                <a:gd name="connsiteX2" fmla="*/ 1008933 w 1008933"/>
                <a:gd name="connsiteY2" fmla="*/ 3152747 h 3152747"/>
                <a:gd name="connsiteX3" fmla="*/ 821 w 1008933"/>
                <a:gd name="connsiteY3" fmla="*/ 3152747 h 3152747"/>
                <a:gd name="connsiteX4" fmla="*/ 0 w 1008933"/>
                <a:gd name="connsiteY4" fmla="*/ 1586626 h 3152747"/>
                <a:gd name="connsiteX5" fmla="*/ 821 w 1008933"/>
                <a:gd name="connsiteY5" fmla="*/ 0 h 3152747"/>
                <a:gd name="connsiteX0" fmla="*/ 0 w 1008933"/>
                <a:gd name="connsiteY0" fmla="*/ 1586626 h 3152747"/>
                <a:gd name="connsiteX1" fmla="*/ 821 w 1008933"/>
                <a:gd name="connsiteY1" fmla="*/ 0 h 3152747"/>
                <a:gd name="connsiteX2" fmla="*/ 1008933 w 1008933"/>
                <a:gd name="connsiteY2" fmla="*/ 0 h 3152747"/>
                <a:gd name="connsiteX3" fmla="*/ 1008933 w 1008933"/>
                <a:gd name="connsiteY3" fmla="*/ 3152747 h 3152747"/>
                <a:gd name="connsiteX4" fmla="*/ 821 w 1008933"/>
                <a:gd name="connsiteY4" fmla="*/ 3152747 h 3152747"/>
                <a:gd name="connsiteX5" fmla="*/ 91440 w 1008933"/>
                <a:gd name="connsiteY5" fmla="*/ 1678066 h 3152747"/>
                <a:gd name="connsiteX0" fmla="*/ 0 w 1008933"/>
                <a:gd name="connsiteY0" fmla="*/ 1586626 h 3152747"/>
                <a:gd name="connsiteX1" fmla="*/ 821 w 1008933"/>
                <a:gd name="connsiteY1" fmla="*/ 0 h 3152747"/>
                <a:gd name="connsiteX2" fmla="*/ 1008933 w 1008933"/>
                <a:gd name="connsiteY2" fmla="*/ 0 h 3152747"/>
                <a:gd name="connsiteX3" fmla="*/ 1008933 w 1008933"/>
                <a:gd name="connsiteY3" fmla="*/ 3152747 h 3152747"/>
                <a:gd name="connsiteX4" fmla="*/ 821 w 1008933"/>
                <a:gd name="connsiteY4" fmla="*/ 3152747 h 3152747"/>
                <a:gd name="connsiteX0" fmla="*/ 0 w 1008112"/>
                <a:gd name="connsiteY0" fmla="*/ 0 h 3152747"/>
                <a:gd name="connsiteX1" fmla="*/ 1008112 w 1008112"/>
                <a:gd name="connsiteY1" fmla="*/ 0 h 3152747"/>
                <a:gd name="connsiteX2" fmla="*/ 1008112 w 1008112"/>
                <a:gd name="connsiteY2" fmla="*/ 3152747 h 3152747"/>
                <a:gd name="connsiteX3" fmla="*/ 0 w 1008112"/>
                <a:gd name="connsiteY3" fmla="*/ 3152747 h 3152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8112" h="3152747">
                  <a:moveTo>
                    <a:pt x="0" y="0"/>
                  </a:moveTo>
                  <a:lnTo>
                    <a:pt x="1008112" y="0"/>
                  </a:lnTo>
                  <a:lnTo>
                    <a:pt x="1008112" y="3152747"/>
                  </a:lnTo>
                  <a:lnTo>
                    <a:pt x="0" y="3152747"/>
                  </a:lnTo>
                </a:path>
              </a:pathLst>
            </a:custGeom>
            <a:noFill/>
            <a:ln w="53975">
              <a:gradFill>
                <a:gsLst>
                  <a:gs pos="0">
                    <a:schemeClr val="accent4"/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0EB237F-E1AF-4A03-B2DC-DF598BE57031}"/>
                </a:ext>
              </a:extLst>
            </p:cNvPr>
            <p:cNvCxnSpPr>
              <a:cxnSpLocks/>
            </p:cNvCxnSpPr>
            <p:nvPr/>
          </p:nvCxnSpPr>
          <p:spPr>
            <a:xfrm>
              <a:off x="5374332" y="3904854"/>
              <a:ext cx="1918290" cy="0"/>
            </a:xfrm>
            <a:prstGeom prst="line">
              <a:avLst/>
            </a:prstGeom>
            <a:ln w="53975">
              <a:gradFill>
                <a:gsLst>
                  <a:gs pos="0">
                    <a:schemeClr val="accent4"/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D89F036-E0C4-44AD-8747-BD16C76ADFDB}"/>
              </a:ext>
            </a:extLst>
          </p:cNvPr>
          <p:cNvSpPr txBox="1"/>
          <p:nvPr/>
        </p:nvSpPr>
        <p:spPr>
          <a:xfrm>
            <a:off x="7501174" y="2737689"/>
            <a:ext cx="3489782" cy="2779543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pt-BR" sz="16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O objetivo do login protegido é, durante a compra via app store ou app vivo ou qualquer jornada que direcione o cliente para as jornadas da app store, que seja possível aplicar filtros de restrição de venda SVA de acordo com alguns critérios de negócio de forma a tornar a transação de compra mais segura e evitar fraudes</a:t>
            </a:r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E03BB6-DD02-4769-873F-4C04A6FC5A20}"/>
              </a:ext>
            </a:extLst>
          </p:cNvPr>
          <p:cNvSpPr txBox="1"/>
          <p:nvPr/>
        </p:nvSpPr>
        <p:spPr>
          <a:xfrm>
            <a:off x="7321705" y="2008585"/>
            <a:ext cx="3489782" cy="646331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>
              <a:defRPr/>
            </a:pPr>
            <a:r>
              <a:rPr lang="en-US" sz="3600" b="1" kern="0" dirty="0" err="1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Objetivo</a:t>
            </a:r>
            <a:r>
              <a:rPr lang="en-US" sz="3600" b="1" kern="0" dirty="0">
                <a:solidFill>
                  <a:schemeClr val="accent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8628CA-F05A-42E5-B4A1-92E6174A7EFA}"/>
              </a:ext>
            </a:extLst>
          </p:cNvPr>
          <p:cNvGrpSpPr/>
          <p:nvPr/>
        </p:nvGrpSpPr>
        <p:grpSpPr>
          <a:xfrm>
            <a:off x="588873" y="3160584"/>
            <a:ext cx="4620875" cy="1479919"/>
            <a:chOff x="588873" y="1624525"/>
            <a:chExt cx="4620875" cy="147991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6112011-AE63-4A51-8E73-2DADC2EFF207}"/>
                </a:ext>
              </a:extLst>
            </p:cNvPr>
            <p:cNvSpPr/>
            <p:nvPr/>
          </p:nvSpPr>
          <p:spPr>
            <a:xfrm>
              <a:off x="588873" y="1624525"/>
              <a:ext cx="4620875" cy="1479919"/>
            </a:xfrm>
            <a:prstGeom prst="roundRect">
              <a:avLst>
                <a:gd name="adj" fmla="val 903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B0B5D566-A2A8-43C1-9E97-A0DBF0B4FE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8306" y="2028342"/>
              <a:ext cx="749602" cy="672283"/>
            </a:xfrm>
            <a:custGeom>
              <a:avLst/>
              <a:gdLst>
                <a:gd name="T0" fmla="*/ 1404 w 2199"/>
                <a:gd name="T1" fmla="*/ 0 h 1973"/>
                <a:gd name="T2" fmla="*/ 795 w 2199"/>
                <a:gd name="T3" fmla="*/ 0 h 1973"/>
                <a:gd name="T4" fmla="*/ 703 w 2199"/>
                <a:gd name="T5" fmla="*/ 91 h 1973"/>
                <a:gd name="T6" fmla="*/ 703 w 2199"/>
                <a:gd name="T7" fmla="*/ 280 h 1973"/>
                <a:gd name="T8" fmla="*/ 153 w 2199"/>
                <a:gd name="T9" fmla="*/ 280 h 1973"/>
                <a:gd name="T10" fmla="*/ 0 w 2199"/>
                <a:gd name="T11" fmla="*/ 433 h 1973"/>
                <a:gd name="T12" fmla="*/ 0 w 2199"/>
                <a:gd name="T13" fmla="*/ 1820 h 1973"/>
                <a:gd name="T14" fmla="*/ 153 w 2199"/>
                <a:gd name="T15" fmla="*/ 1973 h 1973"/>
                <a:gd name="T16" fmla="*/ 2046 w 2199"/>
                <a:gd name="T17" fmla="*/ 1973 h 1973"/>
                <a:gd name="T18" fmla="*/ 2199 w 2199"/>
                <a:gd name="T19" fmla="*/ 1820 h 1973"/>
                <a:gd name="T20" fmla="*/ 2199 w 2199"/>
                <a:gd name="T21" fmla="*/ 433 h 1973"/>
                <a:gd name="T22" fmla="*/ 2046 w 2199"/>
                <a:gd name="T23" fmla="*/ 280 h 1973"/>
                <a:gd name="T24" fmla="*/ 1496 w 2199"/>
                <a:gd name="T25" fmla="*/ 280 h 1973"/>
                <a:gd name="T26" fmla="*/ 1496 w 2199"/>
                <a:gd name="T27" fmla="*/ 91 h 1973"/>
                <a:gd name="T28" fmla="*/ 1404 w 2199"/>
                <a:gd name="T29" fmla="*/ 0 h 1973"/>
                <a:gd name="T30" fmla="*/ 795 w 2199"/>
                <a:gd name="T31" fmla="*/ 91 h 1973"/>
                <a:gd name="T32" fmla="*/ 1404 w 2199"/>
                <a:gd name="T33" fmla="*/ 91 h 1973"/>
                <a:gd name="T34" fmla="*/ 1404 w 2199"/>
                <a:gd name="T35" fmla="*/ 280 h 1973"/>
                <a:gd name="T36" fmla="*/ 795 w 2199"/>
                <a:gd name="T37" fmla="*/ 280 h 1973"/>
                <a:gd name="T38" fmla="*/ 795 w 2199"/>
                <a:gd name="T39" fmla="*/ 91 h 1973"/>
                <a:gd name="T40" fmla="*/ 2107 w 2199"/>
                <a:gd name="T41" fmla="*/ 1820 h 1973"/>
                <a:gd name="T42" fmla="*/ 2046 w 2199"/>
                <a:gd name="T43" fmla="*/ 1881 h 1973"/>
                <a:gd name="T44" fmla="*/ 153 w 2199"/>
                <a:gd name="T45" fmla="*/ 1881 h 1973"/>
                <a:gd name="T46" fmla="*/ 92 w 2199"/>
                <a:gd name="T47" fmla="*/ 1820 h 1973"/>
                <a:gd name="T48" fmla="*/ 92 w 2199"/>
                <a:gd name="T49" fmla="*/ 1003 h 1973"/>
                <a:gd name="T50" fmla="*/ 896 w 2199"/>
                <a:gd name="T51" fmla="*/ 1003 h 1973"/>
                <a:gd name="T52" fmla="*/ 896 w 2199"/>
                <a:gd name="T53" fmla="*/ 1116 h 1973"/>
                <a:gd name="T54" fmla="*/ 995 w 2199"/>
                <a:gd name="T55" fmla="*/ 1215 h 1973"/>
                <a:gd name="T56" fmla="*/ 1204 w 2199"/>
                <a:gd name="T57" fmla="*/ 1215 h 1973"/>
                <a:gd name="T58" fmla="*/ 1303 w 2199"/>
                <a:gd name="T59" fmla="*/ 1116 h 1973"/>
                <a:gd name="T60" fmla="*/ 1303 w 2199"/>
                <a:gd name="T61" fmla="*/ 1003 h 1973"/>
                <a:gd name="T62" fmla="*/ 2107 w 2199"/>
                <a:gd name="T63" fmla="*/ 1003 h 1973"/>
                <a:gd name="T64" fmla="*/ 2107 w 2199"/>
                <a:gd name="T65" fmla="*/ 1820 h 1973"/>
                <a:gd name="T66" fmla="*/ 988 w 2199"/>
                <a:gd name="T67" fmla="*/ 1116 h 1973"/>
                <a:gd name="T68" fmla="*/ 988 w 2199"/>
                <a:gd name="T69" fmla="*/ 906 h 1973"/>
                <a:gd name="T70" fmla="*/ 995 w 2199"/>
                <a:gd name="T71" fmla="*/ 899 h 1973"/>
                <a:gd name="T72" fmla="*/ 1204 w 2199"/>
                <a:gd name="T73" fmla="*/ 899 h 1973"/>
                <a:gd name="T74" fmla="*/ 1212 w 2199"/>
                <a:gd name="T75" fmla="*/ 906 h 1973"/>
                <a:gd name="T76" fmla="*/ 1212 w 2199"/>
                <a:gd name="T77" fmla="*/ 1116 h 1973"/>
                <a:gd name="T78" fmla="*/ 1204 w 2199"/>
                <a:gd name="T79" fmla="*/ 1123 h 1973"/>
                <a:gd name="T80" fmla="*/ 995 w 2199"/>
                <a:gd name="T81" fmla="*/ 1123 h 1973"/>
                <a:gd name="T82" fmla="*/ 988 w 2199"/>
                <a:gd name="T83" fmla="*/ 1116 h 1973"/>
                <a:gd name="T84" fmla="*/ 2046 w 2199"/>
                <a:gd name="T85" fmla="*/ 372 h 1973"/>
                <a:gd name="T86" fmla="*/ 2107 w 2199"/>
                <a:gd name="T87" fmla="*/ 433 h 1973"/>
                <a:gd name="T88" fmla="*/ 2107 w 2199"/>
                <a:gd name="T89" fmla="*/ 912 h 1973"/>
                <a:gd name="T90" fmla="*/ 1303 w 2199"/>
                <a:gd name="T91" fmla="*/ 912 h 1973"/>
                <a:gd name="T92" fmla="*/ 1303 w 2199"/>
                <a:gd name="T93" fmla="*/ 906 h 1973"/>
                <a:gd name="T94" fmla="*/ 1204 w 2199"/>
                <a:gd name="T95" fmla="*/ 807 h 1973"/>
                <a:gd name="T96" fmla="*/ 995 w 2199"/>
                <a:gd name="T97" fmla="*/ 807 h 1973"/>
                <a:gd name="T98" fmla="*/ 896 w 2199"/>
                <a:gd name="T99" fmla="*/ 906 h 1973"/>
                <a:gd name="T100" fmla="*/ 896 w 2199"/>
                <a:gd name="T101" fmla="*/ 912 h 1973"/>
                <a:gd name="T102" fmla="*/ 92 w 2199"/>
                <a:gd name="T103" fmla="*/ 912 h 1973"/>
                <a:gd name="T104" fmla="*/ 92 w 2199"/>
                <a:gd name="T105" fmla="*/ 433 h 1973"/>
                <a:gd name="T106" fmla="*/ 153 w 2199"/>
                <a:gd name="T107" fmla="*/ 372 h 1973"/>
                <a:gd name="T108" fmla="*/ 2046 w 2199"/>
                <a:gd name="T109" fmla="*/ 372 h 1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99" h="1973">
                  <a:moveTo>
                    <a:pt x="1404" y="0"/>
                  </a:moveTo>
                  <a:cubicBezTo>
                    <a:pt x="795" y="0"/>
                    <a:pt x="795" y="0"/>
                    <a:pt x="795" y="0"/>
                  </a:cubicBezTo>
                  <a:cubicBezTo>
                    <a:pt x="744" y="0"/>
                    <a:pt x="703" y="41"/>
                    <a:pt x="703" y="91"/>
                  </a:cubicBezTo>
                  <a:cubicBezTo>
                    <a:pt x="703" y="280"/>
                    <a:pt x="703" y="280"/>
                    <a:pt x="703" y="280"/>
                  </a:cubicBezTo>
                  <a:cubicBezTo>
                    <a:pt x="153" y="280"/>
                    <a:pt x="153" y="280"/>
                    <a:pt x="153" y="280"/>
                  </a:cubicBezTo>
                  <a:cubicBezTo>
                    <a:pt x="69" y="280"/>
                    <a:pt x="0" y="348"/>
                    <a:pt x="0" y="433"/>
                  </a:cubicBezTo>
                  <a:cubicBezTo>
                    <a:pt x="0" y="1820"/>
                    <a:pt x="0" y="1820"/>
                    <a:pt x="0" y="1820"/>
                  </a:cubicBezTo>
                  <a:cubicBezTo>
                    <a:pt x="0" y="1904"/>
                    <a:pt x="69" y="1973"/>
                    <a:pt x="153" y="1973"/>
                  </a:cubicBezTo>
                  <a:cubicBezTo>
                    <a:pt x="2046" y="1973"/>
                    <a:pt x="2046" y="1973"/>
                    <a:pt x="2046" y="1973"/>
                  </a:cubicBezTo>
                  <a:cubicBezTo>
                    <a:pt x="2130" y="1973"/>
                    <a:pt x="2199" y="1904"/>
                    <a:pt x="2199" y="1820"/>
                  </a:cubicBezTo>
                  <a:cubicBezTo>
                    <a:pt x="2199" y="433"/>
                    <a:pt x="2199" y="433"/>
                    <a:pt x="2199" y="433"/>
                  </a:cubicBezTo>
                  <a:cubicBezTo>
                    <a:pt x="2199" y="348"/>
                    <a:pt x="2130" y="280"/>
                    <a:pt x="2046" y="280"/>
                  </a:cubicBezTo>
                  <a:cubicBezTo>
                    <a:pt x="1496" y="280"/>
                    <a:pt x="1496" y="280"/>
                    <a:pt x="1496" y="280"/>
                  </a:cubicBezTo>
                  <a:cubicBezTo>
                    <a:pt x="1496" y="91"/>
                    <a:pt x="1496" y="91"/>
                    <a:pt x="1496" y="91"/>
                  </a:cubicBezTo>
                  <a:cubicBezTo>
                    <a:pt x="1496" y="41"/>
                    <a:pt x="1455" y="0"/>
                    <a:pt x="1404" y="0"/>
                  </a:cubicBezTo>
                  <a:close/>
                  <a:moveTo>
                    <a:pt x="795" y="91"/>
                  </a:moveTo>
                  <a:cubicBezTo>
                    <a:pt x="1404" y="91"/>
                    <a:pt x="1404" y="91"/>
                    <a:pt x="1404" y="91"/>
                  </a:cubicBezTo>
                  <a:cubicBezTo>
                    <a:pt x="1404" y="280"/>
                    <a:pt x="1404" y="280"/>
                    <a:pt x="1404" y="280"/>
                  </a:cubicBezTo>
                  <a:cubicBezTo>
                    <a:pt x="795" y="280"/>
                    <a:pt x="795" y="280"/>
                    <a:pt x="795" y="280"/>
                  </a:cubicBezTo>
                  <a:cubicBezTo>
                    <a:pt x="795" y="91"/>
                    <a:pt x="795" y="91"/>
                    <a:pt x="795" y="91"/>
                  </a:cubicBezTo>
                  <a:close/>
                  <a:moveTo>
                    <a:pt x="2107" y="1820"/>
                  </a:moveTo>
                  <a:cubicBezTo>
                    <a:pt x="2107" y="1854"/>
                    <a:pt x="2080" y="1881"/>
                    <a:pt x="2046" y="1881"/>
                  </a:cubicBezTo>
                  <a:cubicBezTo>
                    <a:pt x="153" y="1881"/>
                    <a:pt x="153" y="1881"/>
                    <a:pt x="153" y="1881"/>
                  </a:cubicBezTo>
                  <a:cubicBezTo>
                    <a:pt x="119" y="1881"/>
                    <a:pt x="92" y="1854"/>
                    <a:pt x="92" y="1820"/>
                  </a:cubicBezTo>
                  <a:cubicBezTo>
                    <a:pt x="92" y="1003"/>
                    <a:pt x="92" y="1003"/>
                    <a:pt x="92" y="1003"/>
                  </a:cubicBezTo>
                  <a:cubicBezTo>
                    <a:pt x="896" y="1003"/>
                    <a:pt x="896" y="1003"/>
                    <a:pt x="896" y="1003"/>
                  </a:cubicBezTo>
                  <a:cubicBezTo>
                    <a:pt x="896" y="1116"/>
                    <a:pt x="896" y="1116"/>
                    <a:pt x="896" y="1116"/>
                  </a:cubicBezTo>
                  <a:cubicBezTo>
                    <a:pt x="896" y="1170"/>
                    <a:pt x="940" y="1215"/>
                    <a:pt x="995" y="1215"/>
                  </a:cubicBezTo>
                  <a:cubicBezTo>
                    <a:pt x="1204" y="1215"/>
                    <a:pt x="1204" y="1215"/>
                    <a:pt x="1204" y="1215"/>
                  </a:cubicBezTo>
                  <a:cubicBezTo>
                    <a:pt x="1259" y="1215"/>
                    <a:pt x="1303" y="1170"/>
                    <a:pt x="1303" y="1116"/>
                  </a:cubicBezTo>
                  <a:cubicBezTo>
                    <a:pt x="1303" y="1003"/>
                    <a:pt x="1303" y="1003"/>
                    <a:pt x="1303" y="1003"/>
                  </a:cubicBezTo>
                  <a:cubicBezTo>
                    <a:pt x="2107" y="1003"/>
                    <a:pt x="2107" y="1003"/>
                    <a:pt x="2107" y="1003"/>
                  </a:cubicBezTo>
                  <a:cubicBezTo>
                    <a:pt x="2107" y="1820"/>
                    <a:pt x="2107" y="1820"/>
                    <a:pt x="2107" y="1820"/>
                  </a:cubicBezTo>
                  <a:close/>
                  <a:moveTo>
                    <a:pt x="988" y="1116"/>
                  </a:moveTo>
                  <a:cubicBezTo>
                    <a:pt x="988" y="906"/>
                    <a:pt x="988" y="906"/>
                    <a:pt x="988" y="906"/>
                  </a:cubicBezTo>
                  <a:cubicBezTo>
                    <a:pt x="988" y="902"/>
                    <a:pt x="991" y="899"/>
                    <a:pt x="995" y="899"/>
                  </a:cubicBezTo>
                  <a:cubicBezTo>
                    <a:pt x="1204" y="899"/>
                    <a:pt x="1204" y="899"/>
                    <a:pt x="1204" y="899"/>
                  </a:cubicBezTo>
                  <a:cubicBezTo>
                    <a:pt x="1208" y="899"/>
                    <a:pt x="1212" y="902"/>
                    <a:pt x="1212" y="906"/>
                  </a:cubicBezTo>
                  <a:cubicBezTo>
                    <a:pt x="1212" y="1116"/>
                    <a:pt x="1212" y="1116"/>
                    <a:pt x="1212" y="1116"/>
                  </a:cubicBezTo>
                  <a:cubicBezTo>
                    <a:pt x="1212" y="1120"/>
                    <a:pt x="1208" y="1123"/>
                    <a:pt x="1204" y="1123"/>
                  </a:cubicBezTo>
                  <a:cubicBezTo>
                    <a:pt x="995" y="1123"/>
                    <a:pt x="995" y="1123"/>
                    <a:pt x="995" y="1123"/>
                  </a:cubicBezTo>
                  <a:cubicBezTo>
                    <a:pt x="991" y="1123"/>
                    <a:pt x="988" y="1120"/>
                    <a:pt x="988" y="1116"/>
                  </a:cubicBezTo>
                  <a:close/>
                  <a:moveTo>
                    <a:pt x="2046" y="372"/>
                  </a:moveTo>
                  <a:cubicBezTo>
                    <a:pt x="2080" y="372"/>
                    <a:pt x="2107" y="399"/>
                    <a:pt x="2107" y="433"/>
                  </a:cubicBezTo>
                  <a:cubicBezTo>
                    <a:pt x="2107" y="912"/>
                    <a:pt x="2107" y="912"/>
                    <a:pt x="2107" y="912"/>
                  </a:cubicBezTo>
                  <a:cubicBezTo>
                    <a:pt x="1303" y="912"/>
                    <a:pt x="1303" y="912"/>
                    <a:pt x="1303" y="912"/>
                  </a:cubicBezTo>
                  <a:cubicBezTo>
                    <a:pt x="1303" y="906"/>
                    <a:pt x="1303" y="906"/>
                    <a:pt x="1303" y="906"/>
                  </a:cubicBezTo>
                  <a:cubicBezTo>
                    <a:pt x="1303" y="852"/>
                    <a:pt x="1259" y="807"/>
                    <a:pt x="1204" y="807"/>
                  </a:cubicBezTo>
                  <a:cubicBezTo>
                    <a:pt x="995" y="807"/>
                    <a:pt x="995" y="807"/>
                    <a:pt x="995" y="807"/>
                  </a:cubicBezTo>
                  <a:cubicBezTo>
                    <a:pt x="940" y="807"/>
                    <a:pt x="896" y="852"/>
                    <a:pt x="896" y="906"/>
                  </a:cubicBezTo>
                  <a:cubicBezTo>
                    <a:pt x="896" y="912"/>
                    <a:pt x="896" y="912"/>
                    <a:pt x="896" y="912"/>
                  </a:cubicBezTo>
                  <a:cubicBezTo>
                    <a:pt x="92" y="912"/>
                    <a:pt x="92" y="912"/>
                    <a:pt x="92" y="912"/>
                  </a:cubicBezTo>
                  <a:cubicBezTo>
                    <a:pt x="92" y="433"/>
                    <a:pt x="92" y="433"/>
                    <a:pt x="92" y="433"/>
                  </a:cubicBezTo>
                  <a:cubicBezTo>
                    <a:pt x="92" y="399"/>
                    <a:pt x="119" y="372"/>
                    <a:pt x="153" y="372"/>
                  </a:cubicBezTo>
                  <a:cubicBezTo>
                    <a:pt x="2046" y="372"/>
                    <a:pt x="2046" y="372"/>
                    <a:pt x="2046" y="372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E43B758-BBCF-48C0-A906-342AD3A15789}"/>
                </a:ext>
              </a:extLst>
            </p:cNvPr>
            <p:cNvGrpSpPr/>
            <p:nvPr/>
          </p:nvGrpSpPr>
          <p:grpSpPr>
            <a:xfrm>
              <a:off x="2383260" y="1699775"/>
              <a:ext cx="2487016" cy="933582"/>
              <a:chOff x="2383260" y="1717285"/>
              <a:chExt cx="2487016" cy="933582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AABC07E-6C8E-4F95-A7D3-EA2AAA34566D}"/>
                  </a:ext>
                </a:extLst>
              </p:cNvPr>
              <p:cNvSpPr txBox="1"/>
              <p:nvPr/>
            </p:nvSpPr>
            <p:spPr>
              <a:xfrm>
                <a:off x="2422004" y="1717285"/>
                <a:ext cx="244827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r>
                  <a:rPr lang="en-US" sz="2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Segoe UI Light" panose="020B0502040204020203" pitchFamily="34" charset="0"/>
                  </a:rPr>
                  <a:t>Testes</a:t>
                </a:r>
                <a:endParaRPr lang="en-IN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Segoe UI Light" panose="020B0502040204020203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50304A8-B02F-4DCA-BF73-3706A26EA4F5}"/>
                  </a:ext>
                </a:extLst>
              </p:cNvPr>
              <p:cNvSpPr txBox="1"/>
              <p:nvPr/>
            </p:nvSpPr>
            <p:spPr>
              <a:xfrm>
                <a:off x="2383260" y="2170736"/>
                <a:ext cx="2448272" cy="480131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US" sz="1400" b="1" kern="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Duração</a:t>
                </a:r>
                <a:r>
                  <a:rPr lang="en-US" sz="1400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 10 DU</a:t>
                </a:r>
              </a:p>
              <a:p>
                <a:pPr>
                  <a:lnSpc>
                    <a:spcPct val="90000"/>
                  </a:lnSpc>
                  <a:defRPr/>
                </a:pPr>
                <a:r>
                  <a:rPr lang="en-US" sz="1400" b="1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Inicio</a:t>
                </a:r>
                <a:r>
                  <a:rPr lang="en-US" sz="1400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:15/02</a:t>
                </a: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4FFE350-1253-4144-BB43-86EFB6DB28B3}"/>
              </a:ext>
            </a:extLst>
          </p:cNvPr>
          <p:cNvGrpSpPr/>
          <p:nvPr/>
        </p:nvGrpSpPr>
        <p:grpSpPr>
          <a:xfrm>
            <a:off x="553180" y="1577287"/>
            <a:ext cx="4620875" cy="1479919"/>
            <a:chOff x="608328" y="3165201"/>
            <a:chExt cx="4620875" cy="147991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384DBFA-FA42-4CFE-BA61-1772CC13F209}"/>
                </a:ext>
              </a:extLst>
            </p:cNvPr>
            <p:cNvSpPr/>
            <p:nvPr/>
          </p:nvSpPr>
          <p:spPr>
            <a:xfrm>
              <a:off x="608328" y="3165201"/>
              <a:ext cx="4620875" cy="1479919"/>
            </a:xfrm>
            <a:prstGeom prst="roundRect">
              <a:avLst>
                <a:gd name="adj" fmla="val 9039"/>
              </a:avLst>
            </a:prstGeom>
            <a:gradFill flip="none" rotWithShape="1">
              <a:gsLst>
                <a:gs pos="0">
                  <a:schemeClr val="accent1"/>
                </a:gs>
                <a:gs pos="85000">
                  <a:schemeClr val="accent3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00A9006-590C-44DC-9009-94660C467FB7}"/>
                </a:ext>
              </a:extLst>
            </p:cNvPr>
            <p:cNvGrpSpPr/>
            <p:nvPr/>
          </p:nvGrpSpPr>
          <p:grpSpPr>
            <a:xfrm>
              <a:off x="1918355" y="3288722"/>
              <a:ext cx="3167538" cy="1321906"/>
              <a:chOff x="1918355" y="1816099"/>
              <a:chExt cx="3167538" cy="1321906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371167C-F907-46CA-AEEA-B3CC7B980AEF}"/>
                  </a:ext>
                </a:extLst>
              </p:cNvPr>
              <p:cNvSpPr txBox="1"/>
              <p:nvPr/>
            </p:nvSpPr>
            <p:spPr>
              <a:xfrm>
                <a:off x="2277988" y="1816099"/>
                <a:ext cx="244827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r>
                  <a:rPr lang="en-US" sz="2000" dirty="0" err="1">
                    <a:solidFill>
                      <a:schemeClr val="bg1"/>
                    </a:solidFill>
                    <a:cs typeface="Segoe UI Light" panose="020B0502040204020203" pitchFamily="34" charset="0"/>
                  </a:rPr>
                  <a:t>Desenvolvimento</a:t>
                </a:r>
                <a:endParaRPr lang="en-IN" sz="2000" dirty="0">
                  <a:solidFill>
                    <a:schemeClr val="bg1"/>
                  </a:solidFill>
                  <a:cs typeface="Segoe UI Light" panose="020B0502040204020203" pitchFamily="34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5488638-FB21-4FBE-91CD-42F8EBFACD92}"/>
                  </a:ext>
                </a:extLst>
              </p:cNvPr>
              <p:cNvSpPr txBox="1"/>
              <p:nvPr/>
            </p:nvSpPr>
            <p:spPr>
              <a:xfrm>
                <a:off x="1918355" y="2270075"/>
                <a:ext cx="3167538" cy="867930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marL="285750" indent="-285750">
                  <a:lnSpc>
                    <a:spcPct val="90000"/>
                  </a:lnSpc>
                  <a:buFont typeface="Wingdings" panose="05000000000000000000" pitchFamily="2" charset="2"/>
                  <a:buChar char="q"/>
                  <a:defRPr/>
                </a:pPr>
                <a:r>
                  <a:rPr lang="en-US" sz="1400" kern="0" dirty="0" err="1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Desenvovimento</a:t>
                </a:r>
                <a:r>
                  <a:rPr lang="en-US" sz="1400" kern="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en-US" sz="1400" kern="0" dirty="0" err="1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iniciado</a:t>
                </a:r>
                <a:r>
                  <a:rPr lang="en-US" sz="1400" kern="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 em 08/01 </a:t>
                </a:r>
              </a:p>
              <a:p>
                <a:pPr marL="285750" indent="-285750">
                  <a:lnSpc>
                    <a:spcPct val="90000"/>
                  </a:lnSpc>
                  <a:buFont typeface="Wingdings" panose="05000000000000000000" pitchFamily="2" charset="2"/>
                  <a:buChar char="q"/>
                  <a:defRPr/>
                </a:pPr>
                <a:r>
                  <a:rPr lang="en-US" sz="1400" kern="0" dirty="0" err="1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Duração</a:t>
                </a:r>
                <a:r>
                  <a:rPr lang="en-US" sz="1400" kern="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 29 DU</a:t>
                </a:r>
              </a:p>
              <a:p>
                <a:pPr marL="285750" indent="-285750">
                  <a:lnSpc>
                    <a:spcPct val="90000"/>
                  </a:lnSpc>
                  <a:buFont typeface="Wingdings" panose="05000000000000000000" pitchFamily="2" charset="2"/>
                  <a:buChar char="q"/>
                  <a:defRPr/>
                </a:pPr>
                <a:r>
                  <a:rPr lang="en-US" sz="1400" kern="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10% </a:t>
                </a:r>
                <a:r>
                  <a:rPr lang="en-US" sz="1400" kern="0" dirty="0" err="1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Concluido</a:t>
                </a:r>
                <a:endParaRPr lang="en-US" sz="1400" kern="0" dirty="0">
                  <a:solidFill>
                    <a:schemeClr val="bg1"/>
                  </a:solidFill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285750" indent="-285750">
                  <a:lnSpc>
                    <a:spcPct val="90000"/>
                  </a:lnSpc>
                  <a:buFont typeface="Wingdings" panose="05000000000000000000" pitchFamily="2" charset="2"/>
                  <a:buChar char="q"/>
                  <a:defRPr/>
                </a:pPr>
                <a:r>
                  <a:rPr lang="en-US" sz="1400" kern="0" dirty="0" err="1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Previsão</a:t>
                </a:r>
                <a:r>
                  <a:rPr lang="en-US" sz="1400" kern="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 de </a:t>
                </a:r>
                <a:r>
                  <a:rPr lang="en-US" sz="1400" kern="0" dirty="0" err="1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Término</a:t>
                </a:r>
                <a:r>
                  <a:rPr lang="en-US" sz="1400" kern="0" dirty="0">
                    <a:solidFill>
                      <a:schemeClr val="bg1"/>
                    </a:solidFill>
                    <a:ea typeface="Open Sans" panose="020B0606030504020204" pitchFamily="34" charset="0"/>
                    <a:cs typeface="Open Sans" panose="020B0606030504020204" pitchFamily="34" charset="0"/>
                  </a:rPr>
                  <a:t>: 14/02</a:t>
                </a:r>
              </a:p>
            </p:txBody>
          </p:sp>
        </p:grpSp>
      </p:grp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5E2FE77B-B317-42A8-91E7-0D330A2A7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1" y="358051"/>
            <a:ext cx="3859795" cy="365125"/>
          </a:xfrm>
        </p:spPr>
        <p:txBody>
          <a:bodyPr/>
          <a:lstStyle/>
          <a:p>
            <a:r>
              <a:rPr lang="en-US" dirty="0"/>
              <a:t>Login </a:t>
            </a:r>
            <a:r>
              <a:rPr lang="en-US" dirty="0" err="1"/>
              <a:t>Protegido</a:t>
            </a:r>
            <a:endParaRPr lang="en-US" dirty="0"/>
          </a:p>
        </p:txBody>
      </p:sp>
      <p:sp>
        <p:nvSpPr>
          <p:cNvPr id="3" name="Freeform 22">
            <a:extLst>
              <a:ext uri="{FF2B5EF4-FFF2-40B4-BE49-F238E27FC236}">
                <a16:creationId xmlns:a16="http://schemas.microsoft.com/office/drawing/2014/main" id="{5B76602B-C572-EB1D-C566-0846CADEF362}"/>
              </a:ext>
            </a:extLst>
          </p:cNvPr>
          <p:cNvSpPr>
            <a:spLocks noEditPoints="1"/>
          </p:cNvSpPr>
          <p:nvPr/>
        </p:nvSpPr>
        <p:spPr bwMode="auto">
          <a:xfrm>
            <a:off x="825166" y="1950251"/>
            <a:ext cx="749602" cy="672283"/>
          </a:xfrm>
          <a:custGeom>
            <a:avLst/>
            <a:gdLst>
              <a:gd name="T0" fmla="*/ 1404 w 2199"/>
              <a:gd name="T1" fmla="*/ 0 h 1973"/>
              <a:gd name="T2" fmla="*/ 795 w 2199"/>
              <a:gd name="T3" fmla="*/ 0 h 1973"/>
              <a:gd name="T4" fmla="*/ 703 w 2199"/>
              <a:gd name="T5" fmla="*/ 91 h 1973"/>
              <a:gd name="T6" fmla="*/ 703 w 2199"/>
              <a:gd name="T7" fmla="*/ 280 h 1973"/>
              <a:gd name="T8" fmla="*/ 153 w 2199"/>
              <a:gd name="T9" fmla="*/ 280 h 1973"/>
              <a:gd name="T10" fmla="*/ 0 w 2199"/>
              <a:gd name="T11" fmla="*/ 433 h 1973"/>
              <a:gd name="T12" fmla="*/ 0 w 2199"/>
              <a:gd name="T13" fmla="*/ 1820 h 1973"/>
              <a:gd name="T14" fmla="*/ 153 w 2199"/>
              <a:gd name="T15" fmla="*/ 1973 h 1973"/>
              <a:gd name="T16" fmla="*/ 2046 w 2199"/>
              <a:gd name="T17" fmla="*/ 1973 h 1973"/>
              <a:gd name="T18" fmla="*/ 2199 w 2199"/>
              <a:gd name="T19" fmla="*/ 1820 h 1973"/>
              <a:gd name="T20" fmla="*/ 2199 w 2199"/>
              <a:gd name="T21" fmla="*/ 433 h 1973"/>
              <a:gd name="T22" fmla="*/ 2046 w 2199"/>
              <a:gd name="T23" fmla="*/ 280 h 1973"/>
              <a:gd name="T24" fmla="*/ 1496 w 2199"/>
              <a:gd name="T25" fmla="*/ 280 h 1973"/>
              <a:gd name="T26" fmla="*/ 1496 w 2199"/>
              <a:gd name="T27" fmla="*/ 91 h 1973"/>
              <a:gd name="T28" fmla="*/ 1404 w 2199"/>
              <a:gd name="T29" fmla="*/ 0 h 1973"/>
              <a:gd name="T30" fmla="*/ 795 w 2199"/>
              <a:gd name="T31" fmla="*/ 91 h 1973"/>
              <a:gd name="T32" fmla="*/ 1404 w 2199"/>
              <a:gd name="T33" fmla="*/ 91 h 1973"/>
              <a:gd name="T34" fmla="*/ 1404 w 2199"/>
              <a:gd name="T35" fmla="*/ 280 h 1973"/>
              <a:gd name="T36" fmla="*/ 795 w 2199"/>
              <a:gd name="T37" fmla="*/ 280 h 1973"/>
              <a:gd name="T38" fmla="*/ 795 w 2199"/>
              <a:gd name="T39" fmla="*/ 91 h 1973"/>
              <a:gd name="T40" fmla="*/ 2107 w 2199"/>
              <a:gd name="T41" fmla="*/ 1820 h 1973"/>
              <a:gd name="T42" fmla="*/ 2046 w 2199"/>
              <a:gd name="T43" fmla="*/ 1881 h 1973"/>
              <a:gd name="T44" fmla="*/ 153 w 2199"/>
              <a:gd name="T45" fmla="*/ 1881 h 1973"/>
              <a:gd name="T46" fmla="*/ 92 w 2199"/>
              <a:gd name="T47" fmla="*/ 1820 h 1973"/>
              <a:gd name="T48" fmla="*/ 92 w 2199"/>
              <a:gd name="T49" fmla="*/ 1003 h 1973"/>
              <a:gd name="T50" fmla="*/ 896 w 2199"/>
              <a:gd name="T51" fmla="*/ 1003 h 1973"/>
              <a:gd name="T52" fmla="*/ 896 w 2199"/>
              <a:gd name="T53" fmla="*/ 1116 h 1973"/>
              <a:gd name="T54" fmla="*/ 995 w 2199"/>
              <a:gd name="T55" fmla="*/ 1215 h 1973"/>
              <a:gd name="T56" fmla="*/ 1204 w 2199"/>
              <a:gd name="T57" fmla="*/ 1215 h 1973"/>
              <a:gd name="T58" fmla="*/ 1303 w 2199"/>
              <a:gd name="T59" fmla="*/ 1116 h 1973"/>
              <a:gd name="T60" fmla="*/ 1303 w 2199"/>
              <a:gd name="T61" fmla="*/ 1003 h 1973"/>
              <a:gd name="T62" fmla="*/ 2107 w 2199"/>
              <a:gd name="T63" fmla="*/ 1003 h 1973"/>
              <a:gd name="T64" fmla="*/ 2107 w 2199"/>
              <a:gd name="T65" fmla="*/ 1820 h 1973"/>
              <a:gd name="T66" fmla="*/ 988 w 2199"/>
              <a:gd name="T67" fmla="*/ 1116 h 1973"/>
              <a:gd name="T68" fmla="*/ 988 w 2199"/>
              <a:gd name="T69" fmla="*/ 906 h 1973"/>
              <a:gd name="T70" fmla="*/ 995 w 2199"/>
              <a:gd name="T71" fmla="*/ 899 h 1973"/>
              <a:gd name="T72" fmla="*/ 1204 w 2199"/>
              <a:gd name="T73" fmla="*/ 899 h 1973"/>
              <a:gd name="T74" fmla="*/ 1212 w 2199"/>
              <a:gd name="T75" fmla="*/ 906 h 1973"/>
              <a:gd name="T76" fmla="*/ 1212 w 2199"/>
              <a:gd name="T77" fmla="*/ 1116 h 1973"/>
              <a:gd name="T78" fmla="*/ 1204 w 2199"/>
              <a:gd name="T79" fmla="*/ 1123 h 1973"/>
              <a:gd name="T80" fmla="*/ 995 w 2199"/>
              <a:gd name="T81" fmla="*/ 1123 h 1973"/>
              <a:gd name="T82" fmla="*/ 988 w 2199"/>
              <a:gd name="T83" fmla="*/ 1116 h 1973"/>
              <a:gd name="T84" fmla="*/ 2046 w 2199"/>
              <a:gd name="T85" fmla="*/ 372 h 1973"/>
              <a:gd name="T86" fmla="*/ 2107 w 2199"/>
              <a:gd name="T87" fmla="*/ 433 h 1973"/>
              <a:gd name="T88" fmla="*/ 2107 w 2199"/>
              <a:gd name="T89" fmla="*/ 912 h 1973"/>
              <a:gd name="T90" fmla="*/ 1303 w 2199"/>
              <a:gd name="T91" fmla="*/ 912 h 1973"/>
              <a:gd name="T92" fmla="*/ 1303 w 2199"/>
              <a:gd name="T93" fmla="*/ 906 h 1973"/>
              <a:gd name="T94" fmla="*/ 1204 w 2199"/>
              <a:gd name="T95" fmla="*/ 807 h 1973"/>
              <a:gd name="T96" fmla="*/ 995 w 2199"/>
              <a:gd name="T97" fmla="*/ 807 h 1973"/>
              <a:gd name="T98" fmla="*/ 896 w 2199"/>
              <a:gd name="T99" fmla="*/ 906 h 1973"/>
              <a:gd name="T100" fmla="*/ 896 w 2199"/>
              <a:gd name="T101" fmla="*/ 912 h 1973"/>
              <a:gd name="T102" fmla="*/ 92 w 2199"/>
              <a:gd name="T103" fmla="*/ 912 h 1973"/>
              <a:gd name="T104" fmla="*/ 92 w 2199"/>
              <a:gd name="T105" fmla="*/ 433 h 1973"/>
              <a:gd name="T106" fmla="*/ 153 w 2199"/>
              <a:gd name="T107" fmla="*/ 372 h 1973"/>
              <a:gd name="T108" fmla="*/ 2046 w 2199"/>
              <a:gd name="T109" fmla="*/ 372 h 19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99" h="1973">
                <a:moveTo>
                  <a:pt x="1404" y="0"/>
                </a:moveTo>
                <a:cubicBezTo>
                  <a:pt x="795" y="0"/>
                  <a:pt x="795" y="0"/>
                  <a:pt x="795" y="0"/>
                </a:cubicBezTo>
                <a:cubicBezTo>
                  <a:pt x="744" y="0"/>
                  <a:pt x="703" y="41"/>
                  <a:pt x="703" y="91"/>
                </a:cubicBezTo>
                <a:cubicBezTo>
                  <a:pt x="703" y="280"/>
                  <a:pt x="703" y="280"/>
                  <a:pt x="703" y="280"/>
                </a:cubicBezTo>
                <a:cubicBezTo>
                  <a:pt x="153" y="280"/>
                  <a:pt x="153" y="280"/>
                  <a:pt x="153" y="280"/>
                </a:cubicBezTo>
                <a:cubicBezTo>
                  <a:pt x="69" y="280"/>
                  <a:pt x="0" y="348"/>
                  <a:pt x="0" y="433"/>
                </a:cubicBezTo>
                <a:cubicBezTo>
                  <a:pt x="0" y="1820"/>
                  <a:pt x="0" y="1820"/>
                  <a:pt x="0" y="1820"/>
                </a:cubicBezTo>
                <a:cubicBezTo>
                  <a:pt x="0" y="1904"/>
                  <a:pt x="69" y="1973"/>
                  <a:pt x="153" y="1973"/>
                </a:cubicBezTo>
                <a:cubicBezTo>
                  <a:pt x="2046" y="1973"/>
                  <a:pt x="2046" y="1973"/>
                  <a:pt x="2046" y="1973"/>
                </a:cubicBezTo>
                <a:cubicBezTo>
                  <a:pt x="2130" y="1973"/>
                  <a:pt x="2199" y="1904"/>
                  <a:pt x="2199" y="1820"/>
                </a:cubicBezTo>
                <a:cubicBezTo>
                  <a:pt x="2199" y="433"/>
                  <a:pt x="2199" y="433"/>
                  <a:pt x="2199" y="433"/>
                </a:cubicBezTo>
                <a:cubicBezTo>
                  <a:pt x="2199" y="348"/>
                  <a:pt x="2130" y="280"/>
                  <a:pt x="2046" y="280"/>
                </a:cubicBezTo>
                <a:cubicBezTo>
                  <a:pt x="1496" y="280"/>
                  <a:pt x="1496" y="280"/>
                  <a:pt x="1496" y="280"/>
                </a:cubicBezTo>
                <a:cubicBezTo>
                  <a:pt x="1496" y="91"/>
                  <a:pt x="1496" y="91"/>
                  <a:pt x="1496" y="91"/>
                </a:cubicBezTo>
                <a:cubicBezTo>
                  <a:pt x="1496" y="41"/>
                  <a:pt x="1455" y="0"/>
                  <a:pt x="1404" y="0"/>
                </a:cubicBezTo>
                <a:close/>
                <a:moveTo>
                  <a:pt x="795" y="91"/>
                </a:moveTo>
                <a:cubicBezTo>
                  <a:pt x="1404" y="91"/>
                  <a:pt x="1404" y="91"/>
                  <a:pt x="1404" y="91"/>
                </a:cubicBezTo>
                <a:cubicBezTo>
                  <a:pt x="1404" y="280"/>
                  <a:pt x="1404" y="280"/>
                  <a:pt x="1404" y="280"/>
                </a:cubicBezTo>
                <a:cubicBezTo>
                  <a:pt x="795" y="280"/>
                  <a:pt x="795" y="280"/>
                  <a:pt x="795" y="280"/>
                </a:cubicBezTo>
                <a:cubicBezTo>
                  <a:pt x="795" y="91"/>
                  <a:pt x="795" y="91"/>
                  <a:pt x="795" y="91"/>
                </a:cubicBezTo>
                <a:close/>
                <a:moveTo>
                  <a:pt x="2107" y="1820"/>
                </a:moveTo>
                <a:cubicBezTo>
                  <a:pt x="2107" y="1854"/>
                  <a:pt x="2080" y="1881"/>
                  <a:pt x="2046" y="1881"/>
                </a:cubicBezTo>
                <a:cubicBezTo>
                  <a:pt x="153" y="1881"/>
                  <a:pt x="153" y="1881"/>
                  <a:pt x="153" y="1881"/>
                </a:cubicBezTo>
                <a:cubicBezTo>
                  <a:pt x="119" y="1881"/>
                  <a:pt x="92" y="1854"/>
                  <a:pt x="92" y="1820"/>
                </a:cubicBezTo>
                <a:cubicBezTo>
                  <a:pt x="92" y="1003"/>
                  <a:pt x="92" y="1003"/>
                  <a:pt x="92" y="1003"/>
                </a:cubicBezTo>
                <a:cubicBezTo>
                  <a:pt x="896" y="1003"/>
                  <a:pt x="896" y="1003"/>
                  <a:pt x="896" y="1003"/>
                </a:cubicBezTo>
                <a:cubicBezTo>
                  <a:pt x="896" y="1116"/>
                  <a:pt x="896" y="1116"/>
                  <a:pt x="896" y="1116"/>
                </a:cubicBezTo>
                <a:cubicBezTo>
                  <a:pt x="896" y="1170"/>
                  <a:pt x="940" y="1215"/>
                  <a:pt x="995" y="1215"/>
                </a:cubicBezTo>
                <a:cubicBezTo>
                  <a:pt x="1204" y="1215"/>
                  <a:pt x="1204" y="1215"/>
                  <a:pt x="1204" y="1215"/>
                </a:cubicBezTo>
                <a:cubicBezTo>
                  <a:pt x="1259" y="1215"/>
                  <a:pt x="1303" y="1170"/>
                  <a:pt x="1303" y="1116"/>
                </a:cubicBezTo>
                <a:cubicBezTo>
                  <a:pt x="1303" y="1003"/>
                  <a:pt x="1303" y="1003"/>
                  <a:pt x="1303" y="1003"/>
                </a:cubicBezTo>
                <a:cubicBezTo>
                  <a:pt x="2107" y="1003"/>
                  <a:pt x="2107" y="1003"/>
                  <a:pt x="2107" y="1003"/>
                </a:cubicBezTo>
                <a:cubicBezTo>
                  <a:pt x="2107" y="1820"/>
                  <a:pt x="2107" y="1820"/>
                  <a:pt x="2107" y="1820"/>
                </a:cubicBezTo>
                <a:close/>
                <a:moveTo>
                  <a:pt x="988" y="1116"/>
                </a:moveTo>
                <a:cubicBezTo>
                  <a:pt x="988" y="906"/>
                  <a:pt x="988" y="906"/>
                  <a:pt x="988" y="906"/>
                </a:cubicBezTo>
                <a:cubicBezTo>
                  <a:pt x="988" y="902"/>
                  <a:pt x="991" y="899"/>
                  <a:pt x="995" y="899"/>
                </a:cubicBezTo>
                <a:cubicBezTo>
                  <a:pt x="1204" y="899"/>
                  <a:pt x="1204" y="899"/>
                  <a:pt x="1204" y="899"/>
                </a:cubicBezTo>
                <a:cubicBezTo>
                  <a:pt x="1208" y="899"/>
                  <a:pt x="1212" y="902"/>
                  <a:pt x="1212" y="906"/>
                </a:cubicBezTo>
                <a:cubicBezTo>
                  <a:pt x="1212" y="1116"/>
                  <a:pt x="1212" y="1116"/>
                  <a:pt x="1212" y="1116"/>
                </a:cubicBezTo>
                <a:cubicBezTo>
                  <a:pt x="1212" y="1120"/>
                  <a:pt x="1208" y="1123"/>
                  <a:pt x="1204" y="1123"/>
                </a:cubicBezTo>
                <a:cubicBezTo>
                  <a:pt x="995" y="1123"/>
                  <a:pt x="995" y="1123"/>
                  <a:pt x="995" y="1123"/>
                </a:cubicBezTo>
                <a:cubicBezTo>
                  <a:pt x="991" y="1123"/>
                  <a:pt x="988" y="1120"/>
                  <a:pt x="988" y="1116"/>
                </a:cubicBezTo>
                <a:close/>
                <a:moveTo>
                  <a:pt x="2046" y="372"/>
                </a:moveTo>
                <a:cubicBezTo>
                  <a:pt x="2080" y="372"/>
                  <a:pt x="2107" y="399"/>
                  <a:pt x="2107" y="433"/>
                </a:cubicBezTo>
                <a:cubicBezTo>
                  <a:pt x="2107" y="912"/>
                  <a:pt x="2107" y="912"/>
                  <a:pt x="2107" y="912"/>
                </a:cubicBezTo>
                <a:cubicBezTo>
                  <a:pt x="1303" y="912"/>
                  <a:pt x="1303" y="912"/>
                  <a:pt x="1303" y="912"/>
                </a:cubicBezTo>
                <a:cubicBezTo>
                  <a:pt x="1303" y="906"/>
                  <a:pt x="1303" y="906"/>
                  <a:pt x="1303" y="906"/>
                </a:cubicBezTo>
                <a:cubicBezTo>
                  <a:pt x="1303" y="852"/>
                  <a:pt x="1259" y="807"/>
                  <a:pt x="1204" y="807"/>
                </a:cubicBezTo>
                <a:cubicBezTo>
                  <a:pt x="995" y="807"/>
                  <a:pt x="995" y="807"/>
                  <a:pt x="995" y="807"/>
                </a:cubicBezTo>
                <a:cubicBezTo>
                  <a:pt x="940" y="807"/>
                  <a:pt x="896" y="852"/>
                  <a:pt x="896" y="906"/>
                </a:cubicBezTo>
                <a:cubicBezTo>
                  <a:pt x="896" y="912"/>
                  <a:pt x="896" y="912"/>
                  <a:pt x="896" y="912"/>
                </a:cubicBezTo>
                <a:cubicBezTo>
                  <a:pt x="92" y="912"/>
                  <a:pt x="92" y="912"/>
                  <a:pt x="92" y="912"/>
                </a:cubicBezTo>
                <a:cubicBezTo>
                  <a:pt x="92" y="433"/>
                  <a:pt x="92" y="433"/>
                  <a:pt x="92" y="433"/>
                </a:cubicBezTo>
                <a:cubicBezTo>
                  <a:pt x="92" y="399"/>
                  <a:pt x="119" y="372"/>
                  <a:pt x="153" y="372"/>
                </a:cubicBezTo>
                <a:cubicBezTo>
                  <a:pt x="2046" y="372"/>
                  <a:pt x="2046" y="372"/>
                  <a:pt x="2046" y="372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: Rounded Corners 23">
            <a:extLst>
              <a:ext uri="{FF2B5EF4-FFF2-40B4-BE49-F238E27FC236}">
                <a16:creationId xmlns:a16="http://schemas.microsoft.com/office/drawing/2014/main" id="{55E232F1-D3D4-3C61-FBA3-1019B41289E5}"/>
              </a:ext>
            </a:extLst>
          </p:cNvPr>
          <p:cNvSpPr/>
          <p:nvPr/>
        </p:nvSpPr>
        <p:spPr>
          <a:xfrm>
            <a:off x="489362" y="4737906"/>
            <a:ext cx="4620875" cy="1658671"/>
          </a:xfrm>
          <a:prstGeom prst="roundRect">
            <a:avLst>
              <a:gd name="adj" fmla="val 9039"/>
            </a:avLst>
          </a:prstGeom>
          <a:gradFill flip="none" rotWithShape="1">
            <a:gsLst>
              <a:gs pos="0">
                <a:schemeClr val="accent1"/>
              </a:gs>
              <a:gs pos="8500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51">
            <a:extLst>
              <a:ext uri="{FF2B5EF4-FFF2-40B4-BE49-F238E27FC236}">
                <a16:creationId xmlns:a16="http://schemas.microsoft.com/office/drawing/2014/main" id="{6B1DDC26-5097-3688-DAD6-50389EE2A0CB}"/>
              </a:ext>
            </a:extLst>
          </p:cNvPr>
          <p:cNvSpPr txBox="1"/>
          <p:nvPr/>
        </p:nvSpPr>
        <p:spPr>
          <a:xfrm>
            <a:off x="909837" y="4725144"/>
            <a:ext cx="3761276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cs typeface="Segoe UI Light" panose="020B0502040204020203" pitchFamily="34" charset="0"/>
              </a:rPr>
              <a:t>Instalação / Acompanhamento</a:t>
            </a:r>
            <a:endParaRPr lang="en-IN" sz="2000" dirty="0">
              <a:solidFill>
                <a:schemeClr val="bg1"/>
              </a:solidFill>
              <a:cs typeface="Segoe UI Light" panose="020B0502040204020203" pitchFamily="34" charset="0"/>
            </a:endParaRPr>
          </a:p>
        </p:txBody>
      </p:sp>
      <p:sp>
        <p:nvSpPr>
          <p:cNvPr id="16" name="TextBox 54">
            <a:extLst>
              <a:ext uri="{FF2B5EF4-FFF2-40B4-BE49-F238E27FC236}">
                <a16:creationId xmlns:a16="http://schemas.microsoft.com/office/drawing/2014/main" id="{B281BFCD-C3A5-2DFA-33F5-AAEA95C82E05}"/>
              </a:ext>
            </a:extLst>
          </p:cNvPr>
          <p:cNvSpPr txBox="1"/>
          <p:nvPr/>
        </p:nvSpPr>
        <p:spPr>
          <a:xfrm>
            <a:off x="1509837" y="5085184"/>
            <a:ext cx="2448272" cy="1255728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400" b="1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 instalação em </a:t>
            </a:r>
            <a:r>
              <a:rPr lang="en-US" sz="1400" b="1" kern="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Produção</a:t>
            </a:r>
            <a:r>
              <a:rPr lang="en-US" sz="1400" b="1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Duração</a:t>
            </a:r>
            <a:r>
              <a:rPr lang="en-US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de 6 DU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Inicio</a:t>
            </a:r>
            <a:r>
              <a:rPr lang="en-US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 29/02 </a:t>
            </a:r>
          </a:p>
          <a:p>
            <a:pPr>
              <a:lnSpc>
                <a:spcPct val="90000"/>
              </a:lnSpc>
              <a:defRPr/>
            </a:pPr>
            <a:r>
              <a:rPr lang="en-US" sz="1400" b="1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Acompanhamento </a:t>
            </a:r>
            <a:r>
              <a:rPr lang="en-US" sz="1400" b="1" kern="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Pré</a:t>
            </a:r>
            <a:r>
              <a:rPr lang="en-US" sz="1400" b="1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Prod: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Duração</a:t>
            </a:r>
            <a:r>
              <a:rPr lang="en-US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de 5 DU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Inicio</a:t>
            </a:r>
            <a:r>
              <a:rPr lang="en-US" sz="1400" kern="0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 08/03 </a:t>
            </a:r>
          </a:p>
        </p:txBody>
      </p:sp>
    </p:spTree>
    <p:extLst>
      <p:ext uri="{BB962C8B-B14F-4D97-AF65-F5344CB8AC3E}">
        <p14:creationId xmlns:p14="http://schemas.microsoft.com/office/powerpoint/2010/main" val="3141890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108D9F9E-D6EF-56E0-01E3-92F44691CFF3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1681577" y="4088145"/>
            <a:ext cx="8240338" cy="14758"/>
          </a:xfrm>
          <a:prstGeom prst="line">
            <a:avLst/>
          </a:prstGeom>
          <a:ln w="28575">
            <a:solidFill>
              <a:srgbClr val="520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DF91E3D0-429D-8F51-A752-B24A43CED056}"/>
              </a:ext>
            </a:extLst>
          </p:cNvPr>
          <p:cNvSpPr/>
          <p:nvPr/>
        </p:nvSpPr>
        <p:spPr>
          <a:xfrm rot="5400000">
            <a:off x="3522471" y="3933056"/>
            <a:ext cx="339693" cy="339693"/>
          </a:xfrm>
          <a:prstGeom prst="ellipse">
            <a:avLst/>
          </a:prstGeom>
          <a:solidFill>
            <a:schemeClr val="bg1"/>
          </a:solidFill>
          <a:ln w="57150">
            <a:solidFill>
              <a:srgbClr val="520082"/>
            </a:solidFill>
          </a:ln>
          <a:effectLst>
            <a:outerShdw dist="76200" dir="2700000" algn="tl" rotWithShape="0">
              <a:srgbClr val="6F0A9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4B0078"/>
              </a:solidFill>
              <a:effectLst/>
              <a:uLnTx/>
              <a:uFillTx/>
              <a:latin typeface="Officina Serif ITC Pro"/>
              <a:ea typeface="+mn-ea"/>
              <a:cs typeface="+mn-cs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9A89F34-021A-008A-7B60-9EF2BA4B2D1A}"/>
              </a:ext>
            </a:extLst>
          </p:cNvPr>
          <p:cNvSpPr/>
          <p:nvPr/>
        </p:nvSpPr>
        <p:spPr>
          <a:xfrm rot="5400000">
            <a:off x="7377125" y="3969055"/>
            <a:ext cx="339693" cy="339693"/>
          </a:xfrm>
          <a:prstGeom prst="ellipse">
            <a:avLst/>
          </a:prstGeom>
          <a:solidFill>
            <a:schemeClr val="bg1"/>
          </a:solidFill>
          <a:ln w="57150">
            <a:solidFill>
              <a:srgbClr val="520082"/>
            </a:solidFill>
          </a:ln>
          <a:effectLst>
            <a:outerShdw dist="76200" dir="2700000" algn="tl" rotWithShape="0">
              <a:srgbClr val="6F0A9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4B0078"/>
              </a:solidFill>
              <a:effectLst/>
              <a:uLnTx/>
              <a:uFillTx/>
              <a:latin typeface="Officina Serif ITC Pro"/>
              <a:ea typeface="+mn-ea"/>
              <a:cs typeface="+mn-cs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DB03B52-51B3-24E7-7D11-A2691632F8C9}"/>
              </a:ext>
            </a:extLst>
          </p:cNvPr>
          <p:cNvSpPr/>
          <p:nvPr/>
        </p:nvSpPr>
        <p:spPr>
          <a:xfrm rot="5400000">
            <a:off x="9582222" y="3918298"/>
            <a:ext cx="339693" cy="339693"/>
          </a:xfrm>
          <a:prstGeom prst="ellipse">
            <a:avLst/>
          </a:prstGeom>
          <a:solidFill>
            <a:schemeClr val="bg1"/>
          </a:solidFill>
          <a:ln w="57150">
            <a:solidFill>
              <a:srgbClr val="520082"/>
            </a:solidFill>
          </a:ln>
          <a:effectLst>
            <a:outerShdw dist="76200" dir="2700000" algn="tl" rotWithShape="0">
              <a:srgbClr val="6F0A9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4B0078"/>
              </a:solidFill>
              <a:effectLst/>
              <a:uLnTx/>
              <a:uFillTx/>
              <a:latin typeface="Officina Serif ITC Pro"/>
              <a:ea typeface="+mn-ea"/>
              <a:cs typeface="+mn-cs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C8A6596-A88A-4404-E0A1-F08C4277A431}"/>
              </a:ext>
            </a:extLst>
          </p:cNvPr>
          <p:cNvSpPr/>
          <p:nvPr/>
        </p:nvSpPr>
        <p:spPr>
          <a:xfrm rot="5400000">
            <a:off x="1341884" y="3933056"/>
            <a:ext cx="339693" cy="339693"/>
          </a:xfrm>
          <a:prstGeom prst="ellipse">
            <a:avLst/>
          </a:prstGeom>
          <a:solidFill>
            <a:srgbClr val="7030A0"/>
          </a:solidFill>
          <a:ln w="57150">
            <a:solidFill>
              <a:srgbClr val="520082"/>
            </a:solidFill>
          </a:ln>
          <a:effectLst>
            <a:outerShdw dist="76200" dir="2700000" algn="tl" rotWithShape="0">
              <a:srgbClr val="6F0A9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4B0078"/>
              </a:solidFill>
              <a:effectLst/>
              <a:uLnTx/>
              <a:uFillTx/>
              <a:latin typeface="Officina Serif ITC Pro"/>
              <a:ea typeface="+mn-ea"/>
              <a:cs typeface="+mn-cs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C4B6F6B-89DB-55F8-B548-40B4F54F79FA}"/>
              </a:ext>
            </a:extLst>
          </p:cNvPr>
          <p:cNvSpPr/>
          <p:nvPr/>
        </p:nvSpPr>
        <p:spPr>
          <a:xfrm rot="5400000">
            <a:off x="5436936" y="3925677"/>
            <a:ext cx="339693" cy="339693"/>
          </a:xfrm>
          <a:prstGeom prst="ellipse">
            <a:avLst/>
          </a:prstGeom>
          <a:solidFill>
            <a:schemeClr val="bg1"/>
          </a:solidFill>
          <a:ln w="57150">
            <a:solidFill>
              <a:srgbClr val="520082"/>
            </a:solidFill>
          </a:ln>
          <a:effectLst>
            <a:outerShdw dist="76200" dir="2700000" algn="tl" rotWithShape="0">
              <a:srgbClr val="6F0A9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4B0078"/>
              </a:solidFill>
              <a:effectLst/>
              <a:uLnTx/>
              <a:uFillTx/>
              <a:latin typeface="Officina Serif ITC Pro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641AE9-9B00-A17C-5BCB-0BC050C3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92150"/>
            <a:ext cx="10969625" cy="711200"/>
          </a:xfrm>
        </p:spPr>
        <p:txBody>
          <a:bodyPr/>
          <a:lstStyle/>
          <a:p>
            <a:r>
              <a:rPr lang="en-IN" dirty="0" err="1"/>
              <a:t>Desenvolvimento</a:t>
            </a:r>
            <a:r>
              <a:rPr lang="en-IN" dirty="0"/>
              <a:t> </a:t>
            </a:r>
            <a:r>
              <a:rPr lang="en-IN" dirty="0">
                <a:solidFill>
                  <a:schemeClr val="accent1"/>
                </a:solidFill>
              </a:rPr>
              <a:t>Login </a:t>
            </a:r>
            <a:r>
              <a:rPr lang="en-IN" dirty="0" err="1">
                <a:solidFill>
                  <a:schemeClr val="accent1"/>
                </a:solidFill>
              </a:rPr>
              <a:t>Protegido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15" name="Rectangle: Rounded Corners 35">
            <a:extLst>
              <a:ext uri="{FF2B5EF4-FFF2-40B4-BE49-F238E27FC236}">
                <a16:creationId xmlns:a16="http://schemas.microsoft.com/office/drawing/2014/main" id="{1B3B4A9A-420B-08B7-D073-22A25C43ADDD}"/>
              </a:ext>
            </a:extLst>
          </p:cNvPr>
          <p:cNvSpPr/>
          <p:nvPr/>
        </p:nvSpPr>
        <p:spPr>
          <a:xfrm>
            <a:off x="1727948" y="3191912"/>
            <a:ext cx="1561393" cy="514830"/>
          </a:xfrm>
          <a:prstGeom prst="roundRect">
            <a:avLst>
              <a:gd name="adj" fmla="val 7107"/>
            </a:avLst>
          </a:pr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Desenvolvimento</a:t>
            </a:r>
            <a:endParaRPr lang="en-IN" sz="1200" dirty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D2391078-DCC9-7C53-CE9E-73E90C435236}"/>
              </a:ext>
            </a:extLst>
          </p:cNvPr>
          <p:cNvCxnSpPr>
            <a:cxnSpLocks/>
          </p:cNvCxnSpPr>
          <p:nvPr/>
        </p:nvCxnSpPr>
        <p:spPr>
          <a:xfrm>
            <a:off x="3413099" y="3202798"/>
            <a:ext cx="0" cy="1872208"/>
          </a:xfrm>
          <a:prstGeom prst="line">
            <a:avLst/>
          </a:prstGeom>
          <a:ln w="28575">
            <a:solidFill>
              <a:srgbClr val="520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37">
            <a:extLst>
              <a:ext uri="{FF2B5EF4-FFF2-40B4-BE49-F238E27FC236}">
                <a16:creationId xmlns:a16="http://schemas.microsoft.com/office/drawing/2014/main" id="{CFDD3C8E-4686-B409-F3D0-8732D3190EC9}"/>
              </a:ext>
            </a:extLst>
          </p:cNvPr>
          <p:cNvSpPr txBox="1"/>
          <p:nvPr/>
        </p:nvSpPr>
        <p:spPr>
          <a:xfrm>
            <a:off x="1868932" y="4138902"/>
            <a:ext cx="1378827" cy="67403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Duração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29 DU</a:t>
            </a:r>
          </a:p>
          <a:p>
            <a:pPr>
              <a:lnSpc>
                <a:spcPct val="90000"/>
              </a:lnSpc>
              <a:defRPr/>
            </a:pPr>
            <a:r>
              <a:rPr lang="en-US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Inicio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:08/01</a:t>
            </a:r>
          </a:p>
          <a:p>
            <a:pPr>
              <a:lnSpc>
                <a:spcPct val="90000"/>
              </a:lnSpc>
              <a:defRPr/>
            </a:pPr>
            <a:r>
              <a:rPr lang="en-US" sz="1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Entrega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 14/02</a:t>
            </a:r>
          </a:p>
        </p:txBody>
      </p:sp>
      <p:sp>
        <p:nvSpPr>
          <p:cNvPr id="20" name="Rectangle: Rounded Corners 35">
            <a:extLst>
              <a:ext uri="{FF2B5EF4-FFF2-40B4-BE49-F238E27FC236}">
                <a16:creationId xmlns:a16="http://schemas.microsoft.com/office/drawing/2014/main" id="{E7F9DA71-925F-1B5F-800D-A6F2413D5937}"/>
              </a:ext>
            </a:extLst>
          </p:cNvPr>
          <p:cNvSpPr/>
          <p:nvPr/>
        </p:nvSpPr>
        <p:spPr>
          <a:xfrm>
            <a:off x="3646140" y="3212976"/>
            <a:ext cx="1561393" cy="514830"/>
          </a:xfrm>
          <a:prstGeom prst="roundRect">
            <a:avLst>
              <a:gd name="adj" fmla="val 7107"/>
            </a:avLst>
          </a:pr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Testes</a:t>
            </a:r>
          </a:p>
        </p:txBody>
      </p:sp>
      <p:sp>
        <p:nvSpPr>
          <p:cNvPr id="21" name="TextBox 37">
            <a:extLst>
              <a:ext uri="{FF2B5EF4-FFF2-40B4-BE49-F238E27FC236}">
                <a16:creationId xmlns:a16="http://schemas.microsoft.com/office/drawing/2014/main" id="{D3B9BEE7-DFA4-C4FD-8339-4343FBF1A55D}"/>
              </a:ext>
            </a:extLst>
          </p:cNvPr>
          <p:cNvSpPr txBox="1"/>
          <p:nvPr/>
        </p:nvSpPr>
        <p:spPr>
          <a:xfrm>
            <a:off x="3970916" y="4145052"/>
            <a:ext cx="1402794" cy="67403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Duração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10 DU</a:t>
            </a:r>
          </a:p>
          <a:p>
            <a:pPr>
              <a:lnSpc>
                <a:spcPct val="90000"/>
              </a:lnSpc>
              <a:defRPr/>
            </a:pPr>
            <a:r>
              <a:rPr lang="en-US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Inicio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:15/02</a:t>
            </a:r>
          </a:p>
          <a:p>
            <a:pPr>
              <a:lnSpc>
                <a:spcPct val="90000"/>
              </a:lnSpc>
              <a:defRPr/>
            </a:pPr>
            <a:r>
              <a:rPr lang="en-US" sz="1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Término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 28/02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D25CD4B9-0FC6-F089-3CE4-49CEEB77F9B6}"/>
              </a:ext>
            </a:extLst>
          </p:cNvPr>
          <p:cNvCxnSpPr>
            <a:cxnSpLocks/>
          </p:cNvCxnSpPr>
          <p:nvPr/>
        </p:nvCxnSpPr>
        <p:spPr>
          <a:xfrm>
            <a:off x="5302324" y="3212976"/>
            <a:ext cx="0" cy="1872208"/>
          </a:xfrm>
          <a:prstGeom prst="line">
            <a:avLst/>
          </a:prstGeom>
          <a:ln w="28575">
            <a:solidFill>
              <a:srgbClr val="520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35">
            <a:extLst>
              <a:ext uri="{FF2B5EF4-FFF2-40B4-BE49-F238E27FC236}">
                <a16:creationId xmlns:a16="http://schemas.microsoft.com/office/drawing/2014/main" id="{44626533-2058-5533-8E20-0E9EE0CAABBE}"/>
              </a:ext>
            </a:extLst>
          </p:cNvPr>
          <p:cNvSpPr/>
          <p:nvPr/>
        </p:nvSpPr>
        <p:spPr>
          <a:xfrm>
            <a:off x="5541131" y="3245782"/>
            <a:ext cx="1561393" cy="514830"/>
          </a:xfrm>
          <a:prstGeom prst="roundRect">
            <a:avLst>
              <a:gd name="adj" fmla="val 7107"/>
            </a:avLst>
          </a:pr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Instalação</a:t>
            </a:r>
            <a:endParaRPr lang="en-IN" sz="1200" dirty="0"/>
          </a:p>
        </p:txBody>
      </p:sp>
      <p:sp>
        <p:nvSpPr>
          <p:cNvPr id="24" name="TextBox 37">
            <a:extLst>
              <a:ext uri="{FF2B5EF4-FFF2-40B4-BE49-F238E27FC236}">
                <a16:creationId xmlns:a16="http://schemas.microsoft.com/office/drawing/2014/main" id="{8ECE14FC-6629-C976-E90F-1901B2BA8E26}"/>
              </a:ext>
            </a:extLst>
          </p:cNvPr>
          <p:cNvSpPr txBox="1"/>
          <p:nvPr/>
        </p:nvSpPr>
        <p:spPr>
          <a:xfrm>
            <a:off x="5934781" y="4153088"/>
            <a:ext cx="1402794" cy="67403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Duração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6 DU</a:t>
            </a:r>
          </a:p>
          <a:p>
            <a:pPr>
              <a:lnSpc>
                <a:spcPct val="90000"/>
              </a:lnSpc>
              <a:defRPr/>
            </a:pPr>
            <a:r>
              <a:rPr lang="en-US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Inicio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:29/02</a:t>
            </a:r>
          </a:p>
          <a:p>
            <a:pPr>
              <a:lnSpc>
                <a:spcPct val="90000"/>
              </a:lnSpc>
              <a:defRPr/>
            </a:pPr>
            <a:r>
              <a:rPr lang="en-US" sz="1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Término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 07/03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EC7ECF0F-489F-7D98-2604-F026E185A16B}"/>
              </a:ext>
            </a:extLst>
          </p:cNvPr>
          <p:cNvCxnSpPr>
            <a:cxnSpLocks/>
          </p:cNvCxnSpPr>
          <p:nvPr/>
        </p:nvCxnSpPr>
        <p:spPr>
          <a:xfrm>
            <a:off x="7337575" y="3284984"/>
            <a:ext cx="0" cy="1872208"/>
          </a:xfrm>
          <a:prstGeom prst="line">
            <a:avLst/>
          </a:prstGeom>
          <a:ln w="28575">
            <a:solidFill>
              <a:srgbClr val="5200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35">
            <a:extLst>
              <a:ext uri="{FF2B5EF4-FFF2-40B4-BE49-F238E27FC236}">
                <a16:creationId xmlns:a16="http://schemas.microsoft.com/office/drawing/2014/main" id="{A262514C-D65B-952C-BD10-B060308A3973}"/>
              </a:ext>
            </a:extLst>
          </p:cNvPr>
          <p:cNvSpPr/>
          <p:nvPr/>
        </p:nvSpPr>
        <p:spPr>
          <a:xfrm>
            <a:off x="7692607" y="3267476"/>
            <a:ext cx="1561393" cy="514830"/>
          </a:xfrm>
          <a:prstGeom prst="roundRect">
            <a:avLst>
              <a:gd name="adj" fmla="val 7107"/>
            </a:avLst>
          </a:pr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Acompanhamento</a:t>
            </a:r>
            <a:endParaRPr lang="en-IN" sz="1200" dirty="0"/>
          </a:p>
        </p:txBody>
      </p:sp>
      <p:sp>
        <p:nvSpPr>
          <p:cNvPr id="27" name="TextBox 37">
            <a:extLst>
              <a:ext uri="{FF2B5EF4-FFF2-40B4-BE49-F238E27FC236}">
                <a16:creationId xmlns:a16="http://schemas.microsoft.com/office/drawing/2014/main" id="{27612C5B-1168-FAA6-A6F8-EC5E0702F5AB}"/>
              </a:ext>
            </a:extLst>
          </p:cNvPr>
          <p:cNvSpPr txBox="1"/>
          <p:nvPr/>
        </p:nvSpPr>
        <p:spPr>
          <a:xfrm>
            <a:off x="7984462" y="4149080"/>
            <a:ext cx="1402794" cy="67403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Duração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6 DU</a:t>
            </a:r>
          </a:p>
          <a:p>
            <a:pPr>
              <a:lnSpc>
                <a:spcPct val="90000"/>
              </a:lnSpc>
              <a:defRPr/>
            </a:pPr>
            <a:r>
              <a:rPr lang="en-US" sz="1400" b="1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Inicio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:08/03</a:t>
            </a:r>
          </a:p>
          <a:p>
            <a:pPr>
              <a:lnSpc>
                <a:spcPct val="90000"/>
              </a:lnSpc>
              <a:defRPr/>
            </a:pPr>
            <a:r>
              <a:rPr lang="en-US" sz="1400" b="1" kern="0" dirty="0" err="1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Término</a:t>
            </a: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: 14/03</a:t>
            </a:r>
          </a:p>
        </p:txBody>
      </p:sp>
    </p:spTree>
    <p:extLst>
      <p:ext uri="{BB962C8B-B14F-4D97-AF65-F5344CB8AC3E}">
        <p14:creationId xmlns:p14="http://schemas.microsoft.com/office/powerpoint/2010/main" val="374603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2002F2E-E5EB-4987-A3E2-CA4B12493461}"/>
              </a:ext>
            </a:extLst>
          </p:cNvPr>
          <p:cNvSpPr txBox="1"/>
          <p:nvPr/>
        </p:nvSpPr>
        <p:spPr>
          <a:xfrm>
            <a:off x="1341884" y="2413337"/>
            <a:ext cx="7344816" cy="101566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……….</a:t>
            </a:r>
            <a:endParaRPr lang="en-IN" sz="6000" b="1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E2BED46-FF98-4A83-A5B3-9B4E330BA5CB}"/>
              </a:ext>
            </a:extLst>
          </p:cNvPr>
          <p:cNvGrpSpPr/>
          <p:nvPr/>
        </p:nvGrpSpPr>
        <p:grpSpPr>
          <a:xfrm>
            <a:off x="10270876" y="590140"/>
            <a:ext cx="1425135" cy="422741"/>
            <a:chOff x="9588785" y="590140"/>
            <a:chExt cx="1425135" cy="422741"/>
          </a:xfrm>
        </p:grpSpPr>
        <p:sp>
          <p:nvSpPr>
            <p:cNvPr id="11" name="Freeform 20">
              <a:extLst>
                <a:ext uri="{FF2B5EF4-FFF2-40B4-BE49-F238E27FC236}">
                  <a16:creationId xmlns:a16="http://schemas.microsoft.com/office/drawing/2014/main" id="{9AB0DB0F-968E-4072-953E-D639C767B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8785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C0B0240C-C6A9-4C3D-BE43-6ADBD1286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0420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228CCABC-0FC7-4604-A3E9-A37347F08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2055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20">
              <a:extLst>
                <a:ext uri="{FF2B5EF4-FFF2-40B4-BE49-F238E27FC236}">
                  <a16:creationId xmlns:a16="http://schemas.microsoft.com/office/drawing/2014/main" id="{B89420D9-61E4-49B7-A4D2-D7955D8C3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689" y="590140"/>
              <a:ext cx="250231" cy="422741"/>
            </a:xfrm>
            <a:custGeom>
              <a:avLst/>
              <a:gdLst>
                <a:gd name="T0" fmla="*/ 272 w 288"/>
                <a:gd name="T1" fmla="*/ 215 h 488"/>
                <a:gd name="T2" fmla="*/ 93 w 288"/>
                <a:gd name="T3" fmla="*/ 36 h 488"/>
                <a:gd name="T4" fmla="*/ 37 w 288"/>
                <a:gd name="T5" fmla="*/ 93 h 488"/>
                <a:gd name="T6" fmla="*/ 188 w 288"/>
                <a:gd name="T7" fmla="*/ 244 h 488"/>
                <a:gd name="T8" fmla="*/ 37 w 288"/>
                <a:gd name="T9" fmla="*/ 395 h 488"/>
                <a:gd name="T10" fmla="*/ 93 w 288"/>
                <a:gd name="T11" fmla="*/ 451 h 488"/>
                <a:gd name="T12" fmla="*/ 272 w 288"/>
                <a:gd name="T13" fmla="*/ 272 h 488"/>
                <a:gd name="T14" fmla="*/ 272 w 288"/>
                <a:gd name="T15" fmla="*/ 215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488">
                  <a:moveTo>
                    <a:pt x="272" y="215"/>
                  </a:moveTo>
                  <a:cubicBezTo>
                    <a:pt x="213" y="156"/>
                    <a:pt x="153" y="96"/>
                    <a:pt x="93" y="36"/>
                  </a:cubicBezTo>
                  <a:cubicBezTo>
                    <a:pt x="57" y="0"/>
                    <a:pt x="0" y="56"/>
                    <a:pt x="37" y="93"/>
                  </a:cubicBezTo>
                  <a:cubicBezTo>
                    <a:pt x="87" y="143"/>
                    <a:pt x="137" y="193"/>
                    <a:pt x="188" y="244"/>
                  </a:cubicBezTo>
                  <a:cubicBezTo>
                    <a:pt x="137" y="294"/>
                    <a:pt x="87" y="344"/>
                    <a:pt x="37" y="395"/>
                  </a:cubicBezTo>
                  <a:cubicBezTo>
                    <a:pt x="0" y="431"/>
                    <a:pt x="57" y="488"/>
                    <a:pt x="93" y="451"/>
                  </a:cubicBezTo>
                  <a:cubicBezTo>
                    <a:pt x="153" y="391"/>
                    <a:pt x="213" y="332"/>
                    <a:pt x="272" y="272"/>
                  </a:cubicBezTo>
                  <a:cubicBezTo>
                    <a:pt x="288" y="257"/>
                    <a:pt x="288" y="231"/>
                    <a:pt x="272" y="215"/>
                  </a:cubicBezTo>
                  <a:close/>
                </a:path>
              </a:pathLst>
            </a:cu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2DF184-720D-403E-9623-A3A748E21113}"/>
              </a:ext>
            </a:extLst>
          </p:cNvPr>
          <p:cNvGrpSpPr/>
          <p:nvPr/>
        </p:nvGrpSpPr>
        <p:grpSpPr>
          <a:xfrm>
            <a:off x="246416" y="6091130"/>
            <a:ext cx="903400" cy="520769"/>
            <a:chOff x="1121722" y="5893897"/>
            <a:chExt cx="903400" cy="520769"/>
          </a:xfrm>
          <a:solidFill>
            <a:schemeClr val="bg1"/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0AF897D-031A-4521-ABAB-D005679ED832}"/>
                </a:ext>
              </a:extLst>
            </p:cNvPr>
            <p:cNvSpPr/>
            <p:nvPr/>
          </p:nvSpPr>
          <p:spPr>
            <a:xfrm rot="5400000" flipH="1">
              <a:off x="1954374" y="589389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A4B5732-A488-4E57-A284-CB7F362592BC}"/>
                </a:ext>
              </a:extLst>
            </p:cNvPr>
            <p:cNvSpPr/>
            <p:nvPr/>
          </p:nvSpPr>
          <p:spPr>
            <a:xfrm rot="5400000" flipH="1">
              <a:off x="1746210" y="589389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C58165A-C5CA-4462-BE38-D90448C09BC6}"/>
                </a:ext>
              </a:extLst>
            </p:cNvPr>
            <p:cNvSpPr/>
            <p:nvPr/>
          </p:nvSpPr>
          <p:spPr>
            <a:xfrm rot="5400000" flipH="1">
              <a:off x="1538047" y="589389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965F06-49B2-4611-A8DE-F8112BB77026}"/>
                </a:ext>
              </a:extLst>
            </p:cNvPr>
            <p:cNvSpPr/>
            <p:nvPr/>
          </p:nvSpPr>
          <p:spPr>
            <a:xfrm rot="5400000" flipH="1">
              <a:off x="1329884" y="589389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68F0929-1E5E-4D12-85A1-E8D81ED643F5}"/>
                </a:ext>
              </a:extLst>
            </p:cNvPr>
            <p:cNvSpPr/>
            <p:nvPr/>
          </p:nvSpPr>
          <p:spPr>
            <a:xfrm rot="5400000" flipH="1">
              <a:off x="1121720" y="589389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4AF5AC0-E2E2-4CCA-B97E-2A6BC1CCA881}"/>
                </a:ext>
              </a:extLst>
            </p:cNvPr>
            <p:cNvSpPr/>
            <p:nvPr/>
          </p:nvSpPr>
          <p:spPr>
            <a:xfrm rot="5400000" flipH="1">
              <a:off x="1954374" y="611890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05A82E3-7DC6-48A6-8684-C6D32EB37B46}"/>
                </a:ext>
              </a:extLst>
            </p:cNvPr>
            <p:cNvSpPr/>
            <p:nvPr/>
          </p:nvSpPr>
          <p:spPr>
            <a:xfrm rot="5400000" flipH="1">
              <a:off x="1746210" y="611890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CA70673-2C03-460A-AEA9-969C7DA03B60}"/>
                </a:ext>
              </a:extLst>
            </p:cNvPr>
            <p:cNvSpPr/>
            <p:nvPr/>
          </p:nvSpPr>
          <p:spPr>
            <a:xfrm rot="5400000" flipH="1">
              <a:off x="1538047" y="611890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2B83747-8B26-49A1-898F-E521B449EDF2}"/>
                </a:ext>
              </a:extLst>
            </p:cNvPr>
            <p:cNvSpPr/>
            <p:nvPr/>
          </p:nvSpPr>
          <p:spPr>
            <a:xfrm rot="5400000" flipH="1">
              <a:off x="1329884" y="611890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AE9E3B4-00E6-4D9F-8866-94AC877F2C14}"/>
                </a:ext>
              </a:extLst>
            </p:cNvPr>
            <p:cNvSpPr/>
            <p:nvPr/>
          </p:nvSpPr>
          <p:spPr>
            <a:xfrm rot="5400000" flipH="1">
              <a:off x="1121720" y="611890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EF86340-E4A0-4A98-A24D-D01C50C4DD4F}"/>
                </a:ext>
              </a:extLst>
            </p:cNvPr>
            <p:cNvSpPr/>
            <p:nvPr/>
          </p:nvSpPr>
          <p:spPr>
            <a:xfrm rot="5400000" flipH="1">
              <a:off x="1954374" y="634391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51DF450-F281-4128-87AC-E550C0996F58}"/>
                </a:ext>
              </a:extLst>
            </p:cNvPr>
            <p:cNvSpPr/>
            <p:nvPr/>
          </p:nvSpPr>
          <p:spPr>
            <a:xfrm rot="5400000" flipH="1">
              <a:off x="1746210" y="634391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655111F-F0CE-491B-A084-3C662FEE7CF3}"/>
                </a:ext>
              </a:extLst>
            </p:cNvPr>
            <p:cNvSpPr/>
            <p:nvPr/>
          </p:nvSpPr>
          <p:spPr>
            <a:xfrm rot="5400000" flipH="1">
              <a:off x="1538047" y="634391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16C11E8-2685-4F5A-99F4-E7C068BAFFBD}"/>
                </a:ext>
              </a:extLst>
            </p:cNvPr>
            <p:cNvSpPr/>
            <p:nvPr/>
          </p:nvSpPr>
          <p:spPr>
            <a:xfrm rot="5400000" flipH="1">
              <a:off x="1329884" y="634391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8AAACBA-CBE7-478F-9665-67F7C0978955}"/>
                </a:ext>
              </a:extLst>
            </p:cNvPr>
            <p:cNvSpPr/>
            <p:nvPr/>
          </p:nvSpPr>
          <p:spPr>
            <a:xfrm rot="5400000" flipH="1">
              <a:off x="1121720" y="6343919"/>
              <a:ext cx="70749" cy="707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897445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0">
      <a:dk1>
        <a:sysClr val="windowText" lastClr="000000"/>
      </a:dk1>
      <a:lt1>
        <a:sysClr val="window" lastClr="FFFFFF"/>
      </a:lt1>
      <a:dk2>
        <a:srgbClr val="240D58"/>
      </a:dk2>
      <a:lt2>
        <a:srgbClr val="EEECE1"/>
      </a:lt2>
      <a:accent1>
        <a:srgbClr val="20659E"/>
      </a:accent1>
      <a:accent2>
        <a:srgbClr val="FFFFFF"/>
      </a:accent2>
      <a:accent3>
        <a:srgbClr val="2DBCCA"/>
      </a:accent3>
      <a:accent4>
        <a:srgbClr val="791038"/>
      </a:accent4>
      <a:accent5>
        <a:srgbClr val="EF8F21"/>
      </a:accent5>
      <a:accent6>
        <a:srgbClr val="0090C4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6155</TotalTime>
  <Words>429</Words>
  <Application>Microsoft Office PowerPoint</Application>
  <PresentationFormat>Personalizar</PresentationFormat>
  <Paragraphs>71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5" baseType="lpstr">
      <vt:lpstr>Arial</vt:lpstr>
      <vt:lpstr>Arial Black</vt:lpstr>
      <vt:lpstr>Calibri</vt:lpstr>
      <vt:lpstr>Officina Serif ITC Pro</vt:lpstr>
      <vt:lpstr>Open Sans</vt:lpstr>
      <vt:lpstr>Segoe UI</vt:lpstr>
      <vt:lpstr>Segoe UI Light</vt:lpstr>
      <vt:lpstr>Wingdings</vt:lpstr>
      <vt:lpstr>Office Theme</vt:lpstr>
      <vt:lpstr>Apresentação do PowerPoint</vt:lpstr>
      <vt:lpstr>Apresentação do PowerPoint</vt:lpstr>
      <vt:lpstr>Histórico Fraudes (k)</vt:lpstr>
      <vt:lpstr>Desenvolvimento Login Protegido</vt:lpstr>
      <vt:lpstr>Desenvolvimento Login Protegido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Executive PowerPoint Template</dc:title>
  <dc:creator>Julian</dc:creator>
  <cp:lastModifiedBy>Marcio Oliveira Gouveia</cp:lastModifiedBy>
  <cp:revision>118</cp:revision>
  <dcterms:created xsi:type="dcterms:W3CDTF">2013-09-12T13:05:01Z</dcterms:created>
  <dcterms:modified xsi:type="dcterms:W3CDTF">2024-01-18T12:47:37Z</dcterms:modified>
</cp:coreProperties>
</file>