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1.xml" ContentType="application/vnd.openxmlformats-officedocument.presentationml.tags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8.xml" ContentType="application/vnd.openxmlformats-officedocument.theme+xml"/>
  <Override PartName="/ppt/tags/tag3.xml" ContentType="application/vnd.openxmlformats-officedocument.presentationml.tags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  <p:sldMasterId id="2147483706" r:id="rId5"/>
    <p:sldMasterId id="2147483682" r:id="rId6"/>
    <p:sldMasterId id="2147483816" r:id="rId7"/>
    <p:sldMasterId id="2147483804" r:id="rId8"/>
    <p:sldMasterId id="2147483699" r:id="rId9"/>
    <p:sldMasterId id="2147483792" r:id="rId10"/>
    <p:sldMasterId id="2147483751" r:id="rId11"/>
    <p:sldMasterId id="2147483763" r:id="rId12"/>
  </p:sldMasterIdLst>
  <p:notesMasterIdLst>
    <p:notesMasterId r:id="rId31"/>
  </p:notesMasterIdLst>
  <p:sldIdLst>
    <p:sldId id="531" r:id="rId13"/>
    <p:sldId id="2147483617" r:id="rId14"/>
    <p:sldId id="2147483628" r:id="rId15"/>
    <p:sldId id="2147483619" r:id="rId16"/>
    <p:sldId id="2147483629" r:id="rId17"/>
    <p:sldId id="2147483621" r:id="rId18"/>
    <p:sldId id="2147483630" r:id="rId19"/>
    <p:sldId id="2147483623" r:id="rId20"/>
    <p:sldId id="2147483631" r:id="rId21"/>
    <p:sldId id="2147483625" r:id="rId22"/>
    <p:sldId id="2147483634" r:id="rId23"/>
    <p:sldId id="2147483633" r:id="rId24"/>
    <p:sldId id="257" r:id="rId25"/>
    <p:sldId id="2147483635" r:id="rId26"/>
    <p:sldId id="258" r:id="rId27"/>
    <p:sldId id="2147483636" r:id="rId28"/>
    <p:sldId id="256" r:id="rId29"/>
    <p:sldId id="509" r:id="rId3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138E6B42-E11F-4EB7-A0DF-688188804F22}">
          <p14:sldIdLst>
            <p14:sldId id="531"/>
          </p14:sldIdLst>
        </p14:section>
        <p14:section name="Planejamento Fase 2" id="{019BEDEF-CA3D-48D0-96AD-F4E3302BF453}">
          <p14:sldIdLst>
            <p14:sldId id="2147483617"/>
            <p14:sldId id="2147483628"/>
            <p14:sldId id="2147483619"/>
            <p14:sldId id="2147483629"/>
            <p14:sldId id="2147483621"/>
            <p14:sldId id="2147483630"/>
            <p14:sldId id="2147483623"/>
            <p14:sldId id="2147483631"/>
            <p14:sldId id="2147483625"/>
            <p14:sldId id="2147483634"/>
            <p14:sldId id="2147483633"/>
            <p14:sldId id="257"/>
            <p14:sldId id="2147483635"/>
            <p14:sldId id="258"/>
            <p14:sldId id="2147483636"/>
          </p14:sldIdLst>
        </p14:section>
        <p14:section name="Equipe" id="{2FD841BD-B14D-4D2B-862E-D914C3F6E395}">
          <p14:sldIdLst>
            <p14:sldId id="256"/>
            <p14:sldId id="50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9536"/>
    <a:srgbClr val="FFF0DE"/>
    <a:srgbClr val="246BFD"/>
    <a:srgbClr val="5F6CAF"/>
    <a:srgbClr val="E9ECFA"/>
    <a:srgbClr val="6F2DBD"/>
    <a:srgbClr val="C14B8A"/>
    <a:srgbClr val="008E8A"/>
    <a:srgbClr val="DDDDE1"/>
    <a:srgbClr val="7429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A92617-70C4-4F04-B1ED-34E901AE35EE}" v="8599" dt="2026-09-01T04:32:40.826"/>
    <p1510:client id="{60109708-EA48-4A39-8499-9F01F87ACFB4}" v="9179" dt="2026-09-01T04:25:09.4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Estilo Médio 4 - Ênfase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FD0F851-EC5A-4D38-B0AD-8093EC10F338}" styleName="Estilo Claro 1 - Ênfas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1EBBBCC-DAD2-459C-BE2E-F6DE35CF9A28}" styleName="Estilo Escuro 2 - Ênfase 3/Ênfase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52" y="28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26" Type="http://schemas.openxmlformats.org/officeDocument/2006/relationships/slide" Target="slides/slide14.xml"/><Relationship Id="rId21" Type="http://schemas.openxmlformats.org/officeDocument/2006/relationships/slide" Target="slides/slide9.xml"/><Relationship Id="rId34" Type="http://schemas.openxmlformats.org/officeDocument/2006/relationships/theme" Target="theme/theme1.xml"/><Relationship Id="rId7" Type="http://schemas.openxmlformats.org/officeDocument/2006/relationships/slideMaster" Target="slideMasters/slideMaster4.xml"/><Relationship Id="rId12" Type="http://schemas.openxmlformats.org/officeDocument/2006/relationships/slideMaster" Target="slideMasters/slideMaster9.xml"/><Relationship Id="rId17" Type="http://schemas.openxmlformats.org/officeDocument/2006/relationships/slide" Target="slides/slide5.xml"/><Relationship Id="rId25" Type="http://schemas.openxmlformats.org/officeDocument/2006/relationships/slide" Target="slides/slide13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4.xml"/><Relationship Id="rId20" Type="http://schemas.openxmlformats.org/officeDocument/2006/relationships/slide" Target="slides/slide8.xml"/><Relationship Id="rId29" Type="http://schemas.openxmlformats.org/officeDocument/2006/relationships/slide" Target="slides/slide17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12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3.xml"/><Relationship Id="rId23" Type="http://schemas.openxmlformats.org/officeDocument/2006/relationships/slide" Target="slides/slide11.xml"/><Relationship Id="rId28" Type="http://schemas.openxmlformats.org/officeDocument/2006/relationships/slide" Target="slides/slide16.xml"/><Relationship Id="rId36" Type="http://schemas.microsoft.com/office/2016/11/relationships/changesInfo" Target="changesInfos/changesInfo1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7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2.xml"/><Relationship Id="rId22" Type="http://schemas.openxmlformats.org/officeDocument/2006/relationships/slide" Target="slides/slide10.xml"/><Relationship Id="rId27" Type="http://schemas.openxmlformats.org/officeDocument/2006/relationships/slide" Target="slides/slide15.xml"/><Relationship Id="rId30" Type="http://schemas.openxmlformats.org/officeDocument/2006/relationships/slide" Target="slides/slide18.xml"/><Relationship Id="rId35" Type="http://schemas.openxmlformats.org/officeDocument/2006/relationships/tableStyles" Target="tableStyles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lipe Augusto Pereira Modesto" userId="4cfa2047-34c4-4805-a4af-c50c0e252d09" providerId="ADAL" clId="{C59351D7-9912-4368-A343-67B94AFAF80A}"/>
    <pc:docChg chg="undo custSel addSld delSld modSld sldOrd modSection">
      <pc:chgData name="Felipe Augusto Pereira Modesto" userId="4cfa2047-34c4-4805-a4af-c50c0e252d09" providerId="ADAL" clId="{C59351D7-9912-4368-A343-67B94AFAF80A}" dt="2026-09-01T04:32:40.827" v="9289" actId="729"/>
      <pc:docMkLst>
        <pc:docMk/>
      </pc:docMkLst>
      <pc:sldChg chg="modSp mod">
        <pc:chgData name="Felipe Augusto Pereira Modesto" userId="4cfa2047-34c4-4805-a4af-c50c0e252d09" providerId="ADAL" clId="{C59351D7-9912-4368-A343-67B94AFAF80A}" dt="2026-08-31T17:14:28.384" v="4613" actId="1035"/>
        <pc:sldMkLst>
          <pc:docMk/>
          <pc:sldMk cId="0" sldId="256"/>
        </pc:sldMkLst>
        <pc:spChg chg="mod">
          <ac:chgData name="Felipe Augusto Pereira Modesto" userId="4cfa2047-34c4-4805-a4af-c50c0e252d09" providerId="ADAL" clId="{C59351D7-9912-4368-A343-67B94AFAF80A}" dt="2026-08-31T17:12:40.987" v="4598" actId="255"/>
          <ac:spMkLst>
            <pc:docMk/>
            <pc:sldMk cId="0" sldId="256"/>
            <ac:spMk id="16" creationId="{00000000-0000-0000-0000-000000000000}"/>
          </ac:spMkLst>
        </pc:spChg>
        <pc:spChg chg="mod">
          <ac:chgData name="Felipe Augusto Pereira Modesto" userId="4cfa2047-34c4-4805-a4af-c50c0e252d09" providerId="ADAL" clId="{C59351D7-9912-4368-A343-67B94AFAF80A}" dt="2026-08-31T17:12:50.774" v="4599" actId="255"/>
          <ac:spMkLst>
            <pc:docMk/>
            <pc:sldMk cId="0" sldId="256"/>
            <ac:spMk id="33" creationId="{00000000-0000-0000-0000-000000000000}"/>
          </ac:spMkLst>
        </pc:spChg>
        <pc:spChg chg="mod">
          <ac:chgData name="Felipe Augusto Pereira Modesto" userId="4cfa2047-34c4-4805-a4af-c50c0e252d09" providerId="ADAL" clId="{C59351D7-9912-4368-A343-67B94AFAF80A}" dt="2026-08-31T17:13:51.757" v="4603" actId="255"/>
          <ac:spMkLst>
            <pc:docMk/>
            <pc:sldMk cId="0" sldId="256"/>
            <ac:spMk id="58" creationId="{00000000-0000-0000-0000-000000000000}"/>
          </ac:spMkLst>
        </pc:spChg>
        <pc:spChg chg="mod">
          <ac:chgData name="Felipe Augusto Pereira Modesto" userId="4cfa2047-34c4-4805-a4af-c50c0e252d09" providerId="ADAL" clId="{C59351D7-9912-4368-A343-67B94AFAF80A}" dt="2026-08-31T17:13:14.119" v="4601" actId="255"/>
          <ac:spMkLst>
            <pc:docMk/>
            <pc:sldMk cId="0" sldId="256"/>
            <ac:spMk id="61" creationId="{00000000-0000-0000-0000-000000000000}"/>
          </ac:spMkLst>
        </pc:spChg>
        <pc:spChg chg="mod">
          <ac:chgData name="Felipe Augusto Pereira Modesto" userId="4cfa2047-34c4-4805-a4af-c50c0e252d09" providerId="ADAL" clId="{C59351D7-9912-4368-A343-67B94AFAF80A}" dt="2026-08-31T17:13:42.794" v="4602" actId="255"/>
          <ac:spMkLst>
            <pc:docMk/>
            <pc:sldMk cId="0" sldId="256"/>
            <ac:spMk id="63" creationId="{00000000-0000-0000-0000-000000000000}"/>
          </ac:spMkLst>
        </pc:spChg>
        <pc:spChg chg="mod">
          <ac:chgData name="Felipe Augusto Pereira Modesto" userId="4cfa2047-34c4-4805-a4af-c50c0e252d09" providerId="ADAL" clId="{C59351D7-9912-4368-A343-67B94AFAF80A}" dt="2026-08-31T17:12:56.408" v="4600" actId="255"/>
          <ac:spMkLst>
            <pc:docMk/>
            <pc:sldMk cId="0" sldId="256"/>
            <ac:spMk id="75" creationId="{00000000-0000-0000-0000-000000000000}"/>
          </ac:spMkLst>
        </pc:spChg>
        <pc:spChg chg="mod">
          <ac:chgData name="Felipe Augusto Pereira Modesto" userId="4cfa2047-34c4-4805-a4af-c50c0e252d09" providerId="ADAL" clId="{C59351D7-9912-4368-A343-67B94AFAF80A}" dt="2026-08-31T17:14:09.929" v="4605" actId="1076"/>
          <ac:spMkLst>
            <pc:docMk/>
            <pc:sldMk cId="0" sldId="256"/>
            <ac:spMk id="106" creationId="{00000000-0000-0000-0000-000000000000}"/>
          </ac:spMkLst>
        </pc:spChg>
        <pc:spChg chg="mod">
          <ac:chgData name="Felipe Augusto Pereira Modesto" userId="4cfa2047-34c4-4805-a4af-c50c0e252d09" providerId="ADAL" clId="{C59351D7-9912-4368-A343-67B94AFAF80A}" dt="2026-08-31T17:14:28.384" v="4613" actId="1035"/>
          <ac:spMkLst>
            <pc:docMk/>
            <pc:sldMk cId="0" sldId="256"/>
            <ac:spMk id="107" creationId="{00000000-0000-0000-0000-000000000000}"/>
          </ac:spMkLst>
        </pc:spChg>
        <pc:spChg chg="mod">
          <ac:chgData name="Felipe Augusto Pereira Modesto" userId="4cfa2047-34c4-4805-a4af-c50c0e252d09" providerId="ADAL" clId="{C59351D7-9912-4368-A343-67B94AFAF80A}" dt="2026-08-31T17:14:25.662" v="4612" actId="1035"/>
          <ac:spMkLst>
            <pc:docMk/>
            <pc:sldMk cId="0" sldId="256"/>
            <ac:spMk id="109" creationId="{00000000-0000-0000-0000-000000000000}"/>
          </ac:spMkLst>
        </pc:spChg>
        <pc:spChg chg="mod">
          <ac:chgData name="Felipe Augusto Pereira Modesto" userId="4cfa2047-34c4-4805-a4af-c50c0e252d09" providerId="ADAL" clId="{C59351D7-9912-4368-A343-67B94AFAF80A}" dt="2026-08-31T17:14:28.384" v="4613" actId="1035"/>
          <ac:spMkLst>
            <pc:docMk/>
            <pc:sldMk cId="0" sldId="256"/>
            <ac:spMk id="110" creationId="{00000000-0000-0000-0000-000000000000}"/>
          </ac:spMkLst>
        </pc:spChg>
        <pc:spChg chg="mod">
          <ac:chgData name="Felipe Augusto Pereira Modesto" userId="4cfa2047-34c4-4805-a4af-c50c0e252d09" providerId="ADAL" clId="{C59351D7-9912-4368-A343-67B94AFAF80A}" dt="2026-08-31T17:14:28.384" v="4613" actId="1035"/>
          <ac:spMkLst>
            <pc:docMk/>
            <pc:sldMk cId="0" sldId="256"/>
            <ac:spMk id="112" creationId="{00000000-0000-0000-0000-000000000000}"/>
          </ac:spMkLst>
        </pc:spChg>
        <pc:spChg chg="mod">
          <ac:chgData name="Felipe Augusto Pereira Modesto" userId="4cfa2047-34c4-4805-a4af-c50c0e252d09" providerId="ADAL" clId="{C59351D7-9912-4368-A343-67B94AFAF80A}" dt="2026-08-31T17:14:28.384" v="4613" actId="1035"/>
          <ac:spMkLst>
            <pc:docMk/>
            <pc:sldMk cId="0" sldId="256"/>
            <ac:spMk id="113" creationId="{00000000-0000-0000-0000-000000000000}"/>
          </ac:spMkLst>
        </pc:spChg>
        <pc:spChg chg="mod">
          <ac:chgData name="Felipe Augusto Pereira Modesto" userId="4cfa2047-34c4-4805-a4af-c50c0e252d09" providerId="ADAL" clId="{C59351D7-9912-4368-A343-67B94AFAF80A}" dt="2026-08-31T17:14:28.384" v="4613" actId="1035"/>
          <ac:spMkLst>
            <pc:docMk/>
            <pc:sldMk cId="0" sldId="256"/>
            <ac:spMk id="115" creationId="{00000000-0000-0000-0000-000000000000}"/>
          </ac:spMkLst>
        </pc:spChg>
        <pc:spChg chg="mod">
          <ac:chgData name="Felipe Augusto Pereira Modesto" userId="4cfa2047-34c4-4805-a4af-c50c0e252d09" providerId="ADAL" clId="{C59351D7-9912-4368-A343-67B94AFAF80A}" dt="2026-08-31T17:14:28.384" v="4613" actId="1035"/>
          <ac:spMkLst>
            <pc:docMk/>
            <pc:sldMk cId="0" sldId="256"/>
            <ac:spMk id="116" creationId="{00000000-0000-0000-0000-000000000000}"/>
          </ac:spMkLst>
        </pc:spChg>
        <pc:spChg chg="mod">
          <ac:chgData name="Felipe Augusto Pereira Modesto" userId="4cfa2047-34c4-4805-a4af-c50c0e252d09" providerId="ADAL" clId="{C59351D7-9912-4368-A343-67B94AFAF80A}" dt="2026-08-31T17:14:28.384" v="4613" actId="1035"/>
          <ac:spMkLst>
            <pc:docMk/>
            <pc:sldMk cId="0" sldId="256"/>
            <ac:spMk id="118" creationId="{00000000-0000-0000-0000-000000000000}"/>
          </ac:spMkLst>
        </pc:spChg>
        <pc:spChg chg="mod">
          <ac:chgData name="Felipe Augusto Pereira Modesto" userId="4cfa2047-34c4-4805-a4af-c50c0e252d09" providerId="ADAL" clId="{C59351D7-9912-4368-A343-67B94AFAF80A}" dt="2026-08-31T17:14:28.384" v="4613" actId="1035"/>
          <ac:spMkLst>
            <pc:docMk/>
            <pc:sldMk cId="0" sldId="256"/>
            <ac:spMk id="119" creationId="{00000000-0000-0000-0000-000000000000}"/>
          </ac:spMkLst>
        </pc:spChg>
        <pc:spChg chg="mod">
          <ac:chgData name="Felipe Augusto Pereira Modesto" userId="4cfa2047-34c4-4805-a4af-c50c0e252d09" providerId="ADAL" clId="{C59351D7-9912-4368-A343-67B94AFAF80A}" dt="2026-08-31T17:14:28.384" v="4613" actId="1035"/>
          <ac:spMkLst>
            <pc:docMk/>
            <pc:sldMk cId="0" sldId="256"/>
            <ac:spMk id="121" creationId="{00000000-0000-0000-0000-000000000000}"/>
          </ac:spMkLst>
        </pc:spChg>
        <pc:spChg chg="mod">
          <ac:chgData name="Felipe Augusto Pereira Modesto" userId="4cfa2047-34c4-4805-a4af-c50c0e252d09" providerId="ADAL" clId="{C59351D7-9912-4368-A343-67B94AFAF80A}" dt="2026-08-31T17:14:28.384" v="4613" actId="1035"/>
          <ac:spMkLst>
            <pc:docMk/>
            <pc:sldMk cId="0" sldId="256"/>
            <ac:spMk id="122" creationId="{00000000-0000-0000-0000-000000000000}"/>
          </ac:spMkLst>
        </pc:spChg>
      </pc:sldChg>
      <pc:sldChg chg="delSp modSp mod modShow">
        <pc:chgData name="Felipe Augusto Pereira Modesto" userId="4cfa2047-34c4-4805-a4af-c50c0e252d09" providerId="ADAL" clId="{C59351D7-9912-4368-A343-67B94AFAF80A}" dt="2026-09-01T04:25:17.347" v="9280" actId="729"/>
        <pc:sldMkLst>
          <pc:docMk/>
          <pc:sldMk cId="0" sldId="257"/>
        </pc:sldMkLst>
        <pc:spChg chg="mod">
          <ac:chgData name="Felipe Augusto Pereira Modesto" userId="4cfa2047-34c4-4805-a4af-c50c0e252d09" providerId="ADAL" clId="{C59351D7-9912-4368-A343-67B94AFAF80A}" dt="2026-08-31T21:50:57.133" v="6823" actId="14100"/>
          <ac:spMkLst>
            <pc:docMk/>
            <pc:sldMk cId="0" sldId="257"/>
            <ac:spMk id="18" creationId="{00000000-0000-0000-0000-000000000000}"/>
          </ac:spMkLst>
        </pc:spChg>
        <pc:spChg chg="mod">
          <ac:chgData name="Felipe Augusto Pereira Modesto" userId="4cfa2047-34c4-4805-a4af-c50c0e252d09" providerId="ADAL" clId="{C59351D7-9912-4368-A343-67B94AFAF80A}" dt="2026-08-31T21:50:52.597" v="6822" actId="27636"/>
          <ac:spMkLst>
            <pc:docMk/>
            <pc:sldMk cId="0" sldId="257"/>
            <ac:spMk id="20" creationId="{00000000-0000-0000-0000-000000000000}"/>
          </ac:spMkLst>
        </pc:spChg>
        <pc:spChg chg="del">
          <ac:chgData name="Felipe Augusto Pereira Modesto" userId="4cfa2047-34c4-4805-a4af-c50c0e252d09" providerId="ADAL" clId="{C59351D7-9912-4368-A343-67B94AFAF80A}" dt="2026-08-31T21:50:38.863" v="6819" actId="478"/>
          <ac:spMkLst>
            <pc:docMk/>
            <pc:sldMk cId="0" sldId="257"/>
            <ac:spMk id="21" creationId="{00000000-0000-0000-0000-000000000000}"/>
          </ac:spMkLst>
        </pc:spChg>
        <pc:spChg chg="del">
          <ac:chgData name="Felipe Augusto Pereira Modesto" userId="4cfa2047-34c4-4805-a4af-c50c0e252d09" providerId="ADAL" clId="{C59351D7-9912-4368-A343-67B94AFAF80A}" dt="2026-08-31T21:50:44.024" v="6820" actId="478"/>
          <ac:spMkLst>
            <pc:docMk/>
            <pc:sldMk cId="0" sldId="257"/>
            <ac:spMk id="23" creationId="{00000000-0000-0000-0000-000000000000}"/>
          </ac:spMkLst>
        </pc:spChg>
        <pc:spChg chg="del">
          <ac:chgData name="Felipe Augusto Pereira Modesto" userId="4cfa2047-34c4-4805-a4af-c50c0e252d09" providerId="ADAL" clId="{C59351D7-9912-4368-A343-67B94AFAF80A}" dt="2026-08-31T21:50:44.024" v="6820" actId="478"/>
          <ac:spMkLst>
            <pc:docMk/>
            <pc:sldMk cId="0" sldId="257"/>
            <ac:spMk id="24" creationId="{00000000-0000-0000-0000-000000000000}"/>
          </ac:spMkLst>
        </pc:spChg>
        <pc:spChg chg="del">
          <ac:chgData name="Felipe Augusto Pereira Modesto" userId="4cfa2047-34c4-4805-a4af-c50c0e252d09" providerId="ADAL" clId="{C59351D7-9912-4368-A343-67B94AFAF80A}" dt="2026-08-31T21:50:44.024" v="6820" actId="478"/>
          <ac:spMkLst>
            <pc:docMk/>
            <pc:sldMk cId="0" sldId="257"/>
            <ac:spMk id="25" creationId="{00000000-0000-0000-0000-000000000000}"/>
          </ac:spMkLst>
        </pc:spChg>
        <pc:spChg chg="del">
          <ac:chgData name="Felipe Augusto Pereira Modesto" userId="4cfa2047-34c4-4805-a4af-c50c0e252d09" providerId="ADAL" clId="{C59351D7-9912-4368-A343-67B94AFAF80A}" dt="2026-08-31T21:50:38.863" v="6819" actId="478"/>
          <ac:spMkLst>
            <pc:docMk/>
            <pc:sldMk cId="0" sldId="257"/>
            <ac:spMk id="26" creationId="{00000000-0000-0000-0000-000000000000}"/>
          </ac:spMkLst>
        </pc:spChg>
        <pc:spChg chg="del">
          <ac:chgData name="Felipe Augusto Pereira Modesto" userId="4cfa2047-34c4-4805-a4af-c50c0e252d09" providerId="ADAL" clId="{C59351D7-9912-4368-A343-67B94AFAF80A}" dt="2026-08-31T21:50:44.024" v="6820" actId="478"/>
          <ac:spMkLst>
            <pc:docMk/>
            <pc:sldMk cId="0" sldId="257"/>
            <ac:spMk id="28" creationId="{00000000-0000-0000-0000-000000000000}"/>
          </ac:spMkLst>
        </pc:spChg>
        <pc:spChg chg="mod">
          <ac:chgData name="Felipe Augusto Pereira Modesto" userId="4cfa2047-34c4-4805-a4af-c50c0e252d09" providerId="ADAL" clId="{C59351D7-9912-4368-A343-67B94AFAF80A}" dt="2026-09-01T04:10:39.337" v="9136" actId="1076"/>
          <ac:spMkLst>
            <pc:docMk/>
            <pc:sldMk cId="0" sldId="257"/>
            <ac:spMk id="28" creationId="{D83A0E04-FF64-E83B-E951-6AE3416B5D52}"/>
          </ac:spMkLst>
        </pc:spChg>
        <pc:spChg chg="mod">
          <ac:chgData name="Felipe Augusto Pereira Modesto" userId="4cfa2047-34c4-4805-a4af-c50c0e252d09" providerId="ADAL" clId="{C59351D7-9912-4368-A343-67B94AFAF80A}" dt="2026-09-01T04:10:46.090" v="9137" actId="1076"/>
          <ac:spMkLst>
            <pc:docMk/>
            <pc:sldMk cId="0" sldId="257"/>
            <ac:spMk id="29" creationId="{41508A9F-B296-0642-ACC4-AE867195392D}"/>
          </ac:spMkLst>
        </pc:spChg>
        <pc:spChg chg="del">
          <ac:chgData name="Felipe Augusto Pereira Modesto" userId="4cfa2047-34c4-4805-a4af-c50c0e252d09" providerId="ADAL" clId="{C59351D7-9912-4368-A343-67B94AFAF80A}" dt="2026-08-31T21:50:44.024" v="6820" actId="478"/>
          <ac:spMkLst>
            <pc:docMk/>
            <pc:sldMk cId="0" sldId="257"/>
            <ac:spMk id="30" creationId="{00000000-0000-0000-0000-000000000000}"/>
          </ac:spMkLst>
        </pc:spChg>
        <pc:spChg chg="mod">
          <ac:chgData name="Felipe Augusto Pereira Modesto" userId="4cfa2047-34c4-4805-a4af-c50c0e252d09" providerId="ADAL" clId="{C59351D7-9912-4368-A343-67B94AFAF80A}" dt="2026-09-01T04:10:46.090" v="9137" actId="1076"/>
          <ac:spMkLst>
            <pc:docMk/>
            <pc:sldMk cId="0" sldId="257"/>
            <ac:spMk id="30" creationId="{8BF5C5ED-8FCB-1581-E298-FFB0F7F2C278}"/>
          </ac:spMkLst>
        </pc:spChg>
        <pc:spChg chg="del">
          <ac:chgData name="Felipe Augusto Pereira Modesto" userId="4cfa2047-34c4-4805-a4af-c50c0e252d09" providerId="ADAL" clId="{C59351D7-9912-4368-A343-67B94AFAF80A}" dt="2026-08-31T21:50:38.863" v="6819" actId="478"/>
          <ac:spMkLst>
            <pc:docMk/>
            <pc:sldMk cId="0" sldId="257"/>
            <ac:spMk id="31" creationId="{00000000-0000-0000-0000-000000000000}"/>
          </ac:spMkLst>
        </pc:spChg>
        <pc:spChg chg="mod">
          <ac:chgData name="Felipe Augusto Pereira Modesto" userId="4cfa2047-34c4-4805-a4af-c50c0e252d09" providerId="ADAL" clId="{C59351D7-9912-4368-A343-67B94AFAF80A}" dt="2026-09-01T04:14:16.786" v="9271" actId="20577"/>
          <ac:spMkLst>
            <pc:docMk/>
            <pc:sldMk cId="0" sldId="257"/>
            <ac:spMk id="32" creationId="{3B48FCAB-F94A-2BA4-CE1D-67717D3A5796}"/>
          </ac:spMkLst>
        </pc:spChg>
        <pc:spChg chg="del">
          <ac:chgData name="Felipe Augusto Pereira Modesto" userId="4cfa2047-34c4-4805-a4af-c50c0e252d09" providerId="ADAL" clId="{C59351D7-9912-4368-A343-67B94AFAF80A}" dt="2026-08-31T21:50:44.024" v="6820" actId="478"/>
          <ac:spMkLst>
            <pc:docMk/>
            <pc:sldMk cId="0" sldId="257"/>
            <ac:spMk id="33" creationId="{00000000-0000-0000-0000-000000000000}"/>
          </ac:spMkLst>
        </pc:spChg>
        <pc:spChg chg="del">
          <ac:chgData name="Felipe Augusto Pereira Modesto" userId="4cfa2047-34c4-4805-a4af-c50c0e252d09" providerId="ADAL" clId="{C59351D7-9912-4368-A343-67B94AFAF80A}" dt="2026-08-31T21:50:44.024" v="6820" actId="478"/>
          <ac:spMkLst>
            <pc:docMk/>
            <pc:sldMk cId="0" sldId="257"/>
            <ac:spMk id="34" creationId="{00000000-0000-0000-0000-000000000000}"/>
          </ac:spMkLst>
        </pc:spChg>
        <pc:spChg chg="del">
          <ac:chgData name="Felipe Augusto Pereira Modesto" userId="4cfa2047-34c4-4805-a4af-c50c0e252d09" providerId="ADAL" clId="{C59351D7-9912-4368-A343-67B94AFAF80A}" dt="2026-08-31T21:50:38.863" v="6819" actId="478"/>
          <ac:spMkLst>
            <pc:docMk/>
            <pc:sldMk cId="0" sldId="257"/>
            <ac:spMk id="36" creationId="{00000000-0000-0000-0000-000000000000}"/>
          </ac:spMkLst>
        </pc:spChg>
        <pc:spChg chg="del">
          <ac:chgData name="Felipe Augusto Pereira Modesto" userId="4cfa2047-34c4-4805-a4af-c50c0e252d09" providerId="ADAL" clId="{C59351D7-9912-4368-A343-67B94AFAF80A}" dt="2026-08-31T21:50:44.024" v="6820" actId="478"/>
          <ac:spMkLst>
            <pc:docMk/>
            <pc:sldMk cId="0" sldId="257"/>
            <ac:spMk id="37" creationId="{00000000-0000-0000-0000-000000000000}"/>
          </ac:spMkLst>
        </pc:spChg>
        <pc:spChg chg="del">
          <ac:chgData name="Felipe Augusto Pereira Modesto" userId="4cfa2047-34c4-4805-a4af-c50c0e252d09" providerId="ADAL" clId="{C59351D7-9912-4368-A343-67B94AFAF80A}" dt="2026-08-31T21:50:44.024" v="6820" actId="478"/>
          <ac:spMkLst>
            <pc:docMk/>
            <pc:sldMk cId="0" sldId="257"/>
            <ac:spMk id="38" creationId="{00000000-0000-0000-0000-000000000000}"/>
          </ac:spMkLst>
        </pc:spChg>
        <pc:spChg chg="del">
          <ac:chgData name="Felipe Augusto Pereira Modesto" userId="4cfa2047-34c4-4805-a4af-c50c0e252d09" providerId="ADAL" clId="{C59351D7-9912-4368-A343-67B94AFAF80A}" dt="2026-08-31T21:50:44.024" v="6820" actId="478"/>
          <ac:spMkLst>
            <pc:docMk/>
            <pc:sldMk cId="0" sldId="257"/>
            <ac:spMk id="39" creationId="{00000000-0000-0000-0000-000000000000}"/>
          </ac:spMkLst>
        </pc:spChg>
      </pc:sldChg>
      <pc:sldChg chg="modSp mod modShow">
        <pc:chgData name="Felipe Augusto Pereira Modesto" userId="4cfa2047-34c4-4805-a4af-c50c0e252d09" providerId="ADAL" clId="{C59351D7-9912-4368-A343-67B94AFAF80A}" dt="2026-09-01T04:25:25.435" v="9282" actId="729"/>
        <pc:sldMkLst>
          <pc:docMk/>
          <pc:sldMk cId="0" sldId="258"/>
        </pc:sldMkLst>
        <pc:spChg chg="mod">
          <ac:chgData name="Felipe Augusto Pereira Modesto" userId="4cfa2047-34c4-4805-a4af-c50c0e252d09" providerId="ADAL" clId="{C59351D7-9912-4368-A343-67B94AFAF80A}" dt="2026-09-01T03:59:16.647" v="9067" actId="1076"/>
          <ac:spMkLst>
            <pc:docMk/>
            <pc:sldMk cId="0" sldId="258"/>
            <ac:spMk id="8" creationId="{00000000-0000-0000-0000-000000000000}"/>
          </ac:spMkLst>
        </pc:spChg>
        <pc:spChg chg="mod">
          <ac:chgData name="Felipe Augusto Pereira Modesto" userId="4cfa2047-34c4-4805-a4af-c50c0e252d09" providerId="ADAL" clId="{C59351D7-9912-4368-A343-67B94AFAF80A}" dt="2026-09-01T03:49:29.875" v="8331" actId="20577"/>
          <ac:spMkLst>
            <pc:docMk/>
            <pc:sldMk cId="0" sldId="258"/>
            <ac:spMk id="12" creationId="{00000000-0000-0000-0000-000000000000}"/>
          </ac:spMkLst>
        </pc:spChg>
        <pc:spChg chg="mod">
          <ac:chgData name="Felipe Augusto Pereira Modesto" userId="4cfa2047-34c4-4805-a4af-c50c0e252d09" providerId="ADAL" clId="{C59351D7-9912-4368-A343-67B94AFAF80A}" dt="2026-09-01T04:13:06.231" v="9185" actId="20577"/>
          <ac:spMkLst>
            <pc:docMk/>
            <pc:sldMk cId="0" sldId="258"/>
            <ac:spMk id="15" creationId="{00000000-0000-0000-0000-000000000000}"/>
          </ac:spMkLst>
        </pc:spChg>
        <pc:spChg chg="mod">
          <ac:chgData name="Felipe Augusto Pereira Modesto" userId="4cfa2047-34c4-4805-a4af-c50c0e252d09" providerId="ADAL" clId="{C59351D7-9912-4368-A343-67B94AFAF80A}" dt="2026-09-01T04:00:04.048" v="9068" actId="14100"/>
          <ac:spMkLst>
            <pc:docMk/>
            <pc:sldMk cId="0" sldId="258"/>
            <ac:spMk id="51" creationId="{94078E15-DD50-CA53-0385-5E6AEC3CF0E3}"/>
          </ac:spMkLst>
        </pc:spChg>
        <pc:spChg chg="mod">
          <ac:chgData name="Felipe Augusto Pereira Modesto" userId="4cfa2047-34c4-4805-a4af-c50c0e252d09" providerId="ADAL" clId="{C59351D7-9912-4368-A343-67B94AFAF80A}" dt="2026-09-01T03:53:07.544" v="8673" actId="1076"/>
          <ac:spMkLst>
            <pc:docMk/>
            <pc:sldMk cId="0" sldId="258"/>
            <ac:spMk id="52" creationId="{689B84B0-C222-85A8-945A-DA2E6240CCFF}"/>
          </ac:spMkLst>
        </pc:spChg>
        <pc:spChg chg="mod">
          <ac:chgData name="Felipe Augusto Pereira Modesto" userId="4cfa2047-34c4-4805-a4af-c50c0e252d09" providerId="ADAL" clId="{C59351D7-9912-4368-A343-67B94AFAF80A}" dt="2026-09-01T03:53:07.544" v="8673" actId="1076"/>
          <ac:spMkLst>
            <pc:docMk/>
            <pc:sldMk cId="0" sldId="258"/>
            <ac:spMk id="53" creationId="{311A2A2F-F5F6-286F-25B5-88A6A2A0C747}"/>
          </ac:spMkLst>
        </pc:spChg>
        <pc:spChg chg="mod">
          <ac:chgData name="Felipe Augusto Pereira Modesto" userId="4cfa2047-34c4-4805-a4af-c50c0e252d09" providerId="ADAL" clId="{C59351D7-9912-4368-A343-67B94AFAF80A}" dt="2026-09-01T03:52:57.564" v="8670" actId="1076"/>
          <ac:spMkLst>
            <pc:docMk/>
            <pc:sldMk cId="0" sldId="258"/>
            <ac:spMk id="54" creationId="{F30F99F9-C025-FF04-2205-60A330F8EC67}"/>
          </ac:spMkLst>
        </pc:spChg>
        <pc:spChg chg="mod">
          <ac:chgData name="Felipe Augusto Pereira Modesto" userId="4cfa2047-34c4-4805-a4af-c50c0e252d09" providerId="ADAL" clId="{C59351D7-9912-4368-A343-67B94AFAF80A}" dt="2026-09-01T04:01:40.558" v="9130" actId="20577"/>
          <ac:spMkLst>
            <pc:docMk/>
            <pc:sldMk cId="0" sldId="258"/>
            <ac:spMk id="55" creationId="{02CA38E4-8044-AEA5-5CC3-5C6C829C9388}"/>
          </ac:spMkLst>
        </pc:spChg>
        <pc:spChg chg="mod">
          <ac:chgData name="Felipe Augusto Pereira Modesto" userId="4cfa2047-34c4-4805-a4af-c50c0e252d09" providerId="ADAL" clId="{C59351D7-9912-4368-A343-67B94AFAF80A}" dt="2026-09-01T04:00:09.745" v="9069" actId="1076"/>
          <ac:spMkLst>
            <pc:docMk/>
            <pc:sldMk cId="0" sldId="258"/>
            <ac:spMk id="57" creationId="{16270BD3-393A-E012-42DB-2D0708C2A27F}"/>
          </ac:spMkLst>
        </pc:spChg>
      </pc:sldChg>
      <pc:sldChg chg="mod modShow">
        <pc:chgData name="Felipe Augusto Pereira Modesto" userId="4cfa2047-34c4-4805-a4af-c50c0e252d09" providerId="ADAL" clId="{C59351D7-9912-4368-A343-67B94AFAF80A}" dt="2026-08-31T02:37:34.697" v="4464" actId="729"/>
        <pc:sldMkLst>
          <pc:docMk/>
          <pc:sldMk cId="0" sldId="2147483544"/>
        </pc:sldMkLst>
      </pc:sldChg>
      <pc:sldChg chg="addSp delSp modSp add mod ord modShow">
        <pc:chgData name="Felipe Augusto Pereira Modesto" userId="4cfa2047-34c4-4805-a4af-c50c0e252d09" providerId="ADAL" clId="{C59351D7-9912-4368-A343-67B94AFAF80A}" dt="2026-08-31T22:41:14.624" v="7099"/>
        <pc:sldMkLst>
          <pc:docMk/>
          <pc:sldMk cId="0" sldId="2147483547"/>
        </pc:sldMkLst>
      </pc:sldChg>
      <pc:sldChg chg="mod modShow">
        <pc:chgData name="Felipe Augusto Pereira Modesto" userId="4cfa2047-34c4-4805-a4af-c50c0e252d09" providerId="ADAL" clId="{C59351D7-9912-4368-A343-67B94AFAF80A}" dt="2026-08-31T02:37:40.656" v="4465" actId="729"/>
        <pc:sldMkLst>
          <pc:docMk/>
          <pc:sldMk cId="3278575048" sldId="2147483604"/>
        </pc:sldMkLst>
      </pc:sldChg>
      <pc:sldChg chg="addSp delSp mod modShow">
        <pc:chgData name="Felipe Augusto Pereira Modesto" userId="4cfa2047-34c4-4805-a4af-c50c0e252d09" providerId="ADAL" clId="{C59351D7-9912-4368-A343-67B94AFAF80A}" dt="2026-08-31T02:37:26.982" v="4463" actId="729"/>
        <pc:sldMkLst>
          <pc:docMk/>
          <pc:sldMk cId="1811288558" sldId="2147483605"/>
        </pc:sldMkLst>
      </pc:sldChg>
      <pc:sldChg chg="addSp modSp mod modShow">
        <pc:chgData name="Felipe Augusto Pereira Modesto" userId="4cfa2047-34c4-4805-a4af-c50c0e252d09" providerId="ADAL" clId="{C59351D7-9912-4368-A343-67B94AFAF80A}" dt="2026-08-31T17:10:03.951" v="4531" actId="729"/>
        <pc:sldMkLst>
          <pc:docMk/>
          <pc:sldMk cId="0" sldId="2147483614"/>
        </pc:sldMkLst>
        <pc:spChg chg="add mod">
          <ac:chgData name="Felipe Augusto Pereira Modesto" userId="4cfa2047-34c4-4805-a4af-c50c0e252d09" providerId="ADAL" clId="{C59351D7-9912-4368-A343-67B94AFAF80A}" dt="2026-08-31T17:09:31.519" v="4530" actId="20577"/>
          <ac:spMkLst>
            <pc:docMk/>
            <pc:sldMk cId="0" sldId="2147483614"/>
            <ac:spMk id="10" creationId="{04D5E8B4-26D7-232D-4994-AE19ECB38815}"/>
          </ac:spMkLst>
        </pc:spChg>
      </pc:sldChg>
      <pc:sldChg chg="mod modShow">
        <pc:chgData name="Felipe Augusto Pereira Modesto" userId="4cfa2047-34c4-4805-a4af-c50c0e252d09" providerId="ADAL" clId="{C59351D7-9912-4368-A343-67B94AFAF80A}" dt="2026-08-31T02:37:23.024" v="4462" actId="729"/>
        <pc:sldMkLst>
          <pc:docMk/>
          <pc:sldMk cId="60380528" sldId="2147483615"/>
        </pc:sldMkLst>
      </pc:sldChg>
      <pc:sldChg chg="addSp modSp mod ord">
        <pc:chgData name="Felipe Augusto Pereira Modesto" userId="4cfa2047-34c4-4805-a4af-c50c0e252d09" providerId="ADAL" clId="{C59351D7-9912-4368-A343-67B94AFAF80A}" dt="2026-08-31T17:29:14.275" v="4959" actId="207"/>
        <pc:sldMkLst>
          <pc:docMk/>
          <pc:sldMk cId="0" sldId="2147483617"/>
        </pc:sldMkLst>
        <pc:spChg chg="add mod">
          <ac:chgData name="Felipe Augusto Pereira Modesto" userId="4cfa2047-34c4-4805-a4af-c50c0e252d09" providerId="ADAL" clId="{C59351D7-9912-4368-A343-67B94AFAF80A}" dt="2026-08-31T02:35:37.163" v="4443" actId="20577"/>
          <ac:spMkLst>
            <pc:docMk/>
            <pc:sldMk cId="0" sldId="2147483617"/>
            <ac:spMk id="2" creationId="{1F17B3EE-3B25-1C0D-6995-10E1638177D5}"/>
          </ac:spMkLst>
        </pc:spChg>
        <pc:spChg chg="mod">
          <ac:chgData name="Felipe Augusto Pereira Modesto" userId="4cfa2047-34c4-4805-a4af-c50c0e252d09" providerId="ADAL" clId="{C59351D7-9912-4368-A343-67B94AFAF80A}" dt="2026-08-31T01:26:01.573" v="835" actId="790"/>
          <ac:spMkLst>
            <pc:docMk/>
            <pc:sldMk cId="0" sldId="2147483617"/>
            <ac:spMk id="15" creationId="{00000000-0000-0000-0000-000000000000}"/>
          </ac:spMkLst>
        </pc:spChg>
        <pc:spChg chg="mod">
          <ac:chgData name="Felipe Augusto Pereira Modesto" userId="4cfa2047-34c4-4805-a4af-c50c0e252d09" providerId="ADAL" clId="{C59351D7-9912-4368-A343-67B94AFAF80A}" dt="2026-08-31T01:26:55.119" v="940" actId="20577"/>
          <ac:spMkLst>
            <pc:docMk/>
            <pc:sldMk cId="0" sldId="2147483617"/>
            <ac:spMk id="17" creationId="{00000000-0000-0000-0000-000000000000}"/>
          </ac:spMkLst>
        </pc:spChg>
        <pc:spChg chg="mod">
          <ac:chgData name="Felipe Augusto Pereira Modesto" userId="4cfa2047-34c4-4805-a4af-c50c0e252d09" providerId="ADAL" clId="{C59351D7-9912-4368-A343-67B94AFAF80A}" dt="2026-08-31T17:15:19.457" v="4641" actId="20577"/>
          <ac:spMkLst>
            <pc:docMk/>
            <pc:sldMk cId="0" sldId="2147483617"/>
            <ac:spMk id="19" creationId="{00000000-0000-0000-0000-000000000000}"/>
          </ac:spMkLst>
        </pc:spChg>
        <pc:spChg chg="mod">
          <ac:chgData name="Felipe Augusto Pereira Modesto" userId="4cfa2047-34c4-4805-a4af-c50c0e252d09" providerId="ADAL" clId="{C59351D7-9912-4368-A343-67B94AFAF80A}" dt="2026-08-31T01:33:05.282" v="1337" actId="790"/>
          <ac:spMkLst>
            <pc:docMk/>
            <pc:sldMk cId="0" sldId="2147483617"/>
            <ac:spMk id="30" creationId="{00000000-0000-0000-0000-000000000000}"/>
          </ac:spMkLst>
        </pc:spChg>
        <pc:spChg chg="mod">
          <ac:chgData name="Felipe Augusto Pereira Modesto" userId="4cfa2047-34c4-4805-a4af-c50c0e252d09" providerId="ADAL" clId="{C59351D7-9912-4368-A343-67B94AFAF80A}" dt="2026-08-31T01:38:42.732" v="1898" actId="20577"/>
          <ac:spMkLst>
            <pc:docMk/>
            <pc:sldMk cId="0" sldId="2147483617"/>
            <ac:spMk id="32" creationId="{00000000-0000-0000-0000-000000000000}"/>
          </ac:spMkLst>
        </pc:spChg>
        <pc:spChg chg="mod">
          <ac:chgData name="Felipe Augusto Pereira Modesto" userId="4cfa2047-34c4-4805-a4af-c50c0e252d09" providerId="ADAL" clId="{C59351D7-9912-4368-A343-67B94AFAF80A}" dt="2026-08-31T01:32:47.338" v="1336" actId="20577"/>
          <ac:spMkLst>
            <pc:docMk/>
            <pc:sldMk cId="0" sldId="2147483617"/>
            <ac:spMk id="34" creationId="{00000000-0000-0000-0000-000000000000}"/>
          </ac:spMkLst>
        </pc:spChg>
        <pc:spChg chg="mod">
          <ac:chgData name="Felipe Augusto Pereira Modesto" userId="4cfa2047-34c4-4805-a4af-c50c0e252d09" providerId="ADAL" clId="{C59351D7-9912-4368-A343-67B94AFAF80A}" dt="2026-08-31T17:28:13.223" v="4958" actId="207"/>
          <ac:spMkLst>
            <pc:docMk/>
            <pc:sldMk cId="0" sldId="2147483617"/>
            <ac:spMk id="36" creationId="{00000000-0000-0000-0000-000000000000}"/>
          </ac:spMkLst>
        </pc:spChg>
        <pc:spChg chg="mod">
          <ac:chgData name="Felipe Augusto Pereira Modesto" userId="4cfa2047-34c4-4805-a4af-c50c0e252d09" providerId="ADAL" clId="{C59351D7-9912-4368-A343-67B94AFAF80A}" dt="2026-08-31T01:33:58.804" v="1492" actId="20577"/>
          <ac:spMkLst>
            <pc:docMk/>
            <pc:sldMk cId="0" sldId="2147483617"/>
            <ac:spMk id="45" creationId="{00000000-0000-0000-0000-000000000000}"/>
          </ac:spMkLst>
        </pc:spChg>
        <pc:spChg chg="mod">
          <ac:chgData name="Felipe Augusto Pereira Modesto" userId="4cfa2047-34c4-4805-a4af-c50c0e252d09" providerId="ADAL" clId="{C59351D7-9912-4368-A343-67B94AFAF80A}" dt="2026-08-31T01:35:55.118" v="1652" actId="20577"/>
          <ac:spMkLst>
            <pc:docMk/>
            <pc:sldMk cId="0" sldId="2147483617"/>
            <ac:spMk id="47" creationId="{00000000-0000-0000-0000-000000000000}"/>
          </ac:spMkLst>
        </pc:spChg>
        <pc:spChg chg="mod">
          <ac:chgData name="Felipe Augusto Pereira Modesto" userId="4cfa2047-34c4-4805-a4af-c50c0e252d09" providerId="ADAL" clId="{C59351D7-9912-4368-A343-67B94AFAF80A}" dt="2026-08-31T17:16:18.102" v="4670" actId="20577"/>
          <ac:spMkLst>
            <pc:docMk/>
            <pc:sldMk cId="0" sldId="2147483617"/>
            <ac:spMk id="49" creationId="{00000000-0000-0000-0000-000000000000}"/>
          </ac:spMkLst>
        </pc:spChg>
        <pc:spChg chg="mod">
          <ac:chgData name="Felipe Augusto Pereira Modesto" userId="4cfa2047-34c4-4805-a4af-c50c0e252d09" providerId="ADAL" clId="{C59351D7-9912-4368-A343-67B94AFAF80A}" dt="2026-08-31T17:29:14.275" v="4959" actId="207"/>
          <ac:spMkLst>
            <pc:docMk/>
            <pc:sldMk cId="0" sldId="2147483617"/>
            <ac:spMk id="50" creationId="{00000000-0000-0000-0000-000000000000}"/>
          </ac:spMkLst>
        </pc:spChg>
        <pc:spChg chg="mod">
          <ac:chgData name="Felipe Augusto Pereira Modesto" userId="4cfa2047-34c4-4805-a4af-c50c0e252d09" providerId="ADAL" clId="{C59351D7-9912-4368-A343-67B94AFAF80A}" dt="2026-08-31T01:41:08.004" v="2121" actId="20577"/>
          <ac:spMkLst>
            <pc:docMk/>
            <pc:sldMk cId="0" sldId="2147483617"/>
            <ac:spMk id="60" creationId="{00000000-0000-0000-0000-000000000000}"/>
          </ac:spMkLst>
        </pc:spChg>
        <pc:spChg chg="mod">
          <ac:chgData name="Felipe Augusto Pereira Modesto" userId="4cfa2047-34c4-4805-a4af-c50c0e252d09" providerId="ADAL" clId="{C59351D7-9912-4368-A343-67B94AFAF80A}" dt="2026-08-31T01:40:45.687" v="2117" actId="790"/>
          <ac:spMkLst>
            <pc:docMk/>
            <pc:sldMk cId="0" sldId="2147483617"/>
            <ac:spMk id="62" creationId="{00000000-0000-0000-0000-000000000000}"/>
          </ac:spMkLst>
        </pc:spChg>
        <pc:spChg chg="mod">
          <ac:chgData name="Felipe Augusto Pereira Modesto" userId="4cfa2047-34c4-4805-a4af-c50c0e252d09" providerId="ADAL" clId="{C59351D7-9912-4368-A343-67B94AFAF80A}" dt="2026-08-31T17:16:44.845" v="4676" actId="20577"/>
          <ac:spMkLst>
            <pc:docMk/>
            <pc:sldMk cId="0" sldId="2147483617"/>
            <ac:spMk id="64" creationId="{00000000-0000-0000-0000-000000000000}"/>
          </ac:spMkLst>
        </pc:spChg>
      </pc:sldChg>
      <pc:sldChg chg="addSp modSp mod ord">
        <pc:chgData name="Felipe Augusto Pereira Modesto" userId="4cfa2047-34c4-4805-a4af-c50c0e252d09" providerId="ADAL" clId="{C59351D7-9912-4368-A343-67B94AFAF80A}" dt="2026-08-31T17:27:03.342" v="4954"/>
        <pc:sldMkLst>
          <pc:docMk/>
          <pc:sldMk cId="0" sldId="2147483618"/>
        </pc:sldMkLst>
        <pc:spChg chg="mod">
          <ac:chgData name="Felipe Augusto Pereira Modesto" userId="4cfa2047-34c4-4805-a4af-c50c0e252d09" providerId="ADAL" clId="{C59351D7-9912-4368-A343-67B94AFAF80A}" dt="2026-08-31T01:42:21.295" v="2165" actId="20577"/>
          <ac:spMkLst>
            <pc:docMk/>
            <pc:sldMk cId="0" sldId="2147483618"/>
            <ac:spMk id="13" creationId="{00000000-0000-0000-0000-000000000000}"/>
          </ac:spMkLst>
        </pc:spChg>
        <pc:spChg chg="mod">
          <ac:chgData name="Felipe Augusto Pereira Modesto" userId="4cfa2047-34c4-4805-a4af-c50c0e252d09" providerId="ADAL" clId="{C59351D7-9912-4368-A343-67B94AFAF80A}" dt="2026-08-31T01:44:13.583" v="2315" actId="20577"/>
          <ac:spMkLst>
            <pc:docMk/>
            <pc:sldMk cId="0" sldId="2147483618"/>
            <ac:spMk id="16" creationId="{00000000-0000-0000-0000-000000000000}"/>
          </ac:spMkLst>
        </pc:spChg>
        <pc:spChg chg="mod">
          <ac:chgData name="Felipe Augusto Pereira Modesto" userId="4cfa2047-34c4-4805-a4af-c50c0e252d09" providerId="ADAL" clId="{C59351D7-9912-4368-A343-67B94AFAF80A}" dt="2026-08-31T01:45:26.659" v="2460" actId="20577"/>
          <ac:spMkLst>
            <pc:docMk/>
            <pc:sldMk cId="0" sldId="2147483618"/>
            <ac:spMk id="23" creationId="{00000000-0000-0000-0000-000000000000}"/>
          </ac:spMkLst>
        </pc:spChg>
        <pc:spChg chg="mod">
          <ac:chgData name="Felipe Augusto Pereira Modesto" userId="4cfa2047-34c4-4805-a4af-c50c0e252d09" providerId="ADAL" clId="{C59351D7-9912-4368-A343-67B94AFAF80A}" dt="2026-08-31T01:47:04.606" v="2618" actId="20577"/>
          <ac:spMkLst>
            <pc:docMk/>
            <pc:sldMk cId="0" sldId="2147483618"/>
            <ac:spMk id="28" creationId="{00000000-0000-0000-0000-000000000000}"/>
          </ac:spMkLst>
        </pc:spChg>
        <pc:spChg chg="mod">
          <ac:chgData name="Felipe Augusto Pereira Modesto" userId="4cfa2047-34c4-4805-a4af-c50c0e252d09" providerId="ADAL" clId="{C59351D7-9912-4368-A343-67B94AFAF80A}" dt="2026-08-31T01:46:05.724" v="2521" actId="790"/>
          <ac:spMkLst>
            <pc:docMk/>
            <pc:sldMk cId="0" sldId="2147483618"/>
            <ac:spMk id="33" creationId="{00000000-0000-0000-0000-000000000000}"/>
          </ac:spMkLst>
        </pc:spChg>
        <pc:spChg chg="mod">
          <ac:chgData name="Felipe Augusto Pereira Modesto" userId="4cfa2047-34c4-4805-a4af-c50c0e252d09" providerId="ADAL" clId="{C59351D7-9912-4368-A343-67B94AFAF80A}" dt="2026-08-31T01:47:37.731" v="2695" actId="20577"/>
          <ac:spMkLst>
            <pc:docMk/>
            <pc:sldMk cId="0" sldId="2147483618"/>
            <ac:spMk id="38" creationId="{00000000-0000-0000-0000-000000000000}"/>
          </ac:spMkLst>
        </pc:spChg>
        <pc:spChg chg="add mod">
          <ac:chgData name="Felipe Augusto Pereira Modesto" userId="4cfa2047-34c4-4805-a4af-c50c0e252d09" providerId="ADAL" clId="{C59351D7-9912-4368-A343-67B94AFAF80A}" dt="2026-08-31T02:35:46.851" v="4445" actId="1076"/>
          <ac:spMkLst>
            <pc:docMk/>
            <pc:sldMk cId="0" sldId="2147483618"/>
            <ac:spMk id="48" creationId="{1D1E8077-B3C3-8423-F226-E1A3CD2A1582}"/>
          </ac:spMkLst>
        </pc:spChg>
        <pc:spChg chg="mod">
          <ac:chgData name="Felipe Augusto Pereira Modesto" userId="4cfa2047-34c4-4805-a4af-c50c0e252d09" providerId="ADAL" clId="{C59351D7-9912-4368-A343-67B94AFAF80A}" dt="2026-08-31T17:27:03.342" v="4954"/>
          <ac:spMkLst>
            <pc:docMk/>
            <pc:sldMk cId="0" sldId="2147483618"/>
            <ac:spMk id="53" creationId="{0B49A999-5F15-8443-A733-0027CA981336}"/>
          </ac:spMkLst>
        </pc:spChg>
      </pc:sldChg>
      <pc:sldChg chg="addSp delSp modSp mod ord">
        <pc:chgData name="Felipe Augusto Pereira Modesto" userId="4cfa2047-34c4-4805-a4af-c50c0e252d09" providerId="ADAL" clId="{C59351D7-9912-4368-A343-67B94AFAF80A}" dt="2026-09-01T03:20:59.474" v="7513" actId="20577"/>
        <pc:sldMkLst>
          <pc:docMk/>
          <pc:sldMk cId="0" sldId="2147483619"/>
        </pc:sldMkLst>
        <pc:spChg chg="mod">
          <ac:chgData name="Felipe Augusto Pereira Modesto" userId="4cfa2047-34c4-4805-a4af-c50c0e252d09" providerId="ADAL" clId="{C59351D7-9912-4368-A343-67B94AFAF80A}" dt="2026-09-01T03:20:59.474" v="7513" actId="20577"/>
          <ac:spMkLst>
            <pc:docMk/>
            <pc:sldMk cId="0" sldId="2147483619"/>
            <ac:spMk id="17" creationId="{00000000-0000-0000-0000-000000000000}"/>
          </ac:spMkLst>
        </pc:spChg>
        <pc:spChg chg="mod">
          <ac:chgData name="Felipe Augusto Pereira Modesto" userId="4cfa2047-34c4-4805-a4af-c50c0e252d09" providerId="ADAL" clId="{C59351D7-9912-4368-A343-67B94AFAF80A}" dt="2026-09-01T03:15:55.753" v="7505" actId="20577"/>
          <ac:spMkLst>
            <pc:docMk/>
            <pc:sldMk cId="0" sldId="2147483619"/>
            <ac:spMk id="18" creationId="{00000000-0000-0000-0000-000000000000}"/>
          </ac:spMkLst>
        </pc:spChg>
        <pc:spChg chg="del">
          <ac:chgData name="Felipe Augusto Pereira Modesto" userId="4cfa2047-34c4-4805-a4af-c50c0e252d09" providerId="ADAL" clId="{C59351D7-9912-4368-A343-67B94AFAF80A}" dt="2026-08-31T22:43:17.573" v="7111" actId="478"/>
          <ac:spMkLst>
            <pc:docMk/>
            <pc:sldMk cId="0" sldId="2147483619"/>
            <ac:spMk id="21" creationId="{00000000-0000-0000-0000-000000000000}"/>
          </ac:spMkLst>
        </pc:spChg>
        <pc:spChg chg="mod">
          <ac:chgData name="Felipe Augusto Pereira Modesto" userId="4cfa2047-34c4-4805-a4af-c50c0e252d09" providerId="ADAL" clId="{C59351D7-9912-4368-A343-67B94AFAF80A}" dt="2026-09-01T03:15:32.460" v="7497" actId="20577"/>
          <ac:spMkLst>
            <pc:docMk/>
            <pc:sldMk cId="0" sldId="2147483619"/>
            <ac:spMk id="24" creationId="{00000000-0000-0000-0000-000000000000}"/>
          </ac:spMkLst>
        </pc:spChg>
        <pc:spChg chg="mod">
          <ac:chgData name="Felipe Augusto Pereira Modesto" userId="4cfa2047-34c4-4805-a4af-c50c0e252d09" providerId="ADAL" clId="{C59351D7-9912-4368-A343-67B94AFAF80A}" dt="2026-09-01T03:16:06.529" v="7507" actId="20577"/>
          <ac:spMkLst>
            <pc:docMk/>
            <pc:sldMk cId="0" sldId="2147483619"/>
            <ac:spMk id="25" creationId="{00000000-0000-0000-0000-000000000000}"/>
          </ac:spMkLst>
        </pc:spChg>
        <pc:spChg chg="del">
          <ac:chgData name="Felipe Augusto Pereira Modesto" userId="4cfa2047-34c4-4805-a4af-c50c0e252d09" providerId="ADAL" clId="{C59351D7-9912-4368-A343-67B94AFAF80A}" dt="2026-08-31T22:43:05.029" v="7102" actId="478"/>
          <ac:spMkLst>
            <pc:docMk/>
            <pc:sldMk cId="0" sldId="2147483619"/>
            <ac:spMk id="28" creationId="{00000000-0000-0000-0000-000000000000}"/>
          </ac:spMkLst>
        </pc:spChg>
        <pc:spChg chg="mod">
          <ac:chgData name="Felipe Augusto Pereira Modesto" userId="4cfa2047-34c4-4805-a4af-c50c0e252d09" providerId="ADAL" clId="{C59351D7-9912-4368-A343-67B94AFAF80A}" dt="2026-09-01T03:16:13.745" v="7511" actId="20577"/>
          <ac:spMkLst>
            <pc:docMk/>
            <pc:sldMk cId="0" sldId="2147483619"/>
            <ac:spMk id="31" creationId="{00000000-0000-0000-0000-000000000000}"/>
          </ac:spMkLst>
        </pc:spChg>
        <pc:spChg chg="mod">
          <ac:chgData name="Felipe Augusto Pereira Modesto" userId="4cfa2047-34c4-4805-a4af-c50c0e252d09" providerId="ADAL" clId="{C59351D7-9912-4368-A343-67B94AFAF80A}" dt="2026-08-31T22:44:30.861" v="7121" actId="20577"/>
          <ac:spMkLst>
            <pc:docMk/>
            <pc:sldMk cId="0" sldId="2147483619"/>
            <ac:spMk id="32" creationId="{00000000-0000-0000-0000-000000000000}"/>
          </ac:spMkLst>
        </pc:spChg>
        <pc:spChg chg="mod">
          <ac:chgData name="Felipe Augusto Pereira Modesto" userId="4cfa2047-34c4-4805-a4af-c50c0e252d09" providerId="ADAL" clId="{C59351D7-9912-4368-A343-67B94AFAF80A}" dt="2026-09-01T03:01:39.785" v="7254" actId="20577"/>
          <ac:spMkLst>
            <pc:docMk/>
            <pc:sldMk cId="0" sldId="2147483619"/>
            <ac:spMk id="74" creationId="{00000000-0000-0000-0000-000000000000}"/>
          </ac:spMkLst>
        </pc:spChg>
        <pc:spChg chg="add mod">
          <ac:chgData name="Felipe Augusto Pereira Modesto" userId="4cfa2047-34c4-4805-a4af-c50c0e252d09" providerId="ADAL" clId="{C59351D7-9912-4368-A343-67B94AFAF80A}" dt="2026-08-31T02:36:59.925" v="4454" actId="1076"/>
          <ac:spMkLst>
            <pc:docMk/>
            <pc:sldMk cId="0" sldId="2147483619"/>
            <ac:spMk id="93" creationId="{A9C686AE-AD92-D796-A94F-6FCDDB8DD1AB}"/>
          </ac:spMkLst>
        </pc:spChg>
        <pc:spChg chg="add del">
          <ac:chgData name="Felipe Augusto Pereira Modesto" userId="4cfa2047-34c4-4805-a4af-c50c0e252d09" providerId="ADAL" clId="{C59351D7-9912-4368-A343-67B94AFAF80A}" dt="2026-08-31T22:41:08.317" v="7098" actId="22"/>
          <ac:spMkLst>
            <pc:docMk/>
            <pc:sldMk cId="0" sldId="2147483619"/>
            <ac:spMk id="95" creationId="{4825BE1D-F3A7-5355-7E54-6DAD611E43BE}"/>
          </ac:spMkLst>
        </pc:spChg>
        <pc:spChg chg="add mod">
          <ac:chgData name="Felipe Augusto Pereira Modesto" userId="4cfa2047-34c4-4805-a4af-c50c0e252d09" providerId="ADAL" clId="{C59351D7-9912-4368-A343-67B94AFAF80A}" dt="2026-08-31T22:43:13.958" v="7110" actId="1035"/>
          <ac:spMkLst>
            <pc:docMk/>
            <pc:sldMk cId="0" sldId="2147483619"/>
            <ac:spMk id="96" creationId="{ACCFF177-4D63-5FC4-EC10-086E2B034F71}"/>
          </ac:spMkLst>
        </pc:spChg>
        <pc:spChg chg="add mod">
          <ac:chgData name="Felipe Augusto Pereira Modesto" userId="4cfa2047-34c4-4805-a4af-c50c0e252d09" providerId="ADAL" clId="{C59351D7-9912-4368-A343-67B94AFAF80A}" dt="2026-08-31T22:43:24.903" v="7113" actId="1076"/>
          <ac:spMkLst>
            <pc:docMk/>
            <pc:sldMk cId="0" sldId="2147483619"/>
            <ac:spMk id="97" creationId="{C7339C7E-6569-A596-9083-CAFF9E5ABFE2}"/>
          </ac:spMkLst>
        </pc:spChg>
      </pc:sldChg>
      <pc:sldChg chg="addSp modSp mod ord">
        <pc:chgData name="Felipe Augusto Pereira Modesto" userId="4cfa2047-34c4-4805-a4af-c50c0e252d09" providerId="ADAL" clId="{C59351D7-9912-4368-A343-67B94AFAF80A}" dt="2026-08-31T17:27:08.463" v="4956"/>
        <pc:sldMkLst>
          <pc:docMk/>
          <pc:sldMk cId="0" sldId="2147483620"/>
        </pc:sldMkLst>
        <pc:spChg chg="mod">
          <ac:chgData name="Felipe Augusto Pereira Modesto" userId="4cfa2047-34c4-4805-a4af-c50c0e252d09" providerId="ADAL" clId="{C59351D7-9912-4368-A343-67B94AFAF80A}" dt="2026-08-31T01:48:31.796" v="2822" actId="6549"/>
          <ac:spMkLst>
            <pc:docMk/>
            <pc:sldMk cId="0" sldId="2147483620"/>
            <ac:spMk id="13" creationId="{00000000-0000-0000-0000-000000000000}"/>
          </ac:spMkLst>
        </pc:spChg>
        <pc:spChg chg="mod">
          <ac:chgData name="Felipe Augusto Pereira Modesto" userId="4cfa2047-34c4-4805-a4af-c50c0e252d09" providerId="ADAL" clId="{C59351D7-9912-4368-A343-67B94AFAF80A}" dt="2026-08-31T01:49:19.966" v="2877" actId="20577"/>
          <ac:spMkLst>
            <pc:docMk/>
            <pc:sldMk cId="0" sldId="2147483620"/>
            <ac:spMk id="16" creationId="{00000000-0000-0000-0000-000000000000}"/>
          </ac:spMkLst>
        </pc:spChg>
        <pc:spChg chg="mod">
          <ac:chgData name="Felipe Augusto Pereira Modesto" userId="4cfa2047-34c4-4805-a4af-c50c0e252d09" providerId="ADAL" clId="{C59351D7-9912-4368-A343-67B94AFAF80A}" dt="2026-08-31T01:49:42.670" v="2912" actId="20577"/>
          <ac:spMkLst>
            <pc:docMk/>
            <pc:sldMk cId="0" sldId="2147483620"/>
            <ac:spMk id="23" creationId="{00000000-0000-0000-0000-000000000000}"/>
          </ac:spMkLst>
        </pc:spChg>
        <pc:spChg chg="mod">
          <ac:chgData name="Felipe Augusto Pereira Modesto" userId="4cfa2047-34c4-4805-a4af-c50c0e252d09" providerId="ADAL" clId="{C59351D7-9912-4368-A343-67B94AFAF80A}" dt="2026-08-31T01:51:16.078" v="3072" actId="790"/>
          <ac:spMkLst>
            <pc:docMk/>
            <pc:sldMk cId="0" sldId="2147483620"/>
            <ac:spMk id="28" creationId="{00000000-0000-0000-0000-000000000000}"/>
          </ac:spMkLst>
        </pc:spChg>
        <pc:spChg chg="mod">
          <ac:chgData name="Felipe Augusto Pereira Modesto" userId="4cfa2047-34c4-4805-a4af-c50c0e252d09" providerId="ADAL" clId="{C59351D7-9912-4368-A343-67B94AFAF80A}" dt="2026-08-31T01:50:25.556" v="2996" actId="790"/>
          <ac:spMkLst>
            <pc:docMk/>
            <pc:sldMk cId="0" sldId="2147483620"/>
            <ac:spMk id="33" creationId="{00000000-0000-0000-0000-000000000000}"/>
          </ac:spMkLst>
        </pc:spChg>
        <pc:spChg chg="mod">
          <ac:chgData name="Felipe Augusto Pereira Modesto" userId="4cfa2047-34c4-4805-a4af-c50c0e252d09" providerId="ADAL" clId="{C59351D7-9912-4368-A343-67B94AFAF80A}" dt="2026-08-31T01:51:49.932" v="3110" actId="13926"/>
          <ac:spMkLst>
            <pc:docMk/>
            <pc:sldMk cId="0" sldId="2147483620"/>
            <ac:spMk id="38" creationId="{00000000-0000-0000-0000-000000000000}"/>
          </ac:spMkLst>
        </pc:spChg>
        <pc:spChg chg="add mod">
          <ac:chgData name="Felipe Augusto Pereira Modesto" userId="4cfa2047-34c4-4805-a4af-c50c0e252d09" providerId="ADAL" clId="{C59351D7-9912-4368-A343-67B94AFAF80A}" dt="2026-08-31T02:35:50.239" v="4447" actId="1076"/>
          <ac:spMkLst>
            <pc:docMk/>
            <pc:sldMk cId="0" sldId="2147483620"/>
            <ac:spMk id="48" creationId="{E1D34E4B-A566-47EF-EF96-86C7273BF7C3}"/>
          </ac:spMkLst>
        </pc:spChg>
      </pc:sldChg>
      <pc:sldChg chg="addSp modSp mod ord">
        <pc:chgData name="Felipe Augusto Pereira Modesto" userId="4cfa2047-34c4-4805-a4af-c50c0e252d09" providerId="ADAL" clId="{C59351D7-9912-4368-A343-67B94AFAF80A}" dt="2026-09-01T03:23:34.074" v="7532" actId="6549"/>
        <pc:sldMkLst>
          <pc:docMk/>
          <pc:sldMk cId="0" sldId="2147483621"/>
        </pc:sldMkLst>
        <pc:spChg chg="mod">
          <ac:chgData name="Felipe Augusto Pereira Modesto" userId="4cfa2047-34c4-4805-a4af-c50c0e252d09" providerId="ADAL" clId="{C59351D7-9912-4368-A343-67B94AFAF80A}" dt="2026-09-01T03:23:23.715" v="7529" actId="20577"/>
          <ac:spMkLst>
            <pc:docMk/>
            <pc:sldMk cId="0" sldId="2147483621"/>
            <ac:spMk id="18" creationId="{00000000-0000-0000-0000-000000000000}"/>
          </ac:spMkLst>
        </pc:spChg>
        <pc:spChg chg="mod">
          <ac:chgData name="Felipe Augusto Pereira Modesto" userId="4cfa2047-34c4-4805-a4af-c50c0e252d09" providerId="ADAL" clId="{C59351D7-9912-4368-A343-67B94AFAF80A}" dt="2026-09-01T03:23:34.074" v="7532" actId="6549"/>
          <ac:spMkLst>
            <pc:docMk/>
            <pc:sldMk cId="0" sldId="2147483621"/>
            <ac:spMk id="24" creationId="{00000000-0000-0000-0000-000000000000}"/>
          </ac:spMkLst>
        </pc:spChg>
        <pc:spChg chg="add mod">
          <ac:chgData name="Felipe Augusto Pereira Modesto" userId="4cfa2047-34c4-4805-a4af-c50c0e252d09" providerId="ADAL" clId="{C59351D7-9912-4368-A343-67B94AFAF80A}" dt="2026-08-31T02:37:02.692" v="4456" actId="1076"/>
          <ac:spMkLst>
            <pc:docMk/>
            <pc:sldMk cId="0" sldId="2147483621"/>
            <ac:spMk id="93" creationId="{3AD44F02-510C-1318-B696-F14DD96D4F58}"/>
          </ac:spMkLst>
        </pc:spChg>
      </pc:sldChg>
      <pc:sldChg chg="addSp modSp mod ord">
        <pc:chgData name="Felipe Augusto Pereira Modesto" userId="4cfa2047-34c4-4805-a4af-c50c0e252d09" providerId="ADAL" clId="{C59351D7-9912-4368-A343-67B94AFAF80A}" dt="2026-08-31T02:35:52.485" v="4448"/>
        <pc:sldMkLst>
          <pc:docMk/>
          <pc:sldMk cId="0" sldId="2147483622"/>
        </pc:sldMkLst>
        <pc:spChg chg="mod">
          <ac:chgData name="Felipe Augusto Pereira Modesto" userId="4cfa2047-34c4-4805-a4af-c50c0e252d09" providerId="ADAL" clId="{C59351D7-9912-4368-A343-67B94AFAF80A}" dt="2026-08-31T01:53:12.195" v="3197" actId="790"/>
          <ac:spMkLst>
            <pc:docMk/>
            <pc:sldMk cId="0" sldId="2147483622"/>
            <ac:spMk id="13" creationId="{00000000-0000-0000-0000-000000000000}"/>
          </ac:spMkLst>
        </pc:spChg>
        <pc:spChg chg="mod">
          <ac:chgData name="Felipe Augusto Pereira Modesto" userId="4cfa2047-34c4-4805-a4af-c50c0e252d09" providerId="ADAL" clId="{C59351D7-9912-4368-A343-67B94AFAF80A}" dt="2026-08-31T01:54:06.631" v="3278" actId="790"/>
          <ac:spMkLst>
            <pc:docMk/>
            <pc:sldMk cId="0" sldId="2147483622"/>
            <ac:spMk id="16" creationId="{00000000-0000-0000-0000-000000000000}"/>
          </ac:spMkLst>
        </pc:spChg>
        <pc:spChg chg="mod">
          <ac:chgData name="Felipe Augusto Pereira Modesto" userId="4cfa2047-34c4-4805-a4af-c50c0e252d09" providerId="ADAL" clId="{C59351D7-9912-4368-A343-67B94AFAF80A}" dt="2026-08-31T01:55:40.137" v="3371" actId="790"/>
          <ac:spMkLst>
            <pc:docMk/>
            <pc:sldMk cId="0" sldId="2147483622"/>
            <ac:spMk id="23" creationId="{00000000-0000-0000-0000-000000000000}"/>
          </ac:spMkLst>
        </pc:spChg>
        <pc:spChg chg="mod">
          <ac:chgData name="Felipe Augusto Pereira Modesto" userId="4cfa2047-34c4-4805-a4af-c50c0e252d09" providerId="ADAL" clId="{C59351D7-9912-4368-A343-67B94AFAF80A}" dt="2026-08-31T01:59:19.046" v="3475"/>
          <ac:spMkLst>
            <pc:docMk/>
            <pc:sldMk cId="0" sldId="2147483622"/>
            <ac:spMk id="28" creationId="{00000000-0000-0000-0000-000000000000}"/>
          </ac:spMkLst>
        </pc:spChg>
        <pc:spChg chg="mod">
          <ac:chgData name="Felipe Augusto Pereira Modesto" userId="4cfa2047-34c4-4805-a4af-c50c0e252d09" providerId="ADAL" clId="{C59351D7-9912-4368-A343-67B94AFAF80A}" dt="2026-08-31T02:00:09.492" v="3596" actId="20577"/>
          <ac:spMkLst>
            <pc:docMk/>
            <pc:sldMk cId="0" sldId="2147483622"/>
            <ac:spMk id="33" creationId="{00000000-0000-0000-0000-000000000000}"/>
          </ac:spMkLst>
        </pc:spChg>
        <pc:spChg chg="mod">
          <ac:chgData name="Felipe Augusto Pereira Modesto" userId="4cfa2047-34c4-4805-a4af-c50c0e252d09" providerId="ADAL" clId="{C59351D7-9912-4368-A343-67B94AFAF80A}" dt="2026-08-31T02:00:27.223" v="3612" actId="13926"/>
          <ac:spMkLst>
            <pc:docMk/>
            <pc:sldMk cId="0" sldId="2147483622"/>
            <ac:spMk id="38" creationId="{00000000-0000-0000-0000-000000000000}"/>
          </ac:spMkLst>
        </pc:spChg>
        <pc:spChg chg="add mod">
          <ac:chgData name="Felipe Augusto Pereira Modesto" userId="4cfa2047-34c4-4805-a4af-c50c0e252d09" providerId="ADAL" clId="{C59351D7-9912-4368-A343-67B94AFAF80A}" dt="2026-08-31T02:35:52.485" v="4448"/>
          <ac:spMkLst>
            <pc:docMk/>
            <pc:sldMk cId="0" sldId="2147483622"/>
            <ac:spMk id="48" creationId="{24861C46-E1D1-5B5D-D503-EC5D768C76B8}"/>
          </ac:spMkLst>
        </pc:spChg>
      </pc:sldChg>
      <pc:sldChg chg="addSp modSp mod ord">
        <pc:chgData name="Felipe Augusto Pereira Modesto" userId="4cfa2047-34c4-4805-a4af-c50c0e252d09" providerId="ADAL" clId="{C59351D7-9912-4368-A343-67B94AFAF80A}" dt="2026-08-31T02:37:06.766" v="4458" actId="1076"/>
        <pc:sldMkLst>
          <pc:docMk/>
          <pc:sldMk cId="0" sldId="2147483623"/>
        </pc:sldMkLst>
        <pc:spChg chg="add mod">
          <ac:chgData name="Felipe Augusto Pereira Modesto" userId="4cfa2047-34c4-4805-a4af-c50c0e252d09" providerId="ADAL" clId="{C59351D7-9912-4368-A343-67B94AFAF80A}" dt="2026-08-31T02:37:06.766" v="4458" actId="1076"/>
          <ac:spMkLst>
            <pc:docMk/>
            <pc:sldMk cId="0" sldId="2147483623"/>
            <ac:spMk id="93" creationId="{AB0CE8BC-5221-636B-BC4C-E106C9A9C6CF}"/>
          </ac:spMkLst>
        </pc:spChg>
      </pc:sldChg>
      <pc:sldChg chg="addSp delSp modSp mod ord">
        <pc:chgData name="Felipe Augusto Pereira Modesto" userId="4cfa2047-34c4-4805-a4af-c50c0e252d09" providerId="ADAL" clId="{C59351D7-9912-4368-A343-67B94AFAF80A}" dt="2026-08-31T17:30:00.499" v="4968" actId="1076"/>
        <pc:sldMkLst>
          <pc:docMk/>
          <pc:sldMk cId="0" sldId="2147483624"/>
        </pc:sldMkLst>
        <pc:spChg chg="del">
          <ac:chgData name="Felipe Augusto Pereira Modesto" userId="4cfa2047-34c4-4805-a4af-c50c0e252d09" providerId="ADAL" clId="{C59351D7-9912-4368-A343-67B94AFAF80A}" dt="2026-08-31T17:29:42.251" v="4961" actId="478"/>
          <ac:spMkLst>
            <pc:docMk/>
            <pc:sldMk cId="0" sldId="2147483624"/>
            <ac:spMk id="2" creationId="{00000000-0000-0000-0000-000000000000}"/>
          </ac:spMkLst>
        </pc:spChg>
        <pc:spChg chg="mod">
          <ac:chgData name="Felipe Augusto Pereira Modesto" userId="4cfa2047-34c4-4805-a4af-c50c0e252d09" providerId="ADAL" clId="{C59351D7-9912-4368-A343-67B94AFAF80A}" dt="2026-08-31T02:01:05.966" v="3651" actId="20577"/>
          <ac:spMkLst>
            <pc:docMk/>
            <pc:sldMk cId="0" sldId="2147483624"/>
            <ac:spMk id="5" creationId="{00000000-0000-0000-0000-000000000000}"/>
          </ac:spMkLst>
        </pc:spChg>
        <pc:spChg chg="add mod">
          <ac:chgData name="Felipe Augusto Pereira Modesto" userId="4cfa2047-34c4-4805-a4af-c50c0e252d09" providerId="ADAL" clId="{C59351D7-9912-4368-A343-67B94AFAF80A}" dt="2026-08-31T17:29:43.048" v="4962"/>
          <ac:spMkLst>
            <pc:docMk/>
            <pc:sldMk cId="0" sldId="2147483624"/>
            <ac:spMk id="6" creationId="{43B9692E-DDD3-D0C3-D0D4-222961ACB175}"/>
          </ac:spMkLst>
        </pc:spChg>
        <pc:spChg chg="add mod">
          <ac:chgData name="Felipe Augusto Pereira Modesto" userId="4cfa2047-34c4-4805-a4af-c50c0e252d09" providerId="ADAL" clId="{C59351D7-9912-4368-A343-67B94AFAF80A}" dt="2026-08-31T02:35:57.157" v="4450" actId="1076"/>
          <ac:spMkLst>
            <pc:docMk/>
            <pc:sldMk cId="0" sldId="2147483624"/>
            <ac:spMk id="6" creationId="{67C68024-15F9-76B5-9234-333824A85419}"/>
          </ac:spMkLst>
        </pc:spChg>
        <pc:spChg chg="mod">
          <ac:chgData name="Felipe Augusto Pereira Modesto" userId="4cfa2047-34c4-4805-a4af-c50c0e252d09" providerId="ADAL" clId="{C59351D7-9912-4368-A343-67B94AFAF80A}" dt="2026-08-31T17:30:00.499" v="4968" actId="1076"/>
          <ac:spMkLst>
            <pc:docMk/>
            <pc:sldMk cId="0" sldId="2147483624"/>
            <ac:spMk id="7" creationId="{00000000-0000-0000-0000-000000000000}"/>
          </ac:spMkLst>
        </pc:spChg>
        <pc:spChg chg="mod">
          <ac:chgData name="Felipe Augusto Pereira Modesto" userId="4cfa2047-34c4-4805-a4af-c50c0e252d09" providerId="ADAL" clId="{C59351D7-9912-4368-A343-67B94AFAF80A}" dt="2026-08-31T17:29:51.551" v="4964" actId="1076"/>
          <ac:spMkLst>
            <pc:docMk/>
            <pc:sldMk cId="0" sldId="2147483624"/>
            <ac:spMk id="8" creationId="{00000000-0000-0000-0000-000000000000}"/>
          </ac:spMkLst>
        </pc:spChg>
        <pc:spChg chg="mod">
          <ac:chgData name="Felipe Augusto Pereira Modesto" userId="4cfa2047-34c4-4805-a4af-c50c0e252d09" providerId="ADAL" clId="{C59351D7-9912-4368-A343-67B94AFAF80A}" dt="2026-08-31T02:02:56.875" v="3890" actId="20577"/>
          <ac:spMkLst>
            <pc:docMk/>
            <pc:sldMk cId="0" sldId="2147483624"/>
            <ac:spMk id="16" creationId="{00000000-0000-0000-0000-000000000000}"/>
          </ac:spMkLst>
        </pc:spChg>
        <pc:spChg chg="mod">
          <ac:chgData name="Felipe Augusto Pereira Modesto" userId="4cfa2047-34c4-4805-a4af-c50c0e252d09" providerId="ADAL" clId="{C59351D7-9912-4368-A343-67B94AFAF80A}" dt="2026-08-31T02:03:37.451" v="4010" actId="20577"/>
          <ac:spMkLst>
            <pc:docMk/>
            <pc:sldMk cId="0" sldId="2147483624"/>
            <ac:spMk id="23" creationId="{00000000-0000-0000-0000-000000000000}"/>
          </ac:spMkLst>
        </pc:spChg>
        <pc:spChg chg="mod">
          <ac:chgData name="Felipe Augusto Pereira Modesto" userId="4cfa2047-34c4-4805-a4af-c50c0e252d09" providerId="ADAL" clId="{C59351D7-9912-4368-A343-67B94AFAF80A}" dt="2026-08-31T02:06:45.996" v="4307" actId="20577"/>
          <ac:spMkLst>
            <pc:docMk/>
            <pc:sldMk cId="0" sldId="2147483624"/>
            <ac:spMk id="28" creationId="{00000000-0000-0000-0000-000000000000}"/>
          </ac:spMkLst>
        </pc:spChg>
        <pc:spChg chg="mod">
          <ac:chgData name="Felipe Augusto Pereira Modesto" userId="4cfa2047-34c4-4805-a4af-c50c0e252d09" providerId="ADAL" clId="{C59351D7-9912-4368-A343-67B94AFAF80A}" dt="2026-08-31T02:05:09.242" v="4104" actId="790"/>
          <ac:spMkLst>
            <pc:docMk/>
            <pc:sldMk cId="0" sldId="2147483624"/>
            <ac:spMk id="33" creationId="{00000000-0000-0000-0000-000000000000}"/>
          </ac:spMkLst>
        </pc:spChg>
        <pc:spChg chg="mod">
          <ac:chgData name="Felipe Augusto Pereira Modesto" userId="4cfa2047-34c4-4805-a4af-c50c0e252d09" providerId="ADAL" clId="{C59351D7-9912-4368-A343-67B94AFAF80A}" dt="2026-08-31T02:07:07.751" v="4345" actId="13926"/>
          <ac:spMkLst>
            <pc:docMk/>
            <pc:sldMk cId="0" sldId="2147483624"/>
            <ac:spMk id="38" creationId="{00000000-0000-0000-0000-000000000000}"/>
          </ac:spMkLst>
        </pc:spChg>
      </pc:sldChg>
      <pc:sldChg chg="addSp modSp mod ord">
        <pc:chgData name="Felipe Augusto Pereira Modesto" userId="4cfa2047-34c4-4805-a4af-c50c0e252d09" providerId="ADAL" clId="{C59351D7-9912-4368-A343-67B94AFAF80A}" dt="2026-08-31T02:37:10.456" v="4460" actId="1076"/>
        <pc:sldMkLst>
          <pc:docMk/>
          <pc:sldMk cId="0" sldId="2147483625"/>
        </pc:sldMkLst>
        <pc:spChg chg="add mod">
          <ac:chgData name="Felipe Augusto Pereira Modesto" userId="4cfa2047-34c4-4805-a4af-c50c0e252d09" providerId="ADAL" clId="{C59351D7-9912-4368-A343-67B94AFAF80A}" dt="2026-08-31T02:37:10.456" v="4460" actId="1076"/>
          <ac:spMkLst>
            <pc:docMk/>
            <pc:sldMk cId="0" sldId="2147483625"/>
            <ac:spMk id="2" creationId="{F60A9FF4-F591-B693-3688-C3DADACAC582}"/>
          </ac:spMkLst>
        </pc:spChg>
      </pc:sldChg>
      <pc:sldChg chg="ord">
        <pc:chgData name="Felipe Augusto Pereira Modesto" userId="4cfa2047-34c4-4805-a4af-c50c0e252d09" providerId="ADAL" clId="{C59351D7-9912-4368-A343-67B94AFAF80A}" dt="2026-08-31T02:26:14.908" v="4357"/>
        <pc:sldMkLst>
          <pc:docMk/>
          <pc:sldMk cId="0" sldId="2147483626"/>
        </pc:sldMkLst>
      </pc:sldChg>
      <pc:sldChg chg="addSp delSp modSp add mod">
        <pc:chgData name="Felipe Augusto Pereira Modesto" userId="4cfa2047-34c4-4805-a4af-c50c0e252d09" providerId="ADAL" clId="{C59351D7-9912-4368-A343-67B94AFAF80A}" dt="2026-08-31T02:35:12.208" v="4418" actId="20577"/>
        <pc:sldMkLst>
          <pc:docMk/>
          <pc:sldMk cId="2397930725" sldId="2147483627"/>
        </pc:sldMkLst>
        <pc:spChg chg="add mod">
          <ac:chgData name="Felipe Augusto Pereira Modesto" userId="4cfa2047-34c4-4805-a4af-c50c0e252d09" providerId="ADAL" clId="{C59351D7-9912-4368-A343-67B94AFAF80A}" dt="2026-08-31T02:35:12.208" v="4418" actId="20577"/>
          <ac:spMkLst>
            <pc:docMk/>
            <pc:sldMk cId="2397930725" sldId="2147483627"/>
            <ac:spMk id="2" creationId="{45089D79-3564-FFE4-F2D2-C3D2CEEA9353}"/>
          </ac:spMkLst>
        </pc:spChg>
        <pc:spChg chg="mod">
          <ac:chgData name="Felipe Augusto Pereira Modesto" userId="4cfa2047-34c4-4805-a4af-c50c0e252d09" providerId="ADAL" clId="{C59351D7-9912-4368-A343-67B94AFAF80A}" dt="2026-08-31T02:33:13.407" v="4380" actId="20577"/>
          <ac:spMkLst>
            <pc:docMk/>
            <pc:sldMk cId="2397930725" sldId="2147483627"/>
            <ac:spMk id="116" creationId="{B86707BD-3996-E0EF-53D3-226CEA749789}"/>
          </ac:spMkLst>
        </pc:spChg>
        <pc:spChg chg="mod">
          <ac:chgData name="Felipe Augusto Pereira Modesto" userId="4cfa2047-34c4-4805-a4af-c50c0e252d09" providerId="ADAL" clId="{C59351D7-9912-4368-A343-67B94AFAF80A}" dt="2026-08-31T02:33:36.946" v="4396" actId="20577"/>
          <ac:spMkLst>
            <pc:docMk/>
            <pc:sldMk cId="2397930725" sldId="2147483627"/>
            <ac:spMk id="132" creationId="{4C62EA80-7813-0C51-6548-35FE4F0B3EC3}"/>
          </ac:spMkLst>
        </pc:spChg>
        <pc:spChg chg="del">
          <ac:chgData name="Felipe Augusto Pereira Modesto" userId="4cfa2047-34c4-4805-a4af-c50c0e252d09" providerId="ADAL" clId="{C59351D7-9912-4368-A343-67B94AFAF80A}" dt="2026-08-31T02:33:45.196" v="4397" actId="478"/>
          <ac:spMkLst>
            <pc:docMk/>
            <pc:sldMk cId="2397930725" sldId="2147483627"/>
            <ac:spMk id="148" creationId="{1492A703-B97A-3018-9F90-4A6B408341DE}"/>
          </ac:spMkLst>
        </pc:spChg>
        <pc:spChg chg="del">
          <ac:chgData name="Felipe Augusto Pereira Modesto" userId="4cfa2047-34c4-4805-a4af-c50c0e252d09" providerId="ADAL" clId="{C59351D7-9912-4368-A343-67B94AFAF80A}" dt="2026-08-31T02:33:45.196" v="4397" actId="478"/>
          <ac:spMkLst>
            <pc:docMk/>
            <pc:sldMk cId="2397930725" sldId="2147483627"/>
            <ac:spMk id="150" creationId="{936043E0-978A-F4C7-32BD-8874BCFDB23D}"/>
          </ac:spMkLst>
        </pc:spChg>
        <pc:spChg chg="del">
          <ac:chgData name="Felipe Augusto Pereira Modesto" userId="4cfa2047-34c4-4805-a4af-c50c0e252d09" providerId="ADAL" clId="{C59351D7-9912-4368-A343-67B94AFAF80A}" dt="2026-08-31T02:33:45.196" v="4397" actId="478"/>
          <ac:spMkLst>
            <pc:docMk/>
            <pc:sldMk cId="2397930725" sldId="2147483627"/>
            <ac:spMk id="153" creationId="{22645D62-FC5D-D53F-DA4A-C6F7863FD6AE}"/>
          </ac:spMkLst>
        </pc:spChg>
        <pc:spChg chg="del">
          <ac:chgData name="Felipe Augusto Pereira Modesto" userId="4cfa2047-34c4-4805-a4af-c50c0e252d09" providerId="ADAL" clId="{C59351D7-9912-4368-A343-67B94AFAF80A}" dt="2026-08-31T02:33:45.196" v="4397" actId="478"/>
          <ac:spMkLst>
            <pc:docMk/>
            <pc:sldMk cId="2397930725" sldId="2147483627"/>
            <ac:spMk id="156" creationId="{466D2345-F81C-C9AB-33DC-7FA9D70B9E58}"/>
          </ac:spMkLst>
        </pc:spChg>
        <pc:spChg chg="del">
          <ac:chgData name="Felipe Augusto Pereira Modesto" userId="4cfa2047-34c4-4805-a4af-c50c0e252d09" providerId="ADAL" clId="{C59351D7-9912-4368-A343-67B94AFAF80A}" dt="2026-08-31T02:33:45.196" v="4397" actId="478"/>
          <ac:spMkLst>
            <pc:docMk/>
            <pc:sldMk cId="2397930725" sldId="2147483627"/>
            <ac:spMk id="157" creationId="{7810355B-2806-DFDC-042C-B3615395FE47}"/>
          </ac:spMkLst>
        </pc:spChg>
        <pc:spChg chg="del">
          <ac:chgData name="Felipe Augusto Pereira Modesto" userId="4cfa2047-34c4-4805-a4af-c50c0e252d09" providerId="ADAL" clId="{C59351D7-9912-4368-A343-67B94AFAF80A}" dt="2026-08-31T02:33:45.196" v="4397" actId="478"/>
          <ac:spMkLst>
            <pc:docMk/>
            <pc:sldMk cId="2397930725" sldId="2147483627"/>
            <ac:spMk id="158" creationId="{9E6412EA-8B99-616D-D224-3E2C18C7351A}"/>
          </ac:spMkLst>
        </pc:spChg>
        <pc:spChg chg="del">
          <ac:chgData name="Felipe Augusto Pereira Modesto" userId="4cfa2047-34c4-4805-a4af-c50c0e252d09" providerId="ADAL" clId="{C59351D7-9912-4368-A343-67B94AFAF80A}" dt="2026-08-31T02:33:52.877" v="4398" actId="478"/>
          <ac:spMkLst>
            <pc:docMk/>
            <pc:sldMk cId="2397930725" sldId="2147483627"/>
            <ac:spMk id="160" creationId="{0FB5A8EE-3F6B-C949-1893-89BE8B3D0FCF}"/>
          </ac:spMkLst>
        </pc:spChg>
        <pc:spChg chg="del">
          <ac:chgData name="Felipe Augusto Pereira Modesto" userId="4cfa2047-34c4-4805-a4af-c50c0e252d09" providerId="ADAL" clId="{C59351D7-9912-4368-A343-67B94AFAF80A}" dt="2026-08-31T02:33:52.877" v="4398" actId="478"/>
          <ac:spMkLst>
            <pc:docMk/>
            <pc:sldMk cId="2397930725" sldId="2147483627"/>
            <ac:spMk id="161" creationId="{FD978700-C6BB-3491-6B29-F08DD1284754}"/>
          </ac:spMkLst>
        </pc:spChg>
        <pc:spChg chg="del">
          <ac:chgData name="Felipe Augusto Pereira Modesto" userId="4cfa2047-34c4-4805-a4af-c50c0e252d09" providerId="ADAL" clId="{C59351D7-9912-4368-A343-67B94AFAF80A}" dt="2026-08-31T02:33:45.196" v="4397" actId="478"/>
          <ac:spMkLst>
            <pc:docMk/>
            <pc:sldMk cId="2397930725" sldId="2147483627"/>
            <ac:spMk id="165" creationId="{EC088192-72B4-21BD-D9A8-0802FCDFBB09}"/>
          </ac:spMkLst>
        </pc:spChg>
        <pc:spChg chg="del">
          <ac:chgData name="Felipe Augusto Pereira Modesto" userId="4cfa2047-34c4-4805-a4af-c50c0e252d09" providerId="ADAL" clId="{C59351D7-9912-4368-A343-67B94AFAF80A}" dt="2026-08-31T02:33:45.196" v="4397" actId="478"/>
          <ac:spMkLst>
            <pc:docMk/>
            <pc:sldMk cId="2397930725" sldId="2147483627"/>
            <ac:spMk id="166" creationId="{F9BFCE54-E402-B655-23F7-386DA84F3B9B}"/>
          </ac:spMkLst>
        </pc:spChg>
        <pc:spChg chg="del">
          <ac:chgData name="Felipe Augusto Pereira Modesto" userId="4cfa2047-34c4-4805-a4af-c50c0e252d09" providerId="ADAL" clId="{C59351D7-9912-4368-A343-67B94AFAF80A}" dt="2026-08-31T02:33:45.196" v="4397" actId="478"/>
          <ac:spMkLst>
            <pc:docMk/>
            <pc:sldMk cId="2397930725" sldId="2147483627"/>
            <ac:spMk id="169" creationId="{EA3AED5C-BAB8-91E4-AA12-3AB2B4E34092}"/>
          </ac:spMkLst>
        </pc:spChg>
        <pc:spChg chg="del">
          <ac:chgData name="Felipe Augusto Pereira Modesto" userId="4cfa2047-34c4-4805-a4af-c50c0e252d09" providerId="ADAL" clId="{C59351D7-9912-4368-A343-67B94AFAF80A}" dt="2026-08-31T02:33:45.196" v="4397" actId="478"/>
          <ac:spMkLst>
            <pc:docMk/>
            <pc:sldMk cId="2397930725" sldId="2147483627"/>
            <ac:spMk id="171" creationId="{BBE0C2CA-41F0-476D-21D1-9838F3B609F9}"/>
          </ac:spMkLst>
        </pc:spChg>
        <pc:spChg chg="del">
          <ac:chgData name="Felipe Augusto Pereira Modesto" userId="4cfa2047-34c4-4805-a4af-c50c0e252d09" providerId="ADAL" clId="{C59351D7-9912-4368-A343-67B94AFAF80A}" dt="2026-08-31T02:33:52.877" v="4398" actId="478"/>
          <ac:spMkLst>
            <pc:docMk/>
            <pc:sldMk cId="2397930725" sldId="2147483627"/>
            <ac:spMk id="174" creationId="{FF514495-78C1-BA4C-41A8-25FD822E8B99}"/>
          </ac:spMkLst>
        </pc:spChg>
        <pc:spChg chg="del">
          <ac:chgData name="Felipe Augusto Pereira Modesto" userId="4cfa2047-34c4-4805-a4af-c50c0e252d09" providerId="ADAL" clId="{C59351D7-9912-4368-A343-67B94AFAF80A}" dt="2026-08-31T02:33:52.877" v="4398" actId="478"/>
          <ac:spMkLst>
            <pc:docMk/>
            <pc:sldMk cId="2397930725" sldId="2147483627"/>
            <ac:spMk id="175" creationId="{C9E707A5-096D-63B6-DF94-A149B97190D4}"/>
          </ac:spMkLst>
        </pc:spChg>
        <pc:spChg chg="del">
          <ac:chgData name="Felipe Augusto Pereira Modesto" userId="4cfa2047-34c4-4805-a4af-c50c0e252d09" providerId="ADAL" clId="{C59351D7-9912-4368-A343-67B94AFAF80A}" dt="2026-08-31T02:33:52.877" v="4398" actId="478"/>
          <ac:spMkLst>
            <pc:docMk/>
            <pc:sldMk cId="2397930725" sldId="2147483627"/>
            <ac:spMk id="176" creationId="{13B91BB1-BAC8-A977-16E0-314C81DEDBC1}"/>
          </ac:spMkLst>
        </pc:spChg>
        <pc:spChg chg="del">
          <ac:chgData name="Felipe Augusto Pereira Modesto" userId="4cfa2047-34c4-4805-a4af-c50c0e252d09" providerId="ADAL" clId="{C59351D7-9912-4368-A343-67B94AFAF80A}" dt="2026-08-31T02:33:52.877" v="4398" actId="478"/>
          <ac:spMkLst>
            <pc:docMk/>
            <pc:sldMk cId="2397930725" sldId="2147483627"/>
            <ac:spMk id="177" creationId="{29D315E3-AFB4-2C6B-847A-DE816B672654}"/>
          </ac:spMkLst>
        </pc:spChg>
        <pc:grpChg chg="del">
          <ac:chgData name="Felipe Augusto Pereira Modesto" userId="4cfa2047-34c4-4805-a4af-c50c0e252d09" providerId="ADAL" clId="{C59351D7-9912-4368-A343-67B94AFAF80A}" dt="2026-08-31T02:33:52.877" v="4398" actId="478"/>
          <ac:grpSpMkLst>
            <pc:docMk/>
            <pc:sldMk cId="2397930725" sldId="2147483627"/>
            <ac:grpSpMk id="203" creationId="{2CA6036F-A36B-A971-6A42-6D1B1CA9AB50}"/>
          </ac:grpSpMkLst>
        </pc:grpChg>
        <pc:grpChg chg="del">
          <ac:chgData name="Felipe Augusto Pereira Modesto" userId="4cfa2047-34c4-4805-a4af-c50c0e252d09" providerId="ADAL" clId="{C59351D7-9912-4368-A343-67B94AFAF80A}" dt="2026-08-31T02:33:52.877" v="4398" actId="478"/>
          <ac:grpSpMkLst>
            <pc:docMk/>
            <pc:sldMk cId="2397930725" sldId="2147483627"/>
            <ac:grpSpMk id="206" creationId="{69ADBF4B-8B57-F9BD-61AF-FDDA2E9ACDD2}"/>
          </ac:grpSpMkLst>
        </pc:grpChg>
      </pc:sldChg>
      <pc:sldChg chg="modSp del">
        <pc:chgData name="Felipe Augusto Pereira Modesto" userId="4cfa2047-34c4-4805-a4af-c50c0e252d09" providerId="ADAL" clId="{C59351D7-9912-4368-A343-67B94AFAF80A}" dt="2026-08-31T17:29:22.974" v="4960" actId="47"/>
        <pc:sldMkLst>
          <pc:docMk/>
          <pc:sldMk cId="3780211178" sldId="2147483627"/>
        </pc:sldMkLst>
        <pc:spChg chg="mod">
          <ac:chgData name="Felipe Augusto Pereira Modesto" userId="4cfa2047-34c4-4805-a4af-c50c0e252d09" providerId="ADAL" clId="{C59351D7-9912-4368-A343-67B94AFAF80A}" dt="2026-08-31T17:27:22.016" v="4957"/>
          <ac:spMkLst>
            <pc:docMk/>
            <pc:sldMk cId="3780211178" sldId="2147483627"/>
            <ac:spMk id="53" creationId="{5F390647-C6D9-B066-BB72-9426056F7CA5}"/>
          </ac:spMkLst>
        </pc:spChg>
      </pc:sldChg>
      <pc:sldChg chg="addSp delSp modSp mod ord modShow">
        <pc:chgData name="Felipe Augusto Pereira Modesto" userId="4cfa2047-34c4-4805-a4af-c50c0e252d09" providerId="ADAL" clId="{C59351D7-9912-4368-A343-67B94AFAF80A}" dt="2026-09-01T04:32:40.827" v="9289" actId="729"/>
        <pc:sldMkLst>
          <pc:docMk/>
          <pc:sldMk cId="0" sldId="2147483628"/>
        </pc:sldMkLst>
        <pc:spChg chg="del">
          <ac:chgData name="Felipe Augusto Pereira Modesto" userId="4cfa2047-34c4-4805-a4af-c50c0e252d09" providerId="ADAL" clId="{C59351D7-9912-4368-A343-67B94AFAF80A}" dt="2026-08-31T18:29:59.937" v="6143" actId="478"/>
          <ac:spMkLst>
            <pc:docMk/>
            <pc:sldMk cId="0" sldId="2147483628"/>
            <ac:spMk id="5" creationId="{00000000-0000-0000-0000-000000000000}"/>
          </ac:spMkLst>
        </pc:spChg>
        <pc:spChg chg="mod">
          <ac:chgData name="Felipe Augusto Pereira Modesto" userId="4cfa2047-34c4-4805-a4af-c50c0e252d09" providerId="ADAL" clId="{C59351D7-9912-4368-A343-67B94AFAF80A}" dt="2026-08-31T17:22:53.352" v="4929" actId="1076"/>
          <ac:spMkLst>
            <pc:docMk/>
            <pc:sldMk cId="0" sldId="2147483628"/>
            <ac:spMk id="8" creationId="{00000000-0000-0000-0000-000000000000}"/>
          </ac:spMkLst>
        </pc:spChg>
        <pc:spChg chg="mod">
          <ac:chgData name="Felipe Augusto Pereira Modesto" userId="4cfa2047-34c4-4805-a4af-c50c0e252d09" providerId="ADAL" clId="{C59351D7-9912-4368-A343-67B94AFAF80A}" dt="2026-08-31T17:25:00.903" v="4951" actId="313"/>
          <ac:spMkLst>
            <pc:docMk/>
            <pc:sldMk cId="0" sldId="2147483628"/>
            <ac:spMk id="12" creationId="{00000000-0000-0000-0000-000000000000}"/>
          </ac:spMkLst>
        </pc:spChg>
        <pc:spChg chg="mod">
          <ac:chgData name="Felipe Augusto Pereira Modesto" userId="4cfa2047-34c4-4805-a4af-c50c0e252d09" providerId="ADAL" clId="{C59351D7-9912-4368-A343-67B94AFAF80A}" dt="2026-08-31T17:22:58.133" v="4930" actId="14100"/>
          <ac:spMkLst>
            <pc:docMk/>
            <pc:sldMk cId="0" sldId="2147483628"/>
            <ac:spMk id="19" creationId="{00000000-0000-0000-0000-000000000000}"/>
          </ac:spMkLst>
        </pc:spChg>
        <pc:spChg chg="mod">
          <ac:chgData name="Felipe Augusto Pereira Modesto" userId="4cfa2047-34c4-4805-a4af-c50c0e252d09" providerId="ADAL" clId="{C59351D7-9912-4368-A343-67B94AFAF80A}" dt="2026-08-31T18:13:45.796" v="5505" actId="1076"/>
          <ac:spMkLst>
            <pc:docMk/>
            <pc:sldMk cId="0" sldId="2147483628"/>
            <ac:spMk id="20" creationId="{00000000-0000-0000-0000-000000000000}"/>
          </ac:spMkLst>
        </pc:spChg>
        <pc:spChg chg="mod">
          <ac:chgData name="Felipe Augusto Pereira Modesto" userId="4cfa2047-34c4-4805-a4af-c50c0e252d09" providerId="ADAL" clId="{C59351D7-9912-4368-A343-67B94AFAF80A}" dt="2026-08-31T18:13:45.796" v="5505" actId="1076"/>
          <ac:spMkLst>
            <pc:docMk/>
            <pc:sldMk cId="0" sldId="2147483628"/>
            <ac:spMk id="21" creationId="{00000000-0000-0000-0000-000000000000}"/>
          </ac:spMkLst>
        </pc:spChg>
        <pc:spChg chg="mod">
          <ac:chgData name="Felipe Augusto Pereira Modesto" userId="4cfa2047-34c4-4805-a4af-c50c0e252d09" providerId="ADAL" clId="{C59351D7-9912-4368-A343-67B94AFAF80A}" dt="2026-08-31T18:13:51.473" v="5518" actId="20577"/>
          <ac:spMkLst>
            <pc:docMk/>
            <pc:sldMk cId="0" sldId="2147483628"/>
            <ac:spMk id="22" creationId="{00000000-0000-0000-0000-000000000000}"/>
          </ac:spMkLst>
        </pc:spChg>
        <pc:spChg chg="mod">
          <ac:chgData name="Felipe Augusto Pereira Modesto" userId="4cfa2047-34c4-4805-a4af-c50c0e252d09" providerId="ADAL" clId="{C59351D7-9912-4368-A343-67B94AFAF80A}" dt="2026-08-31T22:22:35.716" v="6827" actId="27636"/>
          <ac:spMkLst>
            <pc:docMk/>
            <pc:sldMk cId="0" sldId="2147483628"/>
            <ac:spMk id="23" creationId="{00000000-0000-0000-0000-000000000000}"/>
          </ac:spMkLst>
        </pc:spChg>
        <pc:spChg chg="del">
          <ac:chgData name="Felipe Augusto Pereira Modesto" userId="4cfa2047-34c4-4805-a4af-c50c0e252d09" providerId="ADAL" clId="{C59351D7-9912-4368-A343-67B94AFAF80A}" dt="2026-08-31T17:34:25.550" v="5137" actId="478"/>
          <ac:spMkLst>
            <pc:docMk/>
            <pc:sldMk cId="0" sldId="2147483628"/>
            <ac:spMk id="39" creationId="{00000000-0000-0000-0000-000000000000}"/>
          </ac:spMkLst>
        </pc:spChg>
        <pc:spChg chg="add mod">
          <ac:chgData name="Felipe Augusto Pereira Modesto" userId="4cfa2047-34c4-4805-a4af-c50c0e252d09" providerId="ADAL" clId="{C59351D7-9912-4368-A343-67B94AFAF80A}" dt="2026-08-31T17:36:02.485" v="5214" actId="20577"/>
          <ac:spMkLst>
            <pc:docMk/>
            <pc:sldMk cId="0" sldId="2147483628"/>
            <ac:spMk id="50" creationId="{DE53848A-7ABE-D053-40EB-E243AF915B1B}"/>
          </ac:spMkLst>
        </pc:spChg>
      </pc:sldChg>
      <pc:sldChg chg="add del">
        <pc:chgData name="Felipe Augusto Pereira Modesto" userId="4cfa2047-34c4-4805-a4af-c50c0e252d09" providerId="ADAL" clId="{C59351D7-9912-4368-A343-67B94AFAF80A}" dt="2026-08-31T02:36:43.679" v="4452" actId="47"/>
        <pc:sldMkLst>
          <pc:docMk/>
          <pc:sldMk cId="2818709471" sldId="2147483628"/>
        </pc:sldMkLst>
      </pc:sldChg>
      <pc:sldChg chg="addSp delSp modSp mod modShow">
        <pc:chgData name="Felipe Augusto Pereira Modesto" userId="4cfa2047-34c4-4805-a4af-c50c0e252d09" providerId="ADAL" clId="{C59351D7-9912-4368-A343-67B94AFAF80A}" dt="2026-09-01T04:32:31.804" v="9288" actId="729"/>
        <pc:sldMkLst>
          <pc:docMk/>
          <pc:sldMk cId="469932869" sldId="2147483629"/>
        </pc:sldMkLst>
        <pc:spChg chg="mod">
          <ac:chgData name="Felipe Augusto Pereira Modesto" userId="4cfa2047-34c4-4805-a4af-c50c0e252d09" providerId="ADAL" clId="{C59351D7-9912-4368-A343-67B94AFAF80A}" dt="2026-08-31T17:38:23.162" v="5216" actId="27636"/>
          <ac:spMkLst>
            <pc:docMk/>
            <pc:sldMk cId="469932869" sldId="2147483629"/>
            <ac:spMk id="3" creationId="{AAFD2E8C-C3F6-A12B-1644-260D86A41205}"/>
          </ac:spMkLst>
        </pc:spChg>
        <pc:spChg chg="del">
          <ac:chgData name="Felipe Augusto Pereira Modesto" userId="4cfa2047-34c4-4805-a4af-c50c0e252d09" providerId="ADAL" clId="{C59351D7-9912-4368-A343-67B94AFAF80A}" dt="2026-08-31T18:29:54.536" v="6142" actId="478"/>
          <ac:spMkLst>
            <pc:docMk/>
            <pc:sldMk cId="469932869" sldId="2147483629"/>
            <ac:spMk id="5" creationId="{C441AEEA-9D9B-9629-23F2-0DD8A8284A09}"/>
          </ac:spMkLst>
        </pc:spChg>
        <pc:spChg chg="mod">
          <ac:chgData name="Felipe Augusto Pereira Modesto" userId="4cfa2047-34c4-4805-a4af-c50c0e252d09" providerId="ADAL" clId="{C59351D7-9912-4368-A343-67B94AFAF80A}" dt="2026-08-31T17:38:29.809" v="5218" actId="20577"/>
          <ac:spMkLst>
            <pc:docMk/>
            <pc:sldMk cId="469932869" sldId="2147483629"/>
            <ac:spMk id="12" creationId="{B3B0248E-BF9B-33A3-4C22-2D68CDCA9745}"/>
          </ac:spMkLst>
        </pc:spChg>
        <pc:spChg chg="mod">
          <ac:chgData name="Felipe Augusto Pereira Modesto" userId="4cfa2047-34c4-4805-a4af-c50c0e252d09" providerId="ADAL" clId="{C59351D7-9912-4368-A343-67B94AFAF80A}" dt="2026-08-31T17:38:41.982" v="5223" actId="20577"/>
          <ac:spMkLst>
            <pc:docMk/>
            <pc:sldMk cId="469932869" sldId="2147483629"/>
            <ac:spMk id="15" creationId="{7A105D50-20E7-859B-D2A6-1283590C7F0E}"/>
          </ac:spMkLst>
        </pc:spChg>
        <pc:spChg chg="mod">
          <ac:chgData name="Felipe Augusto Pereira Modesto" userId="4cfa2047-34c4-4805-a4af-c50c0e252d09" providerId="ADAL" clId="{C59351D7-9912-4368-A343-67B94AFAF80A}" dt="2026-08-31T18:02:31.595" v="5376" actId="1076"/>
          <ac:spMkLst>
            <pc:docMk/>
            <pc:sldMk cId="469932869" sldId="2147483629"/>
            <ac:spMk id="16" creationId="{9667CF9F-53EE-3B81-E5DE-ACDFA9EA0775}"/>
          </ac:spMkLst>
        </pc:spChg>
        <pc:spChg chg="mod">
          <ac:chgData name="Felipe Augusto Pereira Modesto" userId="4cfa2047-34c4-4805-a4af-c50c0e252d09" providerId="ADAL" clId="{C59351D7-9912-4368-A343-67B94AFAF80A}" dt="2026-08-31T18:02:20.602" v="5373" actId="1076"/>
          <ac:spMkLst>
            <pc:docMk/>
            <pc:sldMk cId="469932869" sldId="2147483629"/>
            <ac:spMk id="19" creationId="{9A6FC170-3387-E44D-1A32-151D9F4BFB20}"/>
          </ac:spMkLst>
        </pc:spChg>
        <pc:spChg chg="add del mod">
          <ac:chgData name="Felipe Augusto Pereira Modesto" userId="4cfa2047-34c4-4805-a4af-c50c0e252d09" providerId="ADAL" clId="{C59351D7-9912-4368-A343-67B94AFAF80A}" dt="2026-08-31T18:13:16.063" v="5477" actId="1076"/>
          <ac:spMkLst>
            <pc:docMk/>
            <pc:sldMk cId="469932869" sldId="2147483629"/>
            <ac:spMk id="20" creationId="{5B3E84F8-E54B-DA90-D9C8-F115CB64B7DA}"/>
          </ac:spMkLst>
        </pc:spChg>
        <pc:spChg chg="mod">
          <ac:chgData name="Felipe Augusto Pereira Modesto" userId="4cfa2047-34c4-4805-a4af-c50c0e252d09" providerId="ADAL" clId="{C59351D7-9912-4368-A343-67B94AFAF80A}" dt="2026-08-31T18:13:16.063" v="5477" actId="1076"/>
          <ac:spMkLst>
            <pc:docMk/>
            <pc:sldMk cId="469932869" sldId="2147483629"/>
            <ac:spMk id="21" creationId="{74A3348E-F394-A12D-0E06-E694101ED3E6}"/>
          </ac:spMkLst>
        </pc:spChg>
        <pc:spChg chg="mod">
          <ac:chgData name="Felipe Augusto Pereira Modesto" userId="4cfa2047-34c4-4805-a4af-c50c0e252d09" providerId="ADAL" clId="{C59351D7-9912-4368-A343-67B94AFAF80A}" dt="2026-08-31T18:13:32.742" v="5502" actId="20577"/>
          <ac:spMkLst>
            <pc:docMk/>
            <pc:sldMk cId="469932869" sldId="2147483629"/>
            <ac:spMk id="22" creationId="{E7415EF6-E36F-B9BA-E57B-F46F78620D03}"/>
          </ac:spMkLst>
        </pc:spChg>
        <pc:spChg chg="mod">
          <ac:chgData name="Felipe Augusto Pereira Modesto" userId="4cfa2047-34c4-4805-a4af-c50c0e252d09" providerId="ADAL" clId="{C59351D7-9912-4368-A343-67B94AFAF80A}" dt="2026-08-31T18:02:53.100" v="5378" actId="255"/>
          <ac:spMkLst>
            <pc:docMk/>
            <pc:sldMk cId="469932869" sldId="2147483629"/>
            <ac:spMk id="23" creationId="{F82170E7-80E4-BD29-FC15-279718241D6C}"/>
          </ac:spMkLst>
        </pc:spChg>
        <pc:spChg chg="mod">
          <ac:chgData name="Felipe Augusto Pereira Modesto" userId="4cfa2047-34c4-4805-a4af-c50c0e252d09" providerId="ADAL" clId="{C59351D7-9912-4368-A343-67B94AFAF80A}" dt="2026-08-31T17:58:03.205" v="5350" actId="1076"/>
          <ac:spMkLst>
            <pc:docMk/>
            <pc:sldMk cId="469932869" sldId="2147483629"/>
            <ac:spMk id="50" creationId="{D377B1C8-E647-3F01-B5C5-5E970DFE9DAF}"/>
          </ac:spMkLst>
        </pc:spChg>
        <pc:picChg chg="add mod">
          <ac:chgData name="Felipe Augusto Pereira Modesto" userId="4cfa2047-34c4-4805-a4af-c50c0e252d09" providerId="ADAL" clId="{C59351D7-9912-4368-A343-67B94AFAF80A}" dt="2026-08-31T18:03:06.498" v="5380" actId="1076"/>
          <ac:picMkLst>
            <pc:docMk/>
            <pc:sldMk cId="469932869" sldId="2147483629"/>
            <ac:picMk id="56" creationId="{52AC80A3-0304-9CA9-A58A-74DD8B0F817E}"/>
          </ac:picMkLst>
        </pc:picChg>
      </pc:sldChg>
      <pc:sldChg chg="delSp modSp mod modShow">
        <pc:chgData name="Felipe Augusto Pereira Modesto" userId="4cfa2047-34c4-4805-a4af-c50c0e252d09" providerId="ADAL" clId="{C59351D7-9912-4368-A343-67B94AFAF80A}" dt="2026-09-01T04:32:25.793" v="9287" actId="729"/>
        <pc:sldMkLst>
          <pc:docMk/>
          <pc:sldMk cId="3531417985" sldId="2147483630"/>
        </pc:sldMkLst>
        <pc:spChg chg="mod">
          <ac:chgData name="Felipe Augusto Pereira Modesto" userId="4cfa2047-34c4-4805-a4af-c50c0e252d09" providerId="ADAL" clId="{C59351D7-9912-4368-A343-67B94AFAF80A}" dt="2026-08-31T17:41:14.992" v="5296"/>
          <ac:spMkLst>
            <pc:docMk/>
            <pc:sldMk cId="3531417985" sldId="2147483630"/>
            <ac:spMk id="3" creationId="{BA0D3DDD-73DE-9B5D-E5FE-C8FFAD3E411D}"/>
          </ac:spMkLst>
        </pc:spChg>
        <pc:spChg chg="del">
          <ac:chgData name="Felipe Augusto Pereira Modesto" userId="4cfa2047-34c4-4805-a4af-c50c0e252d09" providerId="ADAL" clId="{C59351D7-9912-4368-A343-67B94AFAF80A}" dt="2026-08-31T18:29:50.908" v="6141" actId="478"/>
          <ac:spMkLst>
            <pc:docMk/>
            <pc:sldMk cId="3531417985" sldId="2147483630"/>
            <ac:spMk id="5" creationId="{10480744-C858-368F-7C94-7688EF05A452}"/>
          </ac:spMkLst>
        </pc:spChg>
        <pc:spChg chg="mod">
          <ac:chgData name="Felipe Augusto Pereira Modesto" userId="4cfa2047-34c4-4805-a4af-c50c0e252d09" providerId="ADAL" clId="{C59351D7-9912-4368-A343-67B94AFAF80A}" dt="2026-08-31T22:37:21.655" v="7002" actId="20577"/>
          <ac:spMkLst>
            <pc:docMk/>
            <pc:sldMk cId="3531417985" sldId="2147483630"/>
            <ac:spMk id="18" creationId="{40401215-87B2-E420-6A5B-6884C8BAC80D}"/>
          </ac:spMkLst>
        </pc:spChg>
        <pc:spChg chg="mod">
          <ac:chgData name="Felipe Augusto Pereira Modesto" userId="4cfa2047-34c4-4805-a4af-c50c0e252d09" providerId="ADAL" clId="{C59351D7-9912-4368-A343-67B94AFAF80A}" dt="2026-08-31T18:12:54.333" v="5473" actId="1076"/>
          <ac:spMkLst>
            <pc:docMk/>
            <pc:sldMk cId="3531417985" sldId="2147483630"/>
            <ac:spMk id="20" creationId="{B390C45A-6D6C-4986-881B-D75DBA028BAC}"/>
          </ac:spMkLst>
        </pc:spChg>
        <pc:spChg chg="mod">
          <ac:chgData name="Felipe Augusto Pereira Modesto" userId="4cfa2047-34c4-4805-a4af-c50c0e252d09" providerId="ADAL" clId="{C59351D7-9912-4368-A343-67B94AFAF80A}" dt="2026-08-31T18:12:54.333" v="5473" actId="1076"/>
          <ac:spMkLst>
            <pc:docMk/>
            <pc:sldMk cId="3531417985" sldId="2147483630"/>
            <ac:spMk id="21" creationId="{A389C7E7-BFB5-1D61-3AC8-429B42494D56}"/>
          </ac:spMkLst>
        </pc:spChg>
        <pc:spChg chg="mod">
          <ac:chgData name="Felipe Augusto Pereira Modesto" userId="4cfa2047-34c4-4805-a4af-c50c0e252d09" providerId="ADAL" clId="{C59351D7-9912-4368-A343-67B94AFAF80A}" dt="2026-08-31T18:14:12.069" v="5538" actId="20577"/>
          <ac:spMkLst>
            <pc:docMk/>
            <pc:sldMk cId="3531417985" sldId="2147483630"/>
            <ac:spMk id="22" creationId="{0AAD67FA-913F-DC39-83EA-3903884F9FB9}"/>
          </ac:spMkLst>
        </pc:spChg>
        <pc:spChg chg="mod">
          <ac:chgData name="Felipe Augusto Pereira Modesto" userId="4cfa2047-34c4-4805-a4af-c50c0e252d09" providerId="ADAL" clId="{C59351D7-9912-4368-A343-67B94AFAF80A}" dt="2026-09-01T03:11:55.324" v="7471" actId="20577"/>
          <ac:spMkLst>
            <pc:docMk/>
            <pc:sldMk cId="3531417985" sldId="2147483630"/>
            <ac:spMk id="23" creationId="{6A4D5F6D-EC57-E0B9-8404-3CD1CC95140C}"/>
          </ac:spMkLst>
        </pc:spChg>
        <pc:spChg chg="mod">
          <ac:chgData name="Felipe Augusto Pereira Modesto" userId="4cfa2047-34c4-4805-a4af-c50c0e252d09" providerId="ADAL" clId="{C59351D7-9912-4368-A343-67B94AFAF80A}" dt="2026-08-31T22:51:25.568" v="7247" actId="1076"/>
          <ac:spMkLst>
            <pc:docMk/>
            <pc:sldMk cId="3531417985" sldId="2147483630"/>
            <ac:spMk id="50" creationId="{D15BE998-15E6-F785-1B2B-A64526CFD705}"/>
          </ac:spMkLst>
        </pc:spChg>
      </pc:sldChg>
      <pc:sldChg chg="delSp modSp mod modShow">
        <pc:chgData name="Felipe Augusto Pereira Modesto" userId="4cfa2047-34c4-4805-a4af-c50c0e252d09" providerId="ADAL" clId="{C59351D7-9912-4368-A343-67B94AFAF80A}" dt="2026-09-01T04:32:20.051" v="9286" actId="729"/>
        <pc:sldMkLst>
          <pc:docMk/>
          <pc:sldMk cId="488489616" sldId="2147483631"/>
        </pc:sldMkLst>
        <pc:spChg chg="del">
          <ac:chgData name="Felipe Augusto Pereira Modesto" userId="4cfa2047-34c4-4805-a4af-c50c0e252d09" providerId="ADAL" clId="{C59351D7-9912-4368-A343-67B94AFAF80A}" dt="2026-08-31T18:29:45.786" v="6140" actId="478"/>
          <ac:spMkLst>
            <pc:docMk/>
            <pc:sldMk cId="488489616" sldId="2147483631"/>
            <ac:spMk id="5" creationId="{FD43C7E2-CA5F-4871-4032-65D91A4D4160}"/>
          </ac:spMkLst>
        </pc:spChg>
        <pc:spChg chg="mod">
          <ac:chgData name="Felipe Augusto Pereira Modesto" userId="4cfa2047-34c4-4805-a4af-c50c0e252d09" providerId="ADAL" clId="{C59351D7-9912-4368-A343-67B94AFAF80A}" dt="2026-08-31T18:19:08.526" v="5892" actId="313"/>
          <ac:spMkLst>
            <pc:docMk/>
            <pc:sldMk cId="488489616" sldId="2147483631"/>
            <ac:spMk id="12" creationId="{2E9632A7-5BA2-478B-F867-B0F8DB9E1AC9}"/>
          </ac:spMkLst>
        </pc:spChg>
        <pc:spChg chg="mod">
          <ac:chgData name="Felipe Augusto Pereira Modesto" userId="4cfa2047-34c4-4805-a4af-c50c0e252d09" providerId="ADAL" clId="{C59351D7-9912-4368-A343-67B94AFAF80A}" dt="2026-08-31T18:19:42.240" v="5896" actId="6549"/>
          <ac:spMkLst>
            <pc:docMk/>
            <pc:sldMk cId="488489616" sldId="2147483631"/>
            <ac:spMk id="15" creationId="{FA388766-2BA3-C2C1-E3D0-4B3F2B7A4A1A}"/>
          </ac:spMkLst>
        </pc:spChg>
        <pc:spChg chg="mod">
          <ac:chgData name="Felipe Augusto Pereira Modesto" userId="4cfa2047-34c4-4805-a4af-c50c0e252d09" providerId="ADAL" clId="{C59351D7-9912-4368-A343-67B94AFAF80A}" dt="2026-08-31T18:18:46.737" v="5889" actId="20577"/>
          <ac:spMkLst>
            <pc:docMk/>
            <pc:sldMk cId="488489616" sldId="2147483631"/>
            <ac:spMk id="22" creationId="{86423BB5-B90F-4DA8-8CC9-8D72586704F7}"/>
          </ac:spMkLst>
        </pc:spChg>
        <pc:spChg chg="mod">
          <ac:chgData name="Felipe Augusto Pereira Modesto" userId="4cfa2047-34c4-4805-a4af-c50c0e252d09" providerId="ADAL" clId="{C59351D7-9912-4368-A343-67B94AFAF80A}" dt="2026-08-31T22:51:12.473" v="7245" actId="20577"/>
          <ac:spMkLst>
            <pc:docMk/>
            <pc:sldMk cId="488489616" sldId="2147483631"/>
            <ac:spMk id="23" creationId="{09EA1BC8-9E85-068F-52D8-87F810562098}"/>
          </ac:spMkLst>
        </pc:spChg>
        <pc:spChg chg="mod">
          <ac:chgData name="Felipe Augusto Pereira Modesto" userId="4cfa2047-34c4-4805-a4af-c50c0e252d09" providerId="ADAL" clId="{C59351D7-9912-4368-A343-67B94AFAF80A}" dt="2026-08-31T22:51:20.123" v="7246" actId="1076"/>
          <ac:spMkLst>
            <pc:docMk/>
            <pc:sldMk cId="488489616" sldId="2147483631"/>
            <ac:spMk id="50" creationId="{48F115F3-0095-B4B0-A4AB-1F259A86D362}"/>
          </ac:spMkLst>
        </pc:spChg>
      </pc:sldChg>
      <pc:sldChg chg="modSp mod">
        <pc:chgData name="Felipe Augusto Pereira Modesto" userId="4cfa2047-34c4-4805-a4af-c50c0e252d09" providerId="ADAL" clId="{C59351D7-9912-4368-A343-67B94AFAF80A}" dt="2026-09-01T03:44:33.971" v="8290" actId="6549"/>
        <pc:sldMkLst>
          <pc:docMk/>
          <pc:sldMk cId="0" sldId="2147483633"/>
        </pc:sldMkLst>
        <pc:spChg chg="mod">
          <ac:chgData name="Felipe Augusto Pereira Modesto" userId="4cfa2047-34c4-4805-a4af-c50c0e252d09" providerId="ADAL" clId="{C59351D7-9912-4368-A343-67B94AFAF80A}" dt="2026-08-31T18:47:41.217" v="6171" actId="20577"/>
          <ac:spMkLst>
            <pc:docMk/>
            <pc:sldMk cId="0" sldId="2147483633"/>
            <ac:spMk id="4" creationId="{00000000-0000-0000-0000-000000000000}"/>
          </ac:spMkLst>
        </pc:spChg>
        <pc:spChg chg="mod">
          <ac:chgData name="Felipe Augusto Pereira Modesto" userId="4cfa2047-34c4-4805-a4af-c50c0e252d09" providerId="ADAL" clId="{C59351D7-9912-4368-A343-67B94AFAF80A}" dt="2026-09-01T03:44:21.374" v="8286" actId="1076"/>
          <ac:spMkLst>
            <pc:docMk/>
            <pc:sldMk cId="0" sldId="2147483633"/>
            <ac:spMk id="6" creationId="{00000000-0000-0000-0000-000000000000}"/>
          </ac:spMkLst>
        </pc:spChg>
        <pc:spChg chg="mod">
          <ac:chgData name="Felipe Augusto Pereira Modesto" userId="4cfa2047-34c4-4805-a4af-c50c0e252d09" providerId="ADAL" clId="{C59351D7-9912-4368-A343-67B94AFAF80A}" dt="2026-08-31T19:44:36.448" v="6679" actId="12"/>
          <ac:spMkLst>
            <pc:docMk/>
            <pc:sldMk cId="0" sldId="2147483633"/>
            <ac:spMk id="14" creationId="{00000000-0000-0000-0000-000000000000}"/>
          </ac:spMkLst>
        </pc:spChg>
        <pc:spChg chg="mod">
          <ac:chgData name="Felipe Augusto Pereira Modesto" userId="4cfa2047-34c4-4805-a4af-c50c0e252d09" providerId="ADAL" clId="{C59351D7-9912-4368-A343-67B94AFAF80A}" dt="2026-08-31T23:02:15.803" v="7252" actId="6549"/>
          <ac:spMkLst>
            <pc:docMk/>
            <pc:sldMk cId="0" sldId="2147483633"/>
            <ac:spMk id="16" creationId="{00000000-0000-0000-0000-000000000000}"/>
          </ac:spMkLst>
        </pc:spChg>
        <pc:spChg chg="mod">
          <ac:chgData name="Felipe Augusto Pereira Modesto" userId="4cfa2047-34c4-4805-a4af-c50c0e252d09" providerId="ADAL" clId="{C59351D7-9912-4368-A343-67B94AFAF80A}" dt="2026-09-01T03:44:12.023" v="8284" actId="1076"/>
          <ac:spMkLst>
            <pc:docMk/>
            <pc:sldMk cId="0" sldId="2147483633"/>
            <ac:spMk id="17" creationId="{00000000-0000-0000-0000-000000000000}"/>
          </ac:spMkLst>
        </pc:spChg>
        <pc:spChg chg="mod">
          <ac:chgData name="Felipe Augusto Pereira Modesto" userId="4cfa2047-34c4-4805-a4af-c50c0e252d09" providerId="ADAL" clId="{C59351D7-9912-4368-A343-67B94AFAF80A}" dt="2026-09-01T03:44:33.971" v="8290" actId="6549"/>
          <ac:spMkLst>
            <pc:docMk/>
            <pc:sldMk cId="0" sldId="2147483633"/>
            <ac:spMk id="18" creationId="{00000000-0000-0000-0000-000000000000}"/>
          </ac:spMkLst>
        </pc:spChg>
        <pc:spChg chg="mod">
          <ac:chgData name="Felipe Augusto Pereira Modesto" userId="4cfa2047-34c4-4805-a4af-c50c0e252d09" providerId="ADAL" clId="{C59351D7-9912-4368-A343-67B94AFAF80A}" dt="2026-09-01T03:43:47.357" v="8279" actId="1076"/>
          <ac:spMkLst>
            <pc:docMk/>
            <pc:sldMk cId="0" sldId="2147483633"/>
            <ac:spMk id="21" creationId="{00000000-0000-0000-0000-000000000000}"/>
          </ac:spMkLst>
        </pc:spChg>
        <pc:spChg chg="mod">
          <ac:chgData name="Felipe Augusto Pereira Modesto" userId="4cfa2047-34c4-4805-a4af-c50c0e252d09" providerId="ADAL" clId="{C59351D7-9912-4368-A343-67B94AFAF80A}" dt="2026-09-01T03:36:15.480" v="7812" actId="20577"/>
          <ac:spMkLst>
            <pc:docMk/>
            <pc:sldMk cId="0" sldId="2147483633"/>
            <ac:spMk id="29" creationId="{00000000-0000-0000-0000-000000000000}"/>
          </ac:spMkLst>
        </pc:spChg>
        <pc:spChg chg="mod">
          <ac:chgData name="Felipe Augusto Pereira Modesto" userId="4cfa2047-34c4-4805-a4af-c50c0e252d09" providerId="ADAL" clId="{C59351D7-9912-4368-A343-67B94AFAF80A}" dt="2026-09-01T03:39:28.945" v="8016" actId="20577"/>
          <ac:spMkLst>
            <pc:docMk/>
            <pc:sldMk cId="0" sldId="2147483633"/>
            <ac:spMk id="31" creationId="{00000000-0000-0000-0000-000000000000}"/>
          </ac:spMkLst>
        </pc:spChg>
        <pc:spChg chg="mod">
          <ac:chgData name="Felipe Augusto Pereira Modesto" userId="4cfa2047-34c4-4805-a4af-c50c0e252d09" providerId="ADAL" clId="{C59351D7-9912-4368-A343-67B94AFAF80A}" dt="2026-09-01T03:43:50.933" v="8280" actId="1076"/>
          <ac:spMkLst>
            <pc:docMk/>
            <pc:sldMk cId="0" sldId="2147483633"/>
            <ac:spMk id="32" creationId="{00000000-0000-0000-0000-000000000000}"/>
          </ac:spMkLst>
        </pc:spChg>
        <pc:spChg chg="mod">
          <ac:chgData name="Felipe Augusto Pereira Modesto" userId="4cfa2047-34c4-4805-a4af-c50c0e252d09" providerId="ADAL" clId="{C59351D7-9912-4368-A343-67B94AFAF80A}" dt="2026-09-01T03:43:54.656" v="8282" actId="27636"/>
          <ac:spMkLst>
            <pc:docMk/>
            <pc:sldMk cId="0" sldId="2147483633"/>
            <ac:spMk id="33" creationId="{00000000-0000-0000-0000-000000000000}"/>
          </ac:spMkLst>
        </pc:spChg>
      </pc:sldChg>
      <pc:sldChg chg="ord">
        <pc:chgData name="Felipe Augusto Pereira Modesto" userId="4cfa2047-34c4-4805-a4af-c50c0e252d09" providerId="ADAL" clId="{C59351D7-9912-4368-A343-67B94AFAF80A}" dt="2026-09-01T04:26:02.761" v="9285"/>
        <pc:sldMkLst>
          <pc:docMk/>
          <pc:sldMk cId="0" sldId="2147483634"/>
        </pc:sldMkLst>
      </pc:sldChg>
      <pc:sldChg chg="mod modShow">
        <pc:chgData name="Felipe Augusto Pereira Modesto" userId="4cfa2047-34c4-4805-a4af-c50c0e252d09" providerId="ADAL" clId="{C59351D7-9912-4368-A343-67B94AFAF80A}" dt="2026-09-01T04:25:30.103" v="9283" actId="729"/>
        <pc:sldMkLst>
          <pc:docMk/>
          <pc:sldMk cId="3195642449" sldId="2147483635"/>
        </pc:sldMkLst>
      </pc:sldChg>
    </pc:docChg>
  </pc:docChgLst>
  <pc:docChgLst>
    <pc:chgData name="Carlos Matheus De Melo Leite" userId="e78e3313-0752-4be1-9f77-967470a647f4" providerId="ADAL" clId="{03CB79F6-8F77-49F3-AAD6-C8284794AC85}"/>
    <pc:docChg chg="undo custSel addSld modSld">
      <pc:chgData name="Carlos Matheus De Melo Leite" userId="e78e3313-0752-4be1-9f77-967470a647f4" providerId="ADAL" clId="{03CB79F6-8F77-49F3-AAD6-C8284794AC85}" dt="2026-08-28T21:28:55.390" v="1603" actId="12788"/>
      <pc:docMkLst>
        <pc:docMk/>
      </pc:docMkLst>
      <pc:sldChg chg="addSp delSp modSp mod">
        <pc:chgData name="Carlos Matheus De Melo Leite" userId="e78e3313-0752-4be1-9f77-967470a647f4" providerId="ADAL" clId="{03CB79F6-8F77-49F3-AAD6-C8284794AC85}" dt="2026-08-28T21:28:55.390" v="1603" actId="12788"/>
        <pc:sldMkLst>
          <pc:docMk/>
          <pc:sldMk cId="0" sldId="2147483547"/>
        </pc:sldMkLst>
        <pc:spChg chg="mod">
          <ac:chgData name="Carlos Matheus De Melo Leite" userId="e78e3313-0752-4be1-9f77-967470a647f4" providerId="ADAL" clId="{03CB79F6-8F77-49F3-AAD6-C8284794AC85}" dt="2026-08-28T17:35:22.359" v="283" actId="12789"/>
          <ac:spMkLst>
            <pc:docMk/>
            <pc:sldMk cId="0" sldId="2147483547"/>
            <ac:spMk id="9" creationId="{00000000-0000-0000-0000-000000000000}"/>
          </ac:spMkLst>
        </pc:spChg>
        <pc:spChg chg="mod">
          <ac:chgData name="Carlos Matheus De Melo Leite" userId="e78e3313-0752-4be1-9f77-967470a647f4" providerId="ADAL" clId="{03CB79F6-8F77-49F3-AAD6-C8284794AC85}" dt="2026-08-28T17:35:22.359" v="283" actId="12789"/>
          <ac:spMkLst>
            <pc:docMk/>
            <pc:sldMk cId="0" sldId="2147483547"/>
            <ac:spMk id="10" creationId="{00000000-0000-0000-0000-000000000000}"/>
          </ac:spMkLst>
        </pc:spChg>
        <pc:spChg chg="mod ord">
          <ac:chgData name="Carlos Matheus De Melo Leite" userId="e78e3313-0752-4be1-9f77-967470a647f4" providerId="ADAL" clId="{03CB79F6-8F77-49F3-AAD6-C8284794AC85}" dt="2026-08-28T21:07:15.958" v="767" actId="1076"/>
          <ac:spMkLst>
            <pc:docMk/>
            <pc:sldMk cId="0" sldId="2147483547"/>
            <ac:spMk id="11" creationId="{00000000-0000-0000-0000-000000000000}"/>
          </ac:spMkLst>
        </pc:spChg>
        <pc:spChg chg="topLvl">
          <ac:chgData name="Carlos Matheus De Melo Leite" userId="e78e3313-0752-4be1-9f77-967470a647f4" providerId="ADAL" clId="{03CB79F6-8F77-49F3-AAD6-C8284794AC85}" dt="2026-08-28T20:32:54.778" v="360" actId="478"/>
          <ac:spMkLst>
            <pc:docMk/>
            <pc:sldMk cId="0" sldId="2147483547"/>
            <ac:spMk id="12" creationId="{00000000-0000-0000-0000-000000000000}"/>
          </ac:spMkLst>
        </pc:spChg>
        <pc:spChg chg="add mod">
          <ac:chgData name="Carlos Matheus De Melo Leite" userId="e78e3313-0752-4be1-9f77-967470a647f4" providerId="ADAL" clId="{03CB79F6-8F77-49F3-AAD6-C8284794AC85}" dt="2026-08-28T17:28:24.046" v="2"/>
          <ac:spMkLst>
            <pc:docMk/>
            <pc:sldMk cId="0" sldId="2147483547"/>
            <ac:spMk id="39" creationId="{F55D95EB-6060-2C54-CC75-442743A6DD0D}"/>
          </ac:spMkLst>
        </pc:spChg>
        <pc:spChg chg="add mod">
          <ac:chgData name="Carlos Matheus De Melo Leite" userId="e78e3313-0752-4be1-9f77-967470a647f4" providerId="ADAL" clId="{03CB79F6-8F77-49F3-AAD6-C8284794AC85}" dt="2026-08-28T17:35:32.765" v="284" actId="12789"/>
          <ac:spMkLst>
            <pc:docMk/>
            <pc:sldMk cId="0" sldId="2147483547"/>
            <ac:spMk id="40" creationId="{2E3D1B5E-310A-AF5E-9A2D-7CE816597F55}"/>
          </ac:spMkLst>
        </pc:spChg>
        <pc:spChg chg="add mod">
          <ac:chgData name="Carlos Matheus De Melo Leite" userId="e78e3313-0752-4be1-9f77-967470a647f4" providerId="ADAL" clId="{03CB79F6-8F77-49F3-AAD6-C8284794AC85}" dt="2026-08-28T17:35:32.765" v="284" actId="12789"/>
          <ac:spMkLst>
            <pc:docMk/>
            <pc:sldMk cId="0" sldId="2147483547"/>
            <ac:spMk id="41" creationId="{E4AA531E-43AC-7A60-157A-0E4F8DA9723E}"/>
          </ac:spMkLst>
        </pc:spChg>
        <pc:spChg chg="add mod">
          <ac:chgData name="Carlos Matheus De Melo Leite" userId="e78e3313-0752-4be1-9f77-967470a647f4" providerId="ADAL" clId="{03CB79F6-8F77-49F3-AAD6-C8284794AC85}" dt="2026-08-28T17:35:37.691" v="285" actId="12789"/>
          <ac:spMkLst>
            <pc:docMk/>
            <pc:sldMk cId="0" sldId="2147483547"/>
            <ac:spMk id="42" creationId="{38C3BE19-B1C7-F9C3-572D-4DE5D9A5BA8B}"/>
          </ac:spMkLst>
        </pc:spChg>
        <pc:spChg chg="add mod">
          <ac:chgData name="Carlos Matheus De Melo Leite" userId="e78e3313-0752-4be1-9f77-967470a647f4" providerId="ADAL" clId="{03CB79F6-8F77-49F3-AAD6-C8284794AC85}" dt="2026-08-28T17:35:37.691" v="285" actId="12789"/>
          <ac:spMkLst>
            <pc:docMk/>
            <pc:sldMk cId="0" sldId="2147483547"/>
            <ac:spMk id="43" creationId="{1A8E92A6-DA8C-4150-6E4C-B7CB78DFF1C0}"/>
          </ac:spMkLst>
        </pc:spChg>
        <pc:spChg chg="add mod">
          <ac:chgData name="Carlos Matheus De Melo Leite" userId="e78e3313-0752-4be1-9f77-967470a647f4" providerId="ADAL" clId="{03CB79F6-8F77-49F3-AAD6-C8284794AC85}" dt="2026-08-28T17:35:43.307" v="286" actId="12789"/>
          <ac:spMkLst>
            <pc:docMk/>
            <pc:sldMk cId="0" sldId="2147483547"/>
            <ac:spMk id="44" creationId="{EF01AE03-8E4B-901E-628B-51C366D82270}"/>
          </ac:spMkLst>
        </pc:spChg>
        <pc:spChg chg="add mod">
          <ac:chgData name="Carlos Matheus De Melo Leite" userId="e78e3313-0752-4be1-9f77-967470a647f4" providerId="ADAL" clId="{03CB79F6-8F77-49F3-AAD6-C8284794AC85}" dt="2026-08-28T17:35:43.307" v="286" actId="12789"/>
          <ac:spMkLst>
            <pc:docMk/>
            <pc:sldMk cId="0" sldId="2147483547"/>
            <ac:spMk id="45" creationId="{D76529ED-6AC6-69B1-9808-2EAF005628EA}"/>
          </ac:spMkLst>
        </pc:spChg>
        <pc:spChg chg="add mod">
          <ac:chgData name="Carlos Matheus De Melo Leite" userId="e78e3313-0752-4be1-9f77-967470a647f4" providerId="ADAL" clId="{03CB79F6-8F77-49F3-AAD6-C8284794AC85}" dt="2026-08-28T20:33:13.304" v="362" actId="552"/>
          <ac:spMkLst>
            <pc:docMk/>
            <pc:sldMk cId="0" sldId="2147483547"/>
            <ac:spMk id="46" creationId="{88FE2ABF-0266-F210-FA64-4132220F8942}"/>
          </ac:spMkLst>
        </pc:spChg>
        <pc:spChg chg="add mod">
          <ac:chgData name="Carlos Matheus De Melo Leite" userId="e78e3313-0752-4be1-9f77-967470a647f4" providerId="ADAL" clId="{03CB79F6-8F77-49F3-AAD6-C8284794AC85}" dt="2026-08-28T21:04:51.961" v="750" actId="12789"/>
          <ac:spMkLst>
            <pc:docMk/>
            <pc:sldMk cId="0" sldId="2147483547"/>
            <ac:spMk id="48" creationId="{E0D675AC-BD5A-36E6-09E7-E6106A5BAF5E}"/>
          </ac:spMkLst>
        </pc:spChg>
        <pc:spChg chg="add mod">
          <ac:chgData name="Carlos Matheus De Melo Leite" userId="e78e3313-0752-4be1-9f77-967470a647f4" providerId="ADAL" clId="{03CB79F6-8F77-49F3-AAD6-C8284794AC85}" dt="2026-08-28T21:27:53.356" v="1595" actId="12788"/>
          <ac:spMkLst>
            <pc:docMk/>
            <pc:sldMk cId="0" sldId="2147483547"/>
            <ac:spMk id="49" creationId="{82B7BFD6-72A4-2BDC-1E86-A67962948281}"/>
          </ac:spMkLst>
        </pc:spChg>
        <pc:spChg chg="add mod">
          <ac:chgData name="Carlos Matheus De Melo Leite" userId="e78e3313-0752-4be1-9f77-967470a647f4" providerId="ADAL" clId="{03CB79F6-8F77-49F3-AAD6-C8284794AC85}" dt="2026-08-28T21:28:02.576" v="1596" actId="12788"/>
          <ac:spMkLst>
            <pc:docMk/>
            <pc:sldMk cId="0" sldId="2147483547"/>
            <ac:spMk id="50" creationId="{BED52677-3C7E-1F93-12C5-C5B3410CB9EE}"/>
          </ac:spMkLst>
        </pc:spChg>
        <pc:spChg chg="add mod">
          <ac:chgData name="Carlos Matheus De Melo Leite" userId="e78e3313-0752-4be1-9f77-967470a647f4" providerId="ADAL" clId="{03CB79F6-8F77-49F3-AAD6-C8284794AC85}" dt="2026-08-28T21:28:11.637" v="1597" actId="12788"/>
          <ac:spMkLst>
            <pc:docMk/>
            <pc:sldMk cId="0" sldId="2147483547"/>
            <ac:spMk id="51" creationId="{CC7D8932-5930-E80F-7277-0082398F7036}"/>
          </ac:spMkLst>
        </pc:spChg>
        <pc:spChg chg="add mod">
          <ac:chgData name="Carlos Matheus De Melo Leite" userId="e78e3313-0752-4be1-9f77-967470a647f4" providerId="ADAL" clId="{03CB79F6-8F77-49F3-AAD6-C8284794AC85}" dt="2026-08-28T21:28:18.590" v="1598" actId="12788"/>
          <ac:spMkLst>
            <pc:docMk/>
            <pc:sldMk cId="0" sldId="2147483547"/>
            <ac:spMk id="52" creationId="{521103F7-5BB7-6812-4D99-4873CA8F81FB}"/>
          </ac:spMkLst>
        </pc:spChg>
        <pc:spChg chg="add mod">
          <ac:chgData name="Carlos Matheus De Melo Leite" userId="e78e3313-0752-4be1-9f77-967470a647f4" providerId="ADAL" clId="{03CB79F6-8F77-49F3-AAD6-C8284794AC85}" dt="2026-08-28T21:28:26.016" v="1599" actId="12788"/>
          <ac:spMkLst>
            <pc:docMk/>
            <pc:sldMk cId="0" sldId="2147483547"/>
            <ac:spMk id="53" creationId="{E56B5999-0F8F-34C0-D922-4692E5F001E3}"/>
          </ac:spMkLst>
        </pc:spChg>
        <pc:spChg chg="add mod">
          <ac:chgData name="Carlos Matheus De Melo Leite" userId="e78e3313-0752-4be1-9f77-967470a647f4" providerId="ADAL" clId="{03CB79F6-8F77-49F3-AAD6-C8284794AC85}" dt="2026-08-28T21:28:33.922" v="1600" actId="12788"/>
          <ac:spMkLst>
            <pc:docMk/>
            <pc:sldMk cId="0" sldId="2147483547"/>
            <ac:spMk id="54" creationId="{72BD7182-9663-D392-A984-0F9418CBF9AC}"/>
          </ac:spMkLst>
        </pc:spChg>
        <pc:spChg chg="add mod">
          <ac:chgData name="Carlos Matheus De Melo Leite" userId="e78e3313-0752-4be1-9f77-967470a647f4" providerId="ADAL" clId="{03CB79F6-8F77-49F3-AAD6-C8284794AC85}" dt="2026-08-28T21:28:41.458" v="1601" actId="12788"/>
          <ac:spMkLst>
            <pc:docMk/>
            <pc:sldMk cId="0" sldId="2147483547"/>
            <ac:spMk id="55" creationId="{055C216D-D128-6676-847C-BE04467597B0}"/>
          </ac:spMkLst>
        </pc:spChg>
        <pc:spChg chg="add mod">
          <ac:chgData name="Carlos Matheus De Melo Leite" userId="e78e3313-0752-4be1-9f77-967470a647f4" providerId="ADAL" clId="{03CB79F6-8F77-49F3-AAD6-C8284794AC85}" dt="2026-08-28T21:28:48.425" v="1602" actId="12788"/>
          <ac:spMkLst>
            <pc:docMk/>
            <pc:sldMk cId="0" sldId="2147483547"/>
            <ac:spMk id="56" creationId="{D7FBC414-BF58-2923-E5B6-732A491E880D}"/>
          </ac:spMkLst>
        </pc:spChg>
        <pc:spChg chg="mod">
          <ac:chgData name="Carlos Matheus De Melo Leite" userId="e78e3313-0752-4be1-9f77-967470a647f4" providerId="ADAL" clId="{03CB79F6-8F77-49F3-AAD6-C8284794AC85}" dt="2026-08-28T21:01:27.575" v="729" actId="14100"/>
          <ac:spMkLst>
            <pc:docMk/>
            <pc:sldMk cId="0" sldId="2147483547"/>
            <ac:spMk id="57" creationId="{3EC0371D-EFAD-C09C-C90E-B68DD48E214E}"/>
          </ac:spMkLst>
        </pc:spChg>
        <pc:spChg chg="add mod topLvl">
          <ac:chgData name="Carlos Matheus De Melo Leite" userId="e78e3313-0752-4be1-9f77-967470a647f4" providerId="ADAL" clId="{03CB79F6-8F77-49F3-AAD6-C8284794AC85}" dt="2026-08-28T21:27:39.486" v="1594" actId="165"/>
          <ac:spMkLst>
            <pc:docMk/>
            <pc:sldMk cId="0" sldId="2147483547"/>
            <ac:spMk id="58" creationId="{4EA1CB6A-82E9-239D-1335-EF6FEC3587B7}"/>
          </ac:spMkLst>
        </pc:spChg>
        <pc:spChg chg="add mod topLvl">
          <ac:chgData name="Carlos Matheus De Melo Leite" userId="e78e3313-0752-4be1-9f77-967470a647f4" providerId="ADAL" clId="{03CB79F6-8F77-49F3-AAD6-C8284794AC85}" dt="2026-08-28T21:27:53.356" v="1595" actId="12788"/>
          <ac:spMkLst>
            <pc:docMk/>
            <pc:sldMk cId="0" sldId="2147483547"/>
            <ac:spMk id="60" creationId="{6F7FC7D7-3BF4-18BA-24A9-937B1B4A39D3}"/>
          </ac:spMkLst>
        </pc:spChg>
        <pc:spChg chg="add mod topLvl">
          <ac:chgData name="Carlos Matheus De Melo Leite" userId="e78e3313-0752-4be1-9f77-967470a647f4" providerId="ADAL" clId="{03CB79F6-8F77-49F3-AAD6-C8284794AC85}" dt="2026-08-28T21:28:02.576" v="1596" actId="12788"/>
          <ac:spMkLst>
            <pc:docMk/>
            <pc:sldMk cId="0" sldId="2147483547"/>
            <ac:spMk id="61" creationId="{1A5FA888-1732-7337-D8D9-15C6ED33DD7F}"/>
          </ac:spMkLst>
        </pc:spChg>
        <pc:spChg chg="add mod topLvl">
          <ac:chgData name="Carlos Matheus De Melo Leite" userId="e78e3313-0752-4be1-9f77-967470a647f4" providerId="ADAL" clId="{03CB79F6-8F77-49F3-AAD6-C8284794AC85}" dt="2026-08-28T21:28:11.637" v="1597" actId="12788"/>
          <ac:spMkLst>
            <pc:docMk/>
            <pc:sldMk cId="0" sldId="2147483547"/>
            <ac:spMk id="62" creationId="{4896ABCA-0146-BED3-5CA6-BEAEAA3213FA}"/>
          </ac:spMkLst>
        </pc:spChg>
        <pc:spChg chg="add mod topLvl">
          <ac:chgData name="Carlos Matheus De Melo Leite" userId="e78e3313-0752-4be1-9f77-967470a647f4" providerId="ADAL" clId="{03CB79F6-8F77-49F3-AAD6-C8284794AC85}" dt="2026-08-28T21:28:18.590" v="1598" actId="12788"/>
          <ac:spMkLst>
            <pc:docMk/>
            <pc:sldMk cId="0" sldId="2147483547"/>
            <ac:spMk id="63" creationId="{3C82C22D-27E4-F22C-75DF-E62A5E2D2C07}"/>
          </ac:spMkLst>
        </pc:spChg>
        <pc:spChg chg="add mod topLvl">
          <ac:chgData name="Carlos Matheus De Melo Leite" userId="e78e3313-0752-4be1-9f77-967470a647f4" providerId="ADAL" clId="{03CB79F6-8F77-49F3-AAD6-C8284794AC85}" dt="2026-08-28T21:28:26.016" v="1599" actId="12788"/>
          <ac:spMkLst>
            <pc:docMk/>
            <pc:sldMk cId="0" sldId="2147483547"/>
            <ac:spMk id="64" creationId="{79725195-8815-203E-FAE4-503E9EE0474E}"/>
          </ac:spMkLst>
        </pc:spChg>
        <pc:spChg chg="add mod topLvl">
          <ac:chgData name="Carlos Matheus De Melo Leite" userId="e78e3313-0752-4be1-9f77-967470a647f4" providerId="ADAL" clId="{03CB79F6-8F77-49F3-AAD6-C8284794AC85}" dt="2026-08-28T21:28:33.922" v="1600" actId="12788"/>
          <ac:spMkLst>
            <pc:docMk/>
            <pc:sldMk cId="0" sldId="2147483547"/>
            <ac:spMk id="65" creationId="{F7C0B7BF-9C6E-02C8-FD29-FA8DB4835828}"/>
          </ac:spMkLst>
        </pc:spChg>
        <pc:spChg chg="add mod topLvl">
          <ac:chgData name="Carlos Matheus De Melo Leite" userId="e78e3313-0752-4be1-9f77-967470a647f4" providerId="ADAL" clId="{03CB79F6-8F77-49F3-AAD6-C8284794AC85}" dt="2026-08-28T21:28:41.458" v="1601" actId="12788"/>
          <ac:spMkLst>
            <pc:docMk/>
            <pc:sldMk cId="0" sldId="2147483547"/>
            <ac:spMk id="66" creationId="{2993A6AB-1E16-3C66-6263-A705F65C340B}"/>
          </ac:spMkLst>
        </pc:spChg>
        <pc:spChg chg="add mod topLvl">
          <ac:chgData name="Carlos Matheus De Melo Leite" userId="e78e3313-0752-4be1-9f77-967470a647f4" providerId="ADAL" clId="{03CB79F6-8F77-49F3-AAD6-C8284794AC85}" dt="2026-08-28T21:28:48.425" v="1602" actId="12788"/>
          <ac:spMkLst>
            <pc:docMk/>
            <pc:sldMk cId="0" sldId="2147483547"/>
            <ac:spMk id="67" creationId="{B0DA67EB-9DFD-8D46-6534-802B529FC68C}"/>
          </ac:spMkLst>
        </pc:spChg>
        <pc:spChg chg="add mod topLvl">
          <ac:chgData name="Carlos Matheus De Melo Leite" userId="e78e3313-0752-4be1-9f77-967470a647f4" providerId="ADAL" clId="{03CB79F6-8F77-49F3-AAD6-C8284794AC85}" dt="2026-08-28T21:28:55.390" v="1603" actId="12788"/>
          <ac:spMkLst>
            <pc:docMk/>
            <pc:sldMk cId="0" sldId="2147483547"/>
            <ac:spMk id="68" creationId="{7B76474C-9CCB-F91E-8AB0-834FFAED48A2}"/>
          </ac:spMkLst>
        </pc:spChg>
        <pc:spChg chg="mod">
          <ac:chgData name="Carlos Matheus De Melo Leite" userId="e78e3313-0752-4be1-9f77-967470a647f4" providerId="ADAL" clId="{03CB79F6-8F77-49F3-AAD6-C8284794AC85}" dt="2026-08-28T21:24:57.618" v="1593" actId="1076"/>
          <ac:spMkLst>
            <pc:docMk/>
            <pc:sldMk cId="0" sldId="2147483547"/>
            <ac:spMk id="84" creationId="{8C90C60E-BE70-5555-CDED-A535C277939B}"/>
          </ac:spMkLst>
        </pc:spChg>
        <pc:spChg chg="mod">
          <ac:chgData name="Carlos Matheus De Melo Leite" userId="e78e3313-0752-4be1-9f77-967470a647f4" providerId="ADAL" clId="{03CB79F6-8F77-49F3-AAD6-C8284794AC85}" dt="2026-08-28T21:28:55.390" v="1603" actId="12788"/>
          <ac:spMkLst>
            <pc:docMk/>
            <pc:sldMk cId="0" sldId="2147483547"/>
            <ac:spMk id="103" creationId="{552AAA78-CCCC-94DA-782F-FBF74D7E548A}"/>
          </ac:spMkLst>
        </pc:spChg>
        <pc:spChg chg="mod">
          <ac:chgData name="Carlos Matheus De Melo Leite" userId="e78e3313-0752-4be1-9f77-967470a647f4" providerId="ADAL" clId="{03CB79F6-8F77-49F3-AAD6-C8284794AC85}" dt="2026-08-28T21:24:38.888" v="1590" actId="1076"/>
          <ac:spMkLst>
            <pc:docMk/>
            <pc:sldMk cId="0" sldId="2147483547"/>
            <ac:spMk id="128" creationId="{00000000-0000-0000-0000-000000000000}"/>
          </ac:spMkLst>
        </pc:spChg>
        <pc:spChg chg="mod">
          <ac:chgData name="Carlos Matheus De Melo Leite" userId="e78e3313-0752-4be1-9f77-967470a647f4" providerId="ADAL" clId="{03CB79F6-8F77-49F3-AAD6-C8284794AC85}" dt="2026-08-28T21:24:45.168" v="1591" actId="1076"/>
          <ac:spMkLst>
            <pc:docMk/>
            <pc:sldMk cId="0" sldId="2147483547"/>
            <ac:spMk id="152" creationId="{00000000-0000-0000-0000-000000000000}"/>
          </ac:spMkLst>
        </pc:spChg>
        <pc:spChg chg="mod ord">
          <ac:chgData name="Carlos Matheus De Melo Leite" userId="e78e3313-0752-4be1-9f77-967470a647f4" providerId="ADAL" clId="{03CB79F6-8F77-49F3-AAD6-C8284794AC85}" dt="2026-08-28T20:33:21.372" v="363" actId="12789"/>
          <ac:spMkLst>
            <pc:docMk/>
            <pc:sldMk cId="0" sldId="2147483547"/>
            <ac:spMk id="180" creationId="{00000000-0000-0000-0000-000000000000}"/>
          </ac:spMkLst>
        </pc:spChg>
        <pc:spChg chg="mod ord">
          <ac:chgData name="Carlos Matheus De Melo Leite" userId="e78e3313-0752-4be1-9f77-967470a647f4" providerId="ADAL" clId="{03CB79F6-8F77-49F3-AAD6-C8284794AC85}" dt="2026-08-28T20:33:25.805" v="364" actId="12789"/>
          <ac:spMkLst>
            <pc:docMk/>
            <pc:sldMk cId="0" sldId="2147483547"/>
            <ac:spMk id="183" creationId="{00000000-0000-0000-0000-000000000000}"/>
          </ac:spMkLst>
        </pc:spChg>
        <pc:spChg chg="mod">
          <ac:chgData name="Carlos Matheus De Melo Leite" userId="e78e3313-0752-4be1-9f77-967470a647f4" providerId="ADAL" clId="{03CB79F6-8F77-49F3-AAD6-C8284794AC85}" dt="2026-08-28T21:24:50.690" v="1592" actId="1076"/>
          <ac:spMkLst>
            <pc:docMk/>
            <pc:sldMk cId="0" sldId="2147483547"/>
            <ac:spMk id="207" creationId="{8587F6BB-7B39-176C-A875-8B1F485515ED}"/>
          </ac:spMkLst>
        </pc:spChg>
        <pc:spChg chg="add mod">
          <ac:chgData name="Carlos Matheus De Melo Leite" userId="e78e3313-0752-4be1-9f77-967470a647f4" providerId="ADAL" clId="{03CB79F6-8F77-49F3-AAD6-C8284794AC85}" dt="2026-08-28T21:28:55.390" v="1603" actId="12788"/>
          <ac:spMkLst>
            <pc:docMk/>
            <pc:sldMk cId="0" sldId="2147483547"/>
            <ac:spMk id="226" creationId="{96E432E8-AF3A-C5A5-4CF7-EA51077014C9}"/>
          </ac:spMkLst>
        </pc:spChg>
        <pc:spChg chg="add mod">
          <ac:chgData name="Carlos Matheus De Melo Leite" userId="e78e3313-0752-4be1-9f77-967470a647f4" providerId="ADAL" clId="{03CB79F6-8F77-49F3-AAD6-C8284794AC85}" dt="2026-08-28T21:11:25.295" v="959" actId="242"/>
          <ac:spMkLst>
            <pc:docMk/>
            <pc:sldMk cId="0" sldId="2147483547"/>
            <ac:spMk id="227" creationId="{DBC8F010-85E6-B0B0-7574-A63B4F197E8B}"/>
          </ac:spMkLst>
        </pc:spChg>
        <pc:spChg chg="add mod">
          <ac:chgData name="Carlos Matheus De Melo Leite" userId="e78e3313-0752-4be1-9f77-967470a647f4" providerId="ADAL" clId="{03CB79F6-8F77-49F3-AAD6-C8284794AC85}" dt="2026-08-28T21:27:53.356" v="1595" actId="12788"/>
          <ac:spMkLst>
            <pc:docMk/>
            <pc:sldMk cId="0" sldId="2147483547"/>
            <ac:spMk id="228" creationId="{964ACD9B-F718-2EE4-3232-2FF3DBCF0A28}"/>
          </ac:spMkLst>
        </pc:spChg>
        <pc:spChg chg="add mod">
          <ac:chgData name="Carlos Matheus De Melo Leite" userId="e78e3313-0752-4be1-9f77-967470a647f4" providerId="ADAL" clId="{03CB79F6-8F77-49F3-AAD6-C8284794AC85}" dt="2026-08-28T21:28:02.576" v="1596" actId="12788"/>
          <ac:spMkLst>
            <pc:docMk/>
            <pc:sldMk cId="0" sldId="2147483547"/>
            <ac:spMk id="232" creationId="{BD90B386-FEDB-569B-4012-1A631EC2D585}"/>
          </ac:spMkLst>
        </pc:spChg>
        <pc:spChg chg="add mod">
          <ac:chgData name="Carlos Matheus De Melo Leite" userId="e78e3313-0752-4be1-9f77-967470a647f4" providerId="ADAL" clId="{03CB79F6-8F77-49F3-AAD6-C8284794AC85}" dt="2026-08-28T21:28:11.637" v="1597" actId="12788"/>
          <ac:spMkLst>
            <pc:docMk/>
            <pc:sldMk cId="0" sldId="2147483547"/>
            <ac:spMk id="255" creationId="{B7DF986C-21B7-E619-FF1D-94ECBC648414}"/>
          </ac:spMkLst>
        </pc:spChg>
        <pc:spChg chg="mod ord">
          <ac:chgData name="Carlos Matheus De Melo Leite" userId="e78e3313-0752-4be1-9f77-967470a647f4" providerId="ADAL" clId="{03CB79F6-8F77-49F3-AAD6-C8284794AC85}" dt="2026-08-28T20:33:30.502" v="365" actId="12789"/>
          <ac:spMkLst>
            <pc:docMk/>
            <pc:sldMk cId="0" sldId="2147483547"/>
            <ac:spMk id="257" creationId="{E72A60B8-06F2-8F7D-B9D9-246ADE48EBA4}"/>
          </ac:spMkLst>
        </pc:spChg>
        <pc:spChg chg="add mod">
          <ac:chgData name="Carlos Matheus De Melo Leite" userId="e78e3313-0752-4be1-9f77-967470a647f4" providerId="ADAL" clId="{03CB79F6-8F77-49F3-AAD6-C8284794AC85}" dt="2026-08-28T21:28:18.590" v="1598" actId="12788"/>
          <ac:spMkLst>
            <pc:docMk/>
            <pc:sldMk cId="0" sldId="2147483547"/>
            <ac:spMk id="258" creationId="{71366256-9426-31EE-E7E7-1802004D0D48}"/>
          </ac:spMkLst>
        </pc:spChg>
        <pc:spChg chg="add mod">
          <ac:chgData name="Carlos Matheus De Melo Leite" userId="e78e3313-0752-4be1-9f77-967470a647f4" providerId="ADAL" clId="{03CB79F6-8F77-49F3-AAD6-C8284794AC85}" dt="2026-08-28T21:28:26.016" v="1599" actId="12788"/>
          <ac:spMkLst>
            <pc:docMk/>
            <pc:sldMk cId="0" sldId="2147483547"/>
            <ac:spMk id="259" creationId="{21CC47D9-B2E2-524B-3F76-3E8E906E5A8D}"/>
          </ac:spMkLst>
        </pc:spChg>
        <pc:spChg chg="add mod">
          <ac:chgData name="Carlos Matheus De Melo Leite" userId="e78e3313-0752-4be1-9f77-967470a647f4" providerId="ADAL" clId="{03CB79F6-8F77-49F3-AAD6-C8284794AC85}" dt="2026-08-28T21:28:33.922" v="1600" actId="12788"/>
          <ac:spMkLst>
            <pc:docMk/>
            <pc:sldMk cId="0" sldId="2147483547"/>
            <ac:spMk id="260" creationId="{DE946C0F-6E92-97B0-64C3-4EACF0AF4E9A}"/>
          </ac:spMkLst>
        </pc:spChg>
        <pc:spChg chg="add mod">
          <ac:chgData name="Carlos Matheus De Melo Leite" userId="e78e3313-0752-4be1-9f77-967470a647f4" providerId="ADAL" clId="{03CB79F6-8F77-49F3-AAD6-C8284794AC85}" dt="2026-08-28T21:28:41.458" v="1601" actId="12788"/>
          <ac:spMkLst>
            <pc:docMk/>
            <pc:sldMk cId="0" sldId="2147483547"/>
            <ac:spMk id="265" creationId="{8D26446F-FB67-08B5-A531-5B61173BB6A3}"/>
          </ac:spMkLst>
        </pc:spChg>
        <pc:spChg chg="add mod">
          <ac:chgData name="Carlos Matheus De Melo Leite" userId="e78e3313-0752-4be1-9f77-967470a647f4" providerId="ADAL" clId="{03CB79F6-8F77-49F3-AAD6-C8284794AC85}" dt="2026-08-28T21:28:48.425" v="1602" actId="12788"/>
          <ac:spMkLst>
            <pc:docMk/>
            <pc:sldMk cId="0" sldId="2147483547"/>
            <ac:spMk id="273" creationId="{19066F45-2FF3-67D5-F47A-1A8ABDDF4795}"/>
          </ac:spMkLst>
        </pc:spChg>
        <pc:spChg chg="add mod">
          <ac:chgData name="Carlos Matheus De Melo Leite" userId="e78e3313-0752-4be1-9f77-967470a647f4" providerId="ADAL" clId="{03CB79F6-8F77-49F3-AAD6-C8284794AC85}" dt="2026-08-28T21:28:55.390" v="1603" actId="12788"/>
          <ac:spMkLst>
            <pc:docMk/>
            <pc:sldMk cId="0" sldId="2147483547"/>
            <ac:spMk id="276" creationId="{E40C308F-6271-BD57-9394-DAEA8B99DA88}"/>
          </ac:spMkLst>
        </pc:spChg>
        <pc:spChg chg="add mod">
          <ac:chgData name="Carlos Matheus De Melo Leite" userId="e78e3313-0752-4be1-9f77-967470a647f4" providerId="ADAL" clId="{03CB79F6-8F77-49F3-AAD6-C8284794AC85}" dt="2026-08-28T21:17:48.676" v="1242" actId="1035"/>
          <ac:spMkLst>
            <pc:docMk/>
            <pc:sldMk cId="0" sldId="2147483547"/>
            <ac:spMk id="277" creationId="{5F2E8F30-908E-1F4D-08C3-99F8CA5BBB0E}"/>
          </ac:spMkLst>
        </pc:spChg>
        <pc:spChg chg="add mod">
          <ac:chgData name="Carlos Matheus De Melo Leite" userId="e78e3313-0752-4be1-9f77-967470a647f4" providerId="ADAL" clId="{03CB79F6-8F77-49F3-AAD6-C8284794AC85}" dt="2026-08-28T21:27:53.356" v="1595" actId="12788"/>
          <ac:spMkLst>
            <pc:docMk/>
            <pc:sldMk cId="0" sldId="2147483547"/>
            <ac:spMk id="278" creationId="{63FFFF45-681D-73D0-0D56-51192356B9E7}"/>
          </ac:spMkLst>
        </pc:spChg>
        <pc:spChg chg="add mod">
          <ac:chgData name="Carlos Matheus De Melo Leite" userId="e78e3313-0752-4be1-9f77-967470a647f4" providerId="ADAL" clId="{03CB79F6-8F77-49F3-AAD6-C8284794AC85}" dt="2026-08-28T21:28:02.576" v="1596" actId="12788"/>
          <ac:spMkLst>
            <pc:docMk/>
            <pc:sldMk cId="0" sldId="2147483547"/>
            <ac:spMk id="279" creationId="{24ED163B-4DE0-F259-F635-F1004043977B}"/>
          </ac:spMkLst>
        </pc:spChg>
        <pc:spChg chg="add mod">
          <ac:chgData name="Carlos Matheus De Melo Leite" userId="e78e3313-0752-4be1-9f77-967470a647f4" providerId="ADAL" clId="{03CB79F6-8F77-49F3-AAD6-C8284794AC85}" dt="2026-08-28T21:28:11.637" v="1597" actId="12788"/>
          <ac:spMkLst>
            <pc:docMk/>
            <pc:sldMk cId="0" sldId="2147483547"/>
            <ac:spMk id="280" creationId="{A10839E4-4562-0FD1-5A23-D6568ACDC154}"/>
          </ac:spMkLst>
        </pc:spChg>
        <pc:spChg chg="add mod">
          <ac:chgData name="Carlos Matheus De Melo Leite" userId="e78e3313-0752-4be1-9f77-967470a647f4" providerId="ADAL" clId="{03CB79F6-8F77-49F3-AAD6-C8284794AC85}" dt="2026-08-28T21:28:18.590" v="1598" actId="12788"/>
          <ac:spMkLst>
            <pc:docMk/>
            <pc:sldMk cId="0" sldId="2147483547"/>
            <ac:spMk id="281" creationId="{A1A1CFD6-BF68-0011-0D3D-4253301CFEFC}"/>
          </ac:spMkLst>
        </pc:spChg>
        <pc:spChg chg="add mod">
          <ac:chgData name="Carlos Matheus De Melo Leite" userId="e78e3313-0752-4be1-9f77-967470a647f4" providerId="ADAL" clId="{03CB79F6-8F77-49F3-AAD6-C8284794AC85}" dt="2026-08-28T21:28:26.016" v="1599" actId="12788"/>
          <ac:spMkLst>
            <pc:docMk/>
            <pc:sldMk cId="0" sldId="2147483547"/>
            <ac:spMk id="282" creationId="{BCF786D3-AFD4-425E-EFDB-9530F7976C37}"/>
          </ac:spMkLst>
        </pc:spChg>
        <pc:spChg chg="add mod">
          <ac:chgData name="Carlos Matheus De Melo Leite" userId="e78e3313-0752-4be1-9f77-967470a647f4" providerId="ADAL" clId="{03CB79F6-8F77-49F3-AAD6-C8284794AC85}" dt="2026-08-28T21:28:33.922" v="1600" actId="12788"/>
          <ac:spMkLst>
            <pc:docMk/>
            <pc:sldMk cId="0" sldId="2147483547"/>
            <ac:spMk id="283" creationId="{34D50D4D-B112-BA99-26A4-F973B8FB2447}"/>
          </ac:spMkLst>
        </pc:spChg>
        <pc:spChg chg="add mod">
          <ac:chgData name="Carlos Matheus De Melo Leite" userId="e78e3313-0752-4be1-9f77-967470a647f4" providerId="ADAL" clId="{03CB79F6-8F77-49F3-AAD6-C8284794AC85}" dt="2026-08-28T21:28:41.458" v="1601" actId="12788"/>
          <ac:spMkLst>
            <pc:docMk/>
            <pc:sldMk cId="0" sldId="2147483547"/>
            <ac:spMk id="284" creationId="{8F33AD6B-9652-DDDA-E39D-755BB696B257}"/>
          </ac:spMkLst>
        </pc:spChg>
        <pc:spChg chg="add mod">
          <ac:chgData name="Carlos Matheus De Melo Leite" userId="e78e3313-0752-4be1-9f77-967470a647f4" providerId="ADAL" clId="{03CB79F6-8F77-49F3-AAD6-C8284794AC85}" dt="2026-08-28T21:28:48.425" v="1602" actId="12788"/>
          <ac:spMkLst>
            <pc:docMk/>
            <pc:sldMk cId="0" sldId="2147483547"/>
            <ac:spMk id="285" creationId="{1ED6B5ED-774F-320A-1024-9B2D97224EB9}"/>
          </ac:spMkLst>
        </pc:spChg>
        <pc:spChg chg="add mod">
          <ac:chgData name="Carlos Matheus De Melo Leite" userId="e78e3313-0752-4be1-9f77-967470a647f4" providerId="ADAL" clId="{03CB79F6-8F77-49F3-AAD6-C8284794AC85}" dt="2026-08-28T21:28:55.390" v="1603" actId="12788"/>
          <ac:spMkLst>
            <pc:docMk/>
            <pc:sldMk cId="0" sldId="2147483547"/>
            <ac:spMk id="287" creationId="{2ECAFD36-9510-5A80-397E-40629D19A670}"/>
          </ac:spMkLst>
        </pc:spChg>
        <pc:spChg chg="add mod">
          <ac:chgData name="Carlos Matheus De Melo Leite" userId="e78e3313-0752-4be1-9f77-967470a647f4" providerId="ADAL" clId="{03CB79F6-8F77-49F3-AAD6-C8284794AC85}" dt="2026-08-28T21:23:25.719" v="1528" actId="1035"/>
          <ac:spMkLst>
            <pc:docMk/>
            <pc:sldMk cId="0" sldId="2147483547"/>
            <ac:spMk id="288" creationId="{3FBE42FE-71B6-236F-D6A0-8C2F87585F3D}"/>
          </ac:spMkLst>
        </pc:spChg>
        <pc:spChg chg="add mod">
          <ac:chgData name="Carlos Matheus De Melo Leite" userId="e78e3313-0752-4be1-9f77-967470a647f4" providerId="ADAL" clId="{03CB79F6-8F77-49F3-AAD6-C8284794AC85}" dt="2026-08-28T21:27:53.356" v="1595" actId="12788"/>
          <ac:spMkLst>
            <pc:docMk/>
            <pc:sldMk cId="0" sldId="2147483547"/>
            <ac:spMk id="289" creationId="{EB6FDA6F-D365-FA48-333D-5B3B67438AE5}"/>
          </ac:spMkLst>
        </pc:spChg>
        <pc:spChg chg="add mod">
          <ac:chgData name="Carlos Matheus De Melo Leite" userId="e78e3313-0752-4be1-9f77-967470a647f4" providerId="ADAL" clId="{03CB79F6-8F77-49F3-AAD6-C8284794AC85}" dt="2026-08-28T21:28:02.576" v="1596" actId="12788"/>
          <ac:spMkLst>
            <pc:docMk/>
            <pc:sldMk cId="0" sldId="2147483547"/>
            <ac:spMk id="290" creationId="{D5795FAE-1898-CA8C-1D58-B15CC9897CD7}"/>
          </ac:spMkLst>
        </pc:spChg>
        <pc:spChg chg="add mod">
          <ac:chgData name="Carlos Matheus De Melo Leite" userId="e78e3313-0752-4be1-9f77-967470a647f4" providerId="ADAL" clId="{03CB79F6-8F77-49F3-AAD6-C8284794AC85}" dt="2026-08-28T21:28:11.637" v="1597" actId="12788"/>
          <ac:spMkLst>
            <pc:docMk/>
            <pc:sldMk cId="0" sldId="2147483547"/>
            <ac:spMk id="291" creationId="{13D35CEF-6C41-B982-E232-985F83804880}"/>
          </ac:spMkLst>
        </pc:spChg>
        <pc:spChg chg="add mod">
          <ac:chgData name="Carlos Matheus De Melo Leite" userId="e78e3313-0752-4be1-9f77-967470a647f4" providerId="ADAL" clId="{03CB79F6-8F77-49F3-AAD6-C8284794AC85}" dt="2026-08-28T21:28:18.590" v="1598" actId="12788"/>
          <ac:spMkLst>
            <pc:docMk/>
            <pc:sldMk cId="0" sldId="2147483547"/>
            <ac:spMk id="292" creationId="{0A88791B-85B8-1122-C0D1-0641D543CA36}"/>
          </ac:spMkLst>
        </pc:spChg>
        <pc:spChg chg="add mod">
          <ac:chgData name="Carlos Matheus De Melo Leite" userId="e78e3313-0752-4be1-9f77-967470a647f4" providerId="ADAL" clId="{03CB79F6-8F77-49F3-AAD6-C8284794AC85}" dt="2026-08-28T21:28:26.016" v="1599" actId="12788"/>
          <ac:spMkLst>
            <pc:docMk/>
            <pc:sldMk cId="0" sldId="2147483547"/>
            <ac:spMk id="293" creationId="{86F58D21-0FA5-45B1-1AC8-CE785A1CAB5D}"/>
          </ac:spMkLst>
        </pc:spChg>
        <pc:spChg chg="add mod">
          <ac:chgData name="Carlos Matheus De Melo Leite" userId="e78e3313-0752-4be1-9f77-967470a647f4" providerId="ADAL" clId="{03CB79F6-8F77-49F3-AAD6-C8284794AC85}" dt="2026-08-28T21:28:33.922" v="1600" actId="12788"/>
          <ac:spMkLst>
            <pc:docMk/>
            <pc:sldMk cId="0" sldId="2147483547"/>
            <ac:spMk id="294" creationId="{A4CD1D2E-5C37-E2E1-2372-08933F902038}"/>
          </ac:spMkLst>
        </pc:spChg>
        <pc:spChg chg="add mod">
          <ac:chgData name="Carlos Matheus De Melo Leite" userId="e78e3313-0752-4be1-9f77-967470a647f4" providerId="ADAL" clId="{03CB79F6-8F77-49F3-AAD6-C8284794AC85}" dt="2026-08-28T21:28:41.458" v="1601" actId="12788"/>
          <ac:spMkLst>
            <pc:docMk/>
            <pc:sldMk cId="0" sldId="2147483547"/>
            <ac:spMk id="295" creationId="{7B2B9007-0825-9196-19E3-64B4BD73E89F}"/>
          </ac:spMkLst>
        </pc:spChg>
        <pc:spChg chg="add mod">
          <ac:chgData name="Carlos Matheus De Melo Leite" userId="e78e3313-0752-4be1-9f77-967470a647f4" providerId="ADAL" clId="{03CB79F6-8F77-49F3-AAD6-C8284794AC85}" dt="2026-08-28T21:28:48.425" v="1602" actId="12788"/>
          <ac:spMkLst>
            <pc:docMk/>
            <pc:sldMk cId="0" sldId="2147483547"/>
            <ac:spMk id="296" creationId="{A213C327-7EC3-13C0-4BB8-49BC5CE4AF27}"/>
          </ac:spMkLst>
        </pc:spChg>
        <pc:grpChg chg="mod">
          <ac:chgData name="Carlos Matheus De Melo Leite" userId="e78e3313-0752-4be1-9f77-967470a647f4" providerId="ADAL" clId="{03CB79F6-8F77-49F3-AAD6-C8284794AC85}" dt="2026-08-28T21:04:35.552" v="749" actId="12789"/>
          <ac:grpSpMkLst>
            <pc:docMk/>
            <pc:sldMk cId="0" sldId="2147483547"/>
            <ac:grpSpMk id="105" creationId="{AC4044C0-FF3C-3E8B-A8E6-85AB32AC81F6}"/>
          </ac:grpSpMkLst>
        </pc:grpChg>
        <pc:grpChg chg="mod">
          <ac:chgData name="Carlos Matheus De Melo Leite" userId="e78e3313-0752-4be1-9f77-967470a647f4" providerId="ADAL" clId="{03CB79F6-8F77-49F3-AAD6-C8284794AC85}" dt="2026-08-28T20:33:25.805" v="364" actId="12789"/>
          <ac:grpSpMkLst>
            <pc:docMk/>
            <pc:sldMk cId="0" sldId="2147483547"/>
            <ac:grpSpMk id="261" creationId="{082C990A-28B4-FA5B-BF55-8217C803FD15}"/>
          </ac:grpSpMkLst>
        </pc:grpChg>
        <pc:grpChg chg="mod">
          <ac:chgData name="Carlos Matheus De Melo Leite" userId="e78e3313-0752-4be1-9f77-967470a647f4" providerId="ADAL" clId="{03CB79F6-8F77-49F3-AAD6-C8284794AC85}" dt="2026-08-28T20:33:30.502" v="365" actId="12789"/>
          <ac:grpSpMkLst>
            <pc:docMk/>
            <pc:sldMk cId="0" sldId="2147483547"/>
            <ac:grpSpMk id="262" creationId="{1CF3E17B-FA47-722D-89E7-78B8C671B4B9}"/>
          </ac:grpSpMkLst>
        </pc:grpChg>
        <pc:grpChg chg="mod">
          <ac:chgData name="Carlos Matheus De Melo Leite" userId="e78e3313-0752-4be1-9f77-967470a647f4" providerId="ADAL" clId="{03CB79F6-8F77-49F3-AAD6-C8284794AC85}" dt="2026-08-28T20:33:00.005" v="361" actId="12789"/>
          <ac:grpSpMkLst>
            <pc:docMk/>
            <pc:sldMk cId="0" sldId="2147483547"/>
            <ac:grpSpMk id="267" creationId="{780BE9F5-366D-B67E-7507-1F31691866B5}"/>
          </ac:grpSpMkLst>
        </pc:grpChg>
        <pc:grpChg chg="mod">
          <ac:chgData name="Carlos Matheus De Melo Leite" userId="e78e3313-0752-4be1-9f77-967470a647f4" providerId="ADAL" clId="{03CB79F6-8F77-49F3-AAD6-C8284794AC85}" dt="2026-08-28T20:33:21.372" v="363" actId="12789"/>
          <ac:grpSpMkLst>
            <pc:docMk/>
            <pc:sldMk cId="0" sldId="2147483547"/>
            <ac:grpSpMk id="270" creationId="{DBFE7C1C-2049-E23E-DF49-C5AC0EDF0E6C}"/>
          </ac:grpSpMkLst>
        </pc:grpChg>
      </pc:sldChg>
    </pc:docChg>
  </pc:docChgLst>
  <pc:docChgLst>
    <pc:chgData name="Igor Dos Santos Oliveira" userId="b0c2fb47-b880-4cbf-af11-e7a3affee8ed" providerId="ADAL" clId="{494D6766-E60F-4C9C-8053-2F6D56CC7459}"/>
    <pc:docChg chg="undo redo custSel addSld delSld modSld sldOrd delMainMaster delSection modSection">
      <pc:chgData name="Igor Dos Santos Oliveira" userId="b0c2fb47-b880-4cbf-af11-e7a3affee8ed" providerId="ADAL" clId="{494D6766-E60F-4C9C-8053-2F6D56CC7459}" dt="2026-09-01T04:25:09.444" v="9353" actId="729"/>
      <pc:docMkLst>
        <pc:docMk/>
      </pc:docMkLst>
      <pc:sldChg chg="addSp delSp modSp add del mod ord setBg">
        <pc:chgData name="Igor Dos Santos Oliveira" userId="b0c2fb47-b880-4cbf-af11-e7a3affee8ed" providerId="ADAL" clId="{494D6766-E60F-4C9C-8053-2F6D56CC7459}" dt="2026-09-01T04:18:03.124" v="9221" actId="790"/>
        <pc:sldMkLst>
          <pc:docMk/>
          <pc:sldMk cId="0" sldId="256"/>
        </pc:sldMkLst>
        <pc:spChg chg="del">
          <ac:chgData name="Igor Dos Santos Oliveira" userId="b0c2fb47-b880-4cbf-af11-e7a3affee8ed" providerId="ADAL" clId="{494D6766-E60F-4C9C-8053-2F6D56CC7459}" dt="2026-09-01T02:33:00.227" v="7220" actId="478"/>
          <ac:spMkLst>
            <pc:docMk/>
            <pc:sldMk cId="0" sldId="256"/>
            <ac:spMk id="2" creationId="{00000000-0000-0000-0000-000000000000}"/>
          </ac:spMkLst>
        </pc:spChg>
        <pc:spChg chg="del mod">
          <ac:chgData name="Igor Dos Santos Oliveira" userId="b0c2fb47-b880-4cbf-af11-e7a3affee8ed" providerId="ADAL" clId="{494D6766-E60F-4C9C-8053-2F6D56CC7459}" dt="2026-09-01T02:33:00.227" v="7220" actId="478"/>
          <ac:spMkLst>
            <pc:docMk/>
            <pc:sldMk cId="0" sldId="256"/>
            <ac:spMk id="3" creationId="{00000000-0000-0000-0000-000000000000}"/>
          </ac:spMkLst>
        </pc:spChg>
        <pc:spChg chg="del mod">
          <ac:chgData name="Igor Dos Santos Oliveira" userId="b0c2fb47-b880-4cbf-af11-e7a3affee8ed" providerId="ADAL" clId="{494D6766-E60F-4C9C-8053-2F6D56CC7459}" dt="2026-09-01T02:33:00.227" v="7220" actId="478"/>
          <ac:spMkLst>
            <pc:docMk/>
            <pc:sldMk cId="0" sldId="256"/>
            <ac:spMk id="4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4:37:05.518" v="1379" actId="1038"/>
          <ac:spMkLst>
            <pc:docMk/>
            <pc:sldMk cId="0" sldId="256"/>
            <ac:spMk id="5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4:37:05.518" v="1379" actId="1038"/>
          <ac:spMkLst>
            <pc:docMk/>
            <pc:sldMk cId="0" sldId="256"/>
            <ac:spMk id="6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9:21:17.523" v="3353" actId="2711"/>
          <ac:spMkLst>
            <pc:docMk/>
            <pc:sldMk cId="0" sldId="256"/>
            <ac:spMk id="7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9:21:17.583" v="3356" actId="27636"/>
          <ac:spMkLst>
            <pc:docMk/>
            <pc:sldMk cId="0" sldId="256"/>
            <ac:spMk id="8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8-31T14:36:53.556" v="1354" actId="478"/>
          <ac:spMkLst>
            <pc:docMk/>
            <pc:sldMk cId="0" sldId="256"/>
            <ac:spMk id="9" creationId="{00000000-0000-0000-0000-000000000000}"/>
          </ac:spMkLst>
        </pc:spChg>
        <pc:spChg chg="add mod">
          <ac:chgData name="Igor Dos Santos Oliveira" userId="b0c2fb47-b880-4cbf-af11-e7a3affee8ed" providerId="ADAL" clId="{494D6766-E60F-4C9C-8053-2F6D56CC7459}" dt="2026-09-01T02:33:00.994" v="7221"/>
          <ac:spMkLst>
            <pc:docMk/>
            <pc:sldMk cId="0" sldId="256"/>
            <ac:spMk id="9" creationId="{CC991A30-936E-3476-43DB-BFA58E931E8B}"/>
          </ac:spMkLst>
        </pc:spChg>
        <pc:spChg chg="del mod">
          <ac:chgData name="Igor Dos Santos Oliveira" userId="b0c2fb47-b880-4cbf-af11-e7a3affee8ed" providerId="ADAL" clId="{494D6766-E60F-4C9C-8053-2F6D56CC7459}" dt="2026-08-31T14:36:53.556" v="1354" actId="478"/>
          <ac:spMkLst>
            <pc:docMk/>
            <pc:sldMk cId="0" sldId="256"/>
            <ac:spMk id="10" creationId="{00000000-0000-0000-0000-000000000000}"/>
          </ac:spMkLst>
        </pc:spChg>
        <pc:spChg chg="add mod">
          <ac:chgData name="Igor Dos Santos Oliveira" userId="b0c2fb47-b880-4cbf-af11-e7a3affee8ed" providerId="ADAL" clId="{494D6766-E60F-4C9C-8053-2F6D56CC7459}" dt="2026-09-01T02:33:00.994" v="7221"/>
          <ac:spMkLst>
            <pc:docMk/>
            <pc:sldMk cId="0" sldId="256"/>
            <ac:spMk id="10" creationId="{5B34076C-B12E-5C30-1C81-015A038D188F}"/>
          </ac:spMkLst>
        </pc:spChg>
        <pc:spChg chg="del mod">
          <ac:chgData name="Igor Dos Santos Oliveira" userId="b0c2fb47-b880-4cbf-af11-e7a3affee8ed" providerId="ADAL" clId="{494D6766-E60F-4C9C-8053-2F6D56CC7459}" dt="2026-08-31T14:36:53.556" v="1354" actId="478"/>
          <ac:spMkLst>
            <pc:docMk/>
            <pc:sldMk cId="0" sldId="256"/>
            <ac:spMk id="11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9:21:17.523" v="3353" actId="2711"/>
          <ac:spMkLst>
            <pc:docMk/>
            <pc:sldMk cId="0" sldId="256"/>
            <ac:spMk id="14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4:36:24.497" v="1300" actId="27636"/>
          <ac:spMkLst>
            <pc:docMk/>
            <pc:sldMk cId="0" sldId="256"/>
            <ac:spMk id="15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2:33:22.402" v="7254" actId="790"/>
          <ac:spMkLst>
            <pc:docMk/>
            <pc:sldMk cId="0" sldId="256"/>
            <ac:spMk id="16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4:36:24.495" v="1298" actId="27636"/>
          <ac:spMkLst>
            <pc:docMk/>
            <pc:sldMk cId="0" sldId="256"/>
            <ac:spMk id="19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9:21:17.588" v="3357" actId="27636"/>
          <ac:spMkLst>
            <pc:docMk/>
            <pc:sldMk cId="0" sldId="256"/>
            <ac:spMk id="20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4:36:24.561" v="1351" actId="27636"/>
          <ac:spMkLst>
            <pc:docMk/>
            <pc:sldMk cId="0" sldId="256"/>
            <ac:spMk id="24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9:21:17.596" v="3359" actId="27636"/>
          <ac:spMkLst>
            <pc:docMk/>
            <pc:sldMk cId="0" sldId="256"/>
            <ac:spMk id="25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4:36:24.497" v="1299" actId="27636"/>
          <ac:spMkLst>
            <pc:docMk/>
            <pc:sldMk cId="0" sldId="256"/>
            <ac:spMk id="29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9:21:17.570" v="3355" actId="27636"/>
          <ac:spMkLst>
            <pc:docMk/>
            <pc:sldMk cId="0" sldId="256"/>
            <ac:spMk id="30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4:36:24.545" v="1336" actId="27636"/>
          <ac:spMkLst>
            <pc:docMk/>
            <pc:sldMk cId="0" sldId="256"/>
            <ac:spMk id="32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2:35:35.835" v="7284" actId="255"/>
          <ac:spMkLst>
            <pc:docMk/>
            <pc:sldMk cId="0" sldId="256"/>
            <ac:spMk id="33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9:21:17.523" v="3353" actId="2711"/>
          <ac:spMkLst>
            <pc:docMk/>
            <pc:sldMk cId="0" sldId="256"/>
            <ac:spMk id="35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9:21:17.523" v="3353" actId="2711"/>
          <ac:spMkLst>
            <pc:docMk/>
            <pc:sldMk cId="0" sldId="256"/>
            <ac:spMk id="36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4:36:24.545" v="1335" actId="27636"/>
          <ac:spMkLst>
            <pc:docMk/>
            <pc:sldMk cId="0" sldId="256"/>
            <ac:spMk id="37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4:36:24.545" v="1345" actId="27636"/>
          <ac:spMkLst>
            <pc:docMk/>
            <pc:sldMk cId="0" sldId="256"/>
            <ac:spMk id="38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4:36:24.480" v="1296" actId="27636"/>
          <ac:spMkLst>
            <pc:docMk/>
            <pc:sldMk cId="0" sldId="256"/>
            <ac:spMk id="41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4:36:24.530" v="1330" actId="27636"/>
          <ac:spMkLst>
            <pc:docMk/>
            <pc:sldMk cId="0" sldId="256"/>
            <ac:spMk id="42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2:33:58.859" v="7259" actId="14100"/>
          <ac:spMkLst>
            <pc:docMk/>
            <pc:sldMk cId="0" sldId="256"/>
            <ac:spMk id="43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4:36:24.530" v="1333" actId="27636"/>
          <ac:spMkLst>
            <pc:docMk/>
            <pc:sldMk cId="0" sldId="256"/>
            <ac:spMk id="46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4:36:24.545" v="1338" actId="27636"/>
          <ac:spMkLst>
            <pc:docMk/>
            <pc:sldMk cId="0" sldId="256"/>
            <ac:spMk id="47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2:34:18.873" v="7267" actId="404"/>
          <ac:spMkLst>
            <pc:docMk/>
            <pc:sldMk cId="0" sldId="256"/>
            <ac:spMk id="48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4:36:24.545" v="1340" actId="27636"/>
          <ac:spMkLst>
            <pc:docMk/>
            <pc:sldMk cId="0" sldId="256"/>
            <ac:spMk id="51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5:38:23.939" v="1632" actId="20577"/>
          <ac:spMkLst>
            <pc:docMk/>
            <pc:sldMk cId="0" sldId="256"/>
            <ac:spMk id="52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2:34:14.148" v="7264" actId="790"/>
          <ac:spMkLst>
            <pc:docMk/>
            <pc:sldMk cId="0" sldId="256"/>
            <ac:spMk id="53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2:33:35.967" v="7256" actId="790"/>
          <ac:spMkLst>
            <pc:docMk/>
            <pc:sldMk cId="0" sldId="256"/>
            <ac:spMk id="58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2:35:10.684" v="7282" actId="1038"/>
          <ac:spMkLst>
            <pc:docMk/>
            <pc:sldMk cId="0" sldId="256"/>
            <ac:spMk id="61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2:33:26.761" v="7255" actId="790"/>
          <ac:spMkLst>
            <pc:docMk/>
            <pc:sldMk cId="0" sldId="256"/>
            <ac:spMk id="63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4:36:24.561" v="1350" actId="27636"/>
          <ac:spMkLst>
            <pc:docMk/>
            <pc:sldMk cId="0" sldId="256"/>
            <ac:spMk id="68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4:36:24.530" v="1332" actId="27636"/>
          <ac:spMkLst>
            <pc:docMk/>
            <pc:sldMk cId="0" sldId="256"/>
            <ac:spMk id="72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9:21:17.593" v="3358" actId="27636"/>
          <ac:spMkLst>
            <pc:docMk/>
            <pc:sldMk cId="0" sldId="256"/>
            <ac:spMk id="73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2:35:23.447" v="7283" actId="255"/>
          <ac:spMkLst>
            <pc:docMk/>
            <pc:sldMk cId="0" sldId="256"/>
            <ac:spMk id="74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2:35:23.447" v="7283" actId="255"/>
          <ac:spMkLst>
            <pc:docMk/>
            <pc:sldMk cId="0" sldId="256"/>
            <ac:spMk id="75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4:36:24.512" v="1311" actId="27636"/>
          <ac:spMkLst>
            <pc:docMk/>
            <pc:sldMk cId="0" sldId="256"/>
            <ac:spMk id="80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9:21:17.523" v="3353" actId="2711"/>
          <ac:spMkLst>
            <pc:docMk/>
            <pc:sldMk cId="0" sldId="256"/>
            <ac:spMk id="82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4:36:24.497" v="1308" actId="27636"/>
          <ac:spMkLst>
            <pc:docMk/>
            <pc:sldMk cId="0" sldId="256"/>
            <ac:spMk id="83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4:36:24.513" v="1321" actId="27636"/>
          <ac:spMkLst>
            <pc:docMk/>
            <pc:sldMk cId="0" sldId="256"/>
            <ac:spMk id="86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5:38:29.465" v="1640" actId="20577"/>
          <ac:spMkLst>
            <pc:docMk/>
            <pc:sldMk cId="0" sldId="256"/>
            <ac:spMk id="87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2:34:48.693" v="7268" actId="255"/>
          <ac:spMkLst>
            <pc:docMk/>
            <pc:sldMk cId="0" sldId="256"/>
            <ac:spMk id="88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9:21:17.523" v="3353" actId="2711"/>
          <ac:spMkLst>
            <pc:docMk/>
            <pc:sldMk cId="0" sldId="256"/>
            <ac:spMk id="92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4:36:24.497" v="1307" actId="27636"/>
          <ac:spMkLst>
            <pc:docMk/>
            <pc:sldMk cId="0" sldId="256"/>
            <ac:spMk id="93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4:36:24.530" v="1326" actId="27636"/>
          <ac:spMkLst>
            <pc:docMk/>
            <pc:sldMk cId="0" sldId="256"/>
            <ac:spMk id="96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4:36:24.513" v="1312" actId="27636"/>
          <ac:spMkLst>
            <pc:docMk/>
            <pc:sldMk cId="0" sldId="256"/>
            <ac:spMk id="99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2:34:48.693" v="7268" actId="255"/>
          <ac:spMkLst>
            <pc:docMk/>
            <pc:sldMk cId="0" sldId="256"/>
            <ac:spMk id="101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4:36:24.497" v="1305" actId="27636"/>
          <ac:spMkLst>
            <pc:docMk/>
            <pc:sldMk cId="0" sldId="256"/>
            <ac:spMk id="103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2:34:48.693" v="7268" actId="255"/>
          <ac:spMkLst>
            <pc:docMk/>
            <pc:sldMk cId="0" sldId="256"/>
            <ac:spMk id="105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4:17:53.707" v="9219" actId="255"/>
          <ac:spMkLst>
            <pc:docMk/>
            <pc:sldMk cId="0" sldId="256"/>
            <ac:spMk id="106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9:21:17.523" v="3353" actId="2711"/>
          <ac:spMkLst>
            <pc:docMk/>
            <pc:sldMk cId="0" sldId="256"/>
            <ac:spMk id="107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4:17:53.707" v="9219" actId="255"/>
          <ac:spMkLst>
            <pc:docMk/>
            <pc:sldMk cId="0" sldId="256"/>
            <ac:spMk id="108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4:36:24.513" v="1318" actId="27636"/>
          <ac:spMkLst>
            <pc:docMk/>
            <pc:sldMk cId="0" sldId="256"/>
            <ac:spMk id="109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4:17:53.707" v="9219" actId="255"/>
          <ac:spMkLst>
            <pc:docMk/>
            <pc:sldMk cId="0" sldId="256"/>
            <ac:spMk id="110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4:17:53.707" v="9219" actId="255"/>
          <ac:spMkLst>
            <pc:docMk/>
            <pc:sldMk cId="0" sldId="256"/>
            <ac:spMk id="111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4:17:53.707" v="9219" actId="255"/>
          <ac:spMkLst>
            <pc:docMk/>
            <pc:sldMk cId="0" sldId="256"/>
            <ac:spMk id="112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4:36:24.530" v="1322" actId="27636"/>
          <ac:spMkLst>
            <pc:docMk/>
            <pc:sldMk cId="0" sldId="256"/>
            <ac:spMk id="113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4:17:53.707" v="9219" actId="255"/>
          <ac:spMkLst>
            <pc:docMk/>
            <pc:sldMk cId="0" sldId="256"/>
            <ac:spMk id="114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4:36:24.497" v="1310" actId="27636"/>
          <ac:spMkLst>
            <pc:docMk/>
            <pc:sldMk cId="0" sldId="256"/>
            <ac:spMk id="115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4:17:53.707" v="9219" actId="255"/>
          <ac:spMkLst>
            <pc:docMk/>
            <pc:sldMk cId="0" sldId="256"/>
            <ac:spMk id="116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4:17:53.707" v="9219" actId="255"/>
          <ac:spMkLst>
            <pc:docMk/>
            <pc:sldMk cId="0" sldId="256"/>
            <ac:spMk id="117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9:21:17.523" v="3353" actId="2711"/>
          <ac:spMkLst>
            <pc:docMk/>
            <pc:sldMk cId="0" sldId="256"/>
            <ac:spMk id="118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4:17:53.707" v="9219" actId="255"/>
          <ac:spMkLst>
            <pc:docMk/>
            <pc:sldMk cId="0" sldId="256"/>
            <ac:spMk id="119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4:17:53.707" v="9219" actId="255"/>
          <ac:spMkLst>
            <pc:docMk/>
            <pc:sldMk cId="0" sldId="256"/>
            <ac:spMk id="121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4:18:03.124" v="9221" actId="790"/>
          <ac:spMkLst>
            <pc:docMk/>
            <pc:sldMk cId="0" sldId="256"/>
            <ac:spMk id="122" creationId="{00000000-0000-0000-0000-000000000000}"/>
          </ac:spMkLst>
        </pc:spChg>
        <pc:spChg chg="del mod">
          <ac:chgData name="Igor Dos Santos Oliveira" userId="b0c2fb47-b880-4cbf-af11-e7a3affee8ed" providerId="ADAL" clId="{494D6766-E60F-4C9C-8053-2F6D56CC7459}" dt="2026-09-01T04:17:43.169" v="9218" actId="478"/>
          <ac:spMkLst>
            <pc:docMk/>
            <pc:sldMk cId="0" sldId="256"/>
            <ac:spMk id="123" creationId="{00000000-0000-0000-0000-000000000000}"/>
          </ac:spMkLst>
        </pc:spChg>
        <pc:spChg chg="add mod ord">
          <ac:chgData name="Igor Dos Santos Oliveira" userId="b0c2fb47-b880-4cbf-af11-e7a3affee8ed" providerId="ADAL" clId="{494D6766-E60F-4C9C-8053-2F6D56CC7459}" dt="2026-08-31T17:46:58.436" v="2480" actId="167"/>
          <ac:spMkLst>
            <pc:docMk/>
            <pc:sldMk cId="0" sldId="256"/>
            <ac:spMk id="124" creationId="{A302A755-CE3F-8D8F-F6E9-7ACFBD504B3A}"/>
          </ac:spMkLst>
        </pc:spChg>
        <pc:spChg chg="add mod">
          <ac:chgData name="Igor Dos Santos Oliveira" userId="b0c2fb47-b880-4cbf-af11-e7a3affee8ed" providerId="ADAL" clId="{494D6766-E60F-4C9C-8053-2F6D56CC7459}" dt="2026-09-01T02:33:12.231" v="7253" actId="20577"/>
          <ac:spMkLst>
            <pc:docMk/>
            <pc:sldMk cId="0" sldId="256"/>
            <ac:spMk id="125" creationId="{F0467313-5123-13B1-1C84-D146939643F9}"/>
          </ac:spMkLst>
        </pc:spChg>
        <pc:picChg chg="add mod">
          <ac:chgData name="Igor Dos Santos Oliveira" userId="b0c2fb47-b880-4cbf-af11-e7a3affee8ed" providerId="ADAL" clId="{494D6766-E60F-4C9C-8053-2F6D56CC7459}" dt="2026-09-01T02:33:00.994" v="7221"/>
          <ac:picMkLst>
            <pc:docMk/>
            <pc:sldMk cId="0" sldId="256"/>
            <ac:picMk id="11" creationId="{15EC3FF3-7796-842B-BE70-610EBD41929F}"/>
          </ac:picMkLst>
        </pc:picChg>
      </pc:sldChg>
      <pc:sldChg chg="addSp delSp modSp add del mod setBg modShow">
        <pc:chgData name="Igor Dos Santos Oliveira" userId="b0c2fb47-b880-4cbf-af11-e7a3affee8ed" providerId="ADAL" clId="{494D6766-E60F-4C9C-8053-2F6D56CC7459}" dt="2026-09-01T04:25:09.444" v="9353" actId="729"/>
        <pc:sldMkLst>
          <pc:docMk/>
          <pc:sldMk cId="0" sldId="257"/>
        </pc:sldMkLst>
        <pc:spChg chg="add del">
          <ac:chgData name="Igor Dos Santos Oliveira" userId="b0c2fb47-b880-4cbf-af11-e7a3affee8ed" providerId="ADAL" clId="{494D6766-E60F-4C9C-8053-2F6D56CC7459}" dt="2026-09-01T02:28:44.673" v="7019" actId="478"/>
          <ac:spMkLst>
            <pc:docMk/>
            <pc:sldMk cId="0" sldId="257"/>
            <ac:spMk id="2" creationId="{00000000-0000-0000-0000-000000000000}"/>
          </ac:spMkLst>
        </pc:spChg>
        <pc:spChg chg="add del">
          <ac:chgData name="Igor Dos Santos Oliveira" userId="b0c2fb47-b880-4cbf-af11-e7a3affee8ed" providerId="ADAL" clId="{494D6766-E60F-4C9C-8053-2F6D56CC7459}" dt="2026-09-01T02:24:09.085" v="6960" actId="478"/>
          <ac:spMkLst>
            <pc:docMk/>
            <pc:sldMk cId="0" sldId="257"/>
            <ac:spMk id="3" creationId="{00000000-0000-0000-0000-000000000000}"/>
          </ac:spMkLst>
        </pc:spChg>
        <pc:spChg chg="add del">
          <ac:chgData name="Igor Dos Santos Oliveira" userId="b0c2fb47-b880-4cbf-af11-e7a3affee8ed" providerId="ADAL" clId="{494D6766-E60F-4C9C-8053-2F6D56CC7459}" dt="2026-09-01T02:28:44.673" v="7019" actId="478"/>
          <ac:spMkLst>
            <pc:docMk/>
            <pc:sldMk cId="0" sldId="257"/>
            <ac:spMk id="4" creationId="{00000000-0000-0000-0000-000000000000}"/>
          </ac:spMkLst>
        </pc:spChg>
        <pc:spChg chg="add del">
          <ac:chgData name="Igor Dos Santos Oliveira" userId="b0c2fb47-b880-4cbf-af11-e7a3affee8ed" providerId="ADAL" clId="{494D6766-E60F-4C9C-8053-2F6D56CC7459}" dt="2026-09-01T02:28:44.673" v="7019" actId="478"/>
          <ac:spMkLst>
            <pc:docMk/>
            <pc:sldMk cId="0" sldId="257"/>
            <ac:spMk id="5" creationId="{00000000-0000-0000-0000-000000000000}"/>
          </ac:spMkLst>
        </pc:spChg>
        <pc:spChg chg="add del mod">
          <ac:chgData name="Igor Dos Santos Oliveira" userId="b0c2fb47-b880-4cbf-af11-e7a3affee8ed" providerId="ADAL" clId="{494D6766-E60F-4C9C-8053-2F6D56CC7459}" dt="2026-09-01T02:42:23.176" v="7374" actId="478"/>
          <ac:spMkLst>
            <pc:docMk/>
            <pc:sldMk cId="0" sldId="257"/>
            <ac:spMk id="6" creationId="{00000000-0000-0000-0000-000000000000}"/>
          </ac:spMkLst>
        </pc:spChg>
        <pc:spChg chg="add del mod">
          <ac:chgData name="Igor Dos Santos Oliveira" userId="b0c2fb47-b880-4cbf-af11-e7a3affee8ed" providerId="ADAL" clId="{494D6766-E60F-4C9C-8053-2F6D56CC7459}" dt="2026-09-01T02:28:17.384" v="6987" actId="478"/>
          <ac:spMkLst>
            <pc:docMk/>
            <pc:sldMk cId="0" sldId="257"/>
            <ac:spMk id="7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4:15:22.899" v="9163" actId="2711"/>
          <ac:spMkLst>
            <pc:docMk/>
            <pc:sldMk cId="0" sldId="257"/>
            <ac:spMk id="8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2:42:47.234" v="7391" actId="1035"/>
          <ac:spMkLst>
            <pc:docMk/>
            <pc:sldMk cId="0" sldId="257"/>
            <ac:spMk id="9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4:15:22.899" v="9163" actId="2711"/>
          <ac:spMkLst>
            <pc:docMk/>
            <pc:sldMk cId="0" sldId="257"/>
            <ac:spMk id="10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2:45:55.239" v="7416" actId="790"/>
          <ac:spMkLst>
            <pc:docMk/>
            <pc:sldMk cId="0" sldId="257"/>
            <ac:spMk id="11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4:15:37.779" v="9167" actId="313"/>
          <ac:spMkLst>
            <pc:docMk/>
            <pc:sldMk cId="0" sldId="257"/>
            <ac:spMk id="12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2:42:47.234" v="7391" actId="1035"/>
          <ac:spMkLst>
            <pc:docMk/>
            <pc:sldMk cId="0" sldId="257"/>
            <ac:spMk id="13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2:45:55.239" v="7416" actId="790"/>
          <ac:spMkLst>
            <pc:docMk/>
            <pc:sldMk cId="0" sldId="257"/>
            <ac:spMk id="14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2:42:47.234" v="7391" actId="1035"/>
          <ac:spMkLst>
            <pc:docMk/>
            <pc:sldMk cId="0" sldId="257"/>
            <ac:spMk id="15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9-01T02:42:05.013" v="7369" actId="478"/>
          <ac:spMkLst>
            <pc:docMk/>
            <pc:sldMk cId="0" sldId="257"/>
            <ac:spMk id="16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9-01T02:42:05.013" v="7369" actId="478"/>
          <ac:spMkLst>
            <pc:docMk/>
            <pc:sldMk cId="0" sldId="257"/>
            <ac:spMk id="17" creationId="{00000000-0000-0000-0000-000000000000}"/>
          </ac:spMkLst>
        </pc:spChg>
        <pc:spChg chg="del mod">
          <ac:chgData name="Igor Dos Santos Oliveira" userId="b0c2fb47-b880-4cbf-af11-e7a3affee8ed" providerId="ADAL" clId="{494D6766-E60F-4C9C-8053-2F6D56CC7459}" dt="2026-09-01T02:43:05.729" v="7394" actId="478"/>
          <ac:spMkLst>
            <pc:docMk/>
            <pc:sldMk cId="0" sldId="257"/>
            <ac:spMk id="18" creationId="{00000000-0000-0000-0000-000000000000}"/>
          </ac:spMkLst>
        </pc:spChg>
        <pc:spChg chg="del mod">
          <ac:chgData name="Igor Dos Santos Oliveira" userId="b0c2fb47-b880-4cbf-af11-e7a3affee8ed" providerId="ADAL" clId="{494D6766-E60F-4C9C-8053-2F6D56CC7459}" dt="2026-09-01T02:43:04.415" v="7393" actId="478"/>
          <ac:spMkLst>
            <pc:docMk/>
            <pc:sldMk cId="0" sldId="257"/>
            <ac:spMk id="19" creationId="{00000000-0000-0000-0000-000000000000}"/>
          </ac:spMkLst>
        </pc:spChg>
        <pc:spChg chg="del mod">
          <ac:chgData name="Igor Dos Santos Oliveira" userId="b0c2fb47-b880-4cbf-af11-e7a3affee8ed" providerId="ADAL" clId="{494D6766-E60F-4C9C-8053-2F6D56CC7459}" dt="2026-09-01T02:43:04.415" v="7393" actId="478"/>
          <ac:spMkLst>
            <pc:docMk/>
            <pc:sldMk cId="0" sldId="257"/>
            <ac:spMk id="20" creationId="{00000000-0000-0000-0000-000000000000}"/>
          </ac:spMkLst>
        </pc:spChg>
        <pc:spChg chg="add mod">
          <ac:chgData name="Igor Dos Santos Oliveira" userId="b0c2fb47-b880-4cbf-af11-e7a3affee8ed" providerId="ADAL" clId="{494D6766-E60F-4C9C-8053-2F6D56CC7459}" dt="2026-09-01T02:28:50.110" v="7020"/>
          <ac:spMkLst>
            <pc:docMk/>
            <pc:sldMk cId="0" sldId="257"/>
            <ac:spMk id="21" creationId="{7A184CD8-5FCD-302C-FDCE-A487D3B81BCA}"/>
          </ac:spMkLst>
        </pc:spChg>
        <pc:spChg chg="add mod">
          <ac:chgData name="Igor Dos Santos Oliveira" userId="b0c2fb47-b880-4cbf-af11-e7a3affee8ed" providerId="ADAL" clId="{494D6766-E60F-4C9C-8053-2F6D56CC7459}" dt="2026-09-01T04:15:22.899" v="9163" actId="2711"/>
          <ac:spMkLst>
            <pc:docMk/>
            <pc:sldMk cId="0" sldId="257"/>
            <ac:spMk id="22" creationId="{3A35C91C-F6ED-391B-C044-7B8EDF641CF5}"/>
          </ac:spMkLst>
        </pc:spChg>
        <pc:spChg chg="add mod">
          <ac:chgData name="Igor Dos Santos Oliveira" userId="b0c2fb47-b880-4cbf-af11-e7a3affee8ed" providerId="ADAL" clId="{494D6766-E60F-4C9C-8053-2F6D56CC7459}" dt="2026-09-01T02:29:08.357" v="7076" actId="20577"/>
          <ac:spMkLst>
            <pc:docMk/>
            <pc:sldMk cId="0" sldId="257"/>
            <ac:spMk id="24" creationId="{E16CCD5F-2D1B-9968-69FC-131819CE167C}"/>
          </ac:spMkLst>
        </pc:spChg>
        <pc:spChg chg="mod">
          <ac:chgData name="Igor Dos Santos Oliveira" userId="b0c2fb47-b880-4cbf-af11-e7a3affee8ed" providerId="ADAL" clId="{494D6766-E60F-4C9C-8053-2F6D56CC7459}" dt="2026-09-01T02:43:50.490" v="7398" actId="14100"/>
          <ac:spMkLst>
            <pc:docMk/>
            <pc:sldMk cId="0" sldId="257"/>
            <ac:spMk id="25" creationId="{75C6A3F0-3163-84F5-8896-875864C9A7CE}"/>
          </ac:spMkLst>
        </pc:spChg>
        <pc:spChg chg="add mod">
          <ac:chgData name="Igor Dos Santos Oliveira" userId="b0c2fb47-b880-4cbf-af11-e7a3affee8ed" providerId="ADAL" clId="{494D6766-E60F-4C9C-8053-2F6D56CC7459}" dt="2026-09-01T04:21:38.515" v="9292" actId="552"/>
          <ac:spMkLst>
            <pc:docMk/>
            <pc:sldMk cId="0" sldId="257"/>
            <ac:spMk id="28" creationId="{D83A0E04-FF64-E83B-E951-6AE3416B5D52}"/>
          </ac:spMkLst>
        </pc:spChg>
        <pc:spChg chg="add mod">
          <ac:chgData name="Igor Dos Santos Oliveira" userId="b0c2fb47-b880-4cbf-af11-e7a3affee8ed" providerId="ADAL" clId="{494D6766-E60F-4C9C-8053-2F6D56CC7459}" dt="2026-09-01T02:45:31.394" v="7412" actId="208"/>
          <ac:spMkLst>
            <pc:docMk/>
            <pc:sldMk cId="0" sldId="257"/>
            <ac:spMk id="29" creationId="{41508A9F-B296-0642-ACC4-AE867195392D}"/>
          </ac:spMkLst>
        </pc:spChg>
        <pc:spChg chg="add mod">
          <ac:chgData name="Igor Dos Santos Oliveira" userId="b0c2fb47-b880-4cbf-af11-e7a3affee8ed" providerId="ADAL" clId="{494D6766-E60F-4C9C-8053-2F6D56CC7459}" dt="2026-09-01T02:42:18.154" v="7373"/>
          <ac:spMkLst>
            <pc:docMk/>
            <pc:sldMk cId="0" sldId="257"/>
            <ac:spMk id="30" creationId="{8BF5C5ED-8FCB-1581-E298-FFB0F7F2C278}"/>
          </ac:spMkLst>
        </pc:spChg>
        <pc:spChg chg="mod">
          <ac:chgData name="Igor Dos Santos Oliveira" userId="b0c2fb47-b880-4cbf-af11-e7a3affee8ed" providerId="ADAL" clId="{494D6766-E60F-4C9C-8053-2F6D56CC7459}" dt="2026-09-01T02:42:58.630" v="7392"/>
          <ac:spMkLst>
            <pc:docMk/>
            <pc:sldMk cId="0" sldId="257"/>
            <ac:spMk id="32" creationId="{3B48FCAB-F94A-2BA4-CE1D-67717D3A5796}"/>
          </ac:spMkLst>
        </pc:spChg>
        <pc:spChg chg="add del mod">
          <ac:chgData name="Igor Dos Santos Oliveira" userId="b0c2fb47-b880-4cbf-af11-e7a3affee8ed" providerId="ADAL" clId="{494D6766-E60F-4C9C-8053-2F6D56CC7459}" dt="2026-09-01T02:44:28.409" v="7403" actId="478"/>
          <ac:spMkLst>
            <pc:docMk/>
            <pc:sldMk cId="0" sldId="257"/>
            <ac:spMk id="33" creationId="{3E8112BD-AF17-2C7D-0455-087D4F699773}"/>
          </ac:spMkLst>
        </pc:spChg>
        <pc:spChg chg="add mod">
          <ac:chgData name="Igor Dos Santos Oliveira" userId="b0c2fb47-b880-4cbf-af11-e7a3affee8ed" providerId="ADAL" clId="{494D6766-E60F-4C9C-8053-2F6D56CC7459}" dt="2026-09-01T04:21:38.515" v="9292" actId="552"/>
          <ac:spMkLst>
            <pc:docMk/>
            <pc:sldMk cId="0" sldId="257"/>
            <ac:spMk id="34" creationId="{0E1C2A0D-3BA1-29B0-6F7E-A9E33A7ACF5E}"/>
          </ac:spMkLst>
        </pc:spChg>
        <pc:spChg chg="add del mod">
          <ac:chgData name="Igor Dos Santos Oliveira" userId="b0c2fb47-b880-4cbf-af11-e7a3affee8ed" providerId="ADAL" clId="{494D6766-E60F-4C9C-8053-2F6D56CC7459}" dt="2026-09-01T02:44:28.409" v="7403" actId="478"/>
          <ac:spMkLst>
            <pc:docMk/>
            <pc:sldMk cId="0" sldId="257"/>
            <ac:spMk id="35" creationId="{7A3F0441-E21A-182C-A455-BB1C5701C600}"/>
          </ac:spMkLst>
        </pc:spChg>
        <pc:spChg chg="add del mod">
          <ac:chgData name="Igor Dos Santos Oliveira" userId="b0c2fb47-b880-4cbf-af11-e7a3affee8ed" providerId="ADAL" clId="{494D6766-E60F-4C9C-8053-2F6D56CC7459}" dt="2026-09-01T02:44:28.409" v="7403" actId="478"/>
          <ac:spMkLst>
            <pc:docMk/>
            <pc:sldMk cId="0" sldId="257"/>
            <ac:spMk id="36" creationId="{D406F518-2B5D-6B4A-B7B1-BA0D1644F980}"/>
          </ac:spMkLst>
        </pc:spChg>
        <pc:spChg chg="add del mod">
          <ac:chgData name="Igor Dos Santos Oliveira" userId="b0c2fb47-b880-4cbf-af11-e7a3affee8ed" providerId="ADAL" clId="{494D6766-E60F-4C9C-8053-2F6D56CC7459}" dt="2026-09-01T02:44:28.409" v="7403" actId="478"/>
          <ac:spMkLst>
            <pc:docMk/>
            <pc:sldMk cId="0" sldId="257"/>
            <ac:spMk id="37" creationId="{295487B7-514C-0ADF-3648-9D0F2F00E92A}"/>
          </ac:spMkLst>
        </pc:spChg>
        <pc:spChg chg="del">
          <ac:chgData name="Igor Dos Santos Oliveira" userId="b0c2fb47-b880-4cbf-af11-e7a3affee8ed" providerId="ADAL" clId="{494D6766-E60F-4C9C-8053-2F6D56CC7459}" dt="2026-09-01T02:44:28.409" v="7403" actId="478"/>
          <ac:spMkLst>
            <pc:docMk/>
            <pc:sldMk cId="0" sldId="257"/>
            <ac:spMk id="38" creationId="{0B37C5E3-942E-E63D-EC45-AB04BFC6C301}"/>
          </ac:spMkLst>
        </pc:spChg>
        <pc:spChg chg="del">
          <ac:chgData name="Igor Dos Santos Oliveira" userId="b0c2fb47-b880-4cbf-af11-e7a3affee8ed" providerId="ADAL" clId="{494D6766-E60F-4C9C-8053-2F6D56CC7459}" dt="2026-09-01T02:44:28.409" v="7403" actId="478"/>
          <ac:spMkLst>
            <pc:docMk/>
            <pc:sldMk cId="0" sldId="257"/>
            <ac:spMk id="39" creationId="{FA2F617D-941F-F8AA-C60B-CE67B0F4BC61}"/>
          </ac:spMkLst>
        </pc:spChg>
        <pc:spChg chg="del">
          <ac:chgData name="Igor Dos Santos Oliveira" userId="b0c2fb47-b880-4cbf-af11-e7a3affee8ed" providerId="ADAL" clId="{494D6766-E60F-4C9C-8053-2F6D56CC7459}" dt="2026-09-01T02:44:28.409" v="7403" actId="478"/>
          <ac:spMkLst>
            <pc:docMk/>
            <pc:sldMk cId="0" sldId="257"/>
            <ac:spMk id="40" creationId="{615C1CFA-2792-A4BB-0DC1-FEBC255D5623}"/>
          </ac:spMkLst>
        </pc:spChg>
        <pc:spChg chg="mod">
          <ac:chgData name="Igor Dos Santos Oliveira" userId="b0c2fb47-b880-4cbf-af11-e7a3affee8ed" providerId="ADAL" clId="{494D6766-E60F-4C9C-8053-2F6D56CC7459}" dt="2026-09-01T04:15:22.899" v="9163" actId="2711"/>
          <ac:spMkLst>
            <pc:docMk/>
            <pc:sldMk cId="0" sldId="257"/>
            <ac:spMk id="41" creationId="{00000000-0000-0000-0000-000000000000}"/>
          </ac:spMkLst>
        </pc:spChg>
        <pc:spChg chg="add del mod">
          <ac:chgData name="Igor Dos Santos Oliveira" userId="b0c2fb47-b880-4cbf-af11-e7a3affee8ed" providerId="ADAL" clId="{494D6766-E60F-4C9C-8053-2F6D56CC7459}" dt="2026-09-01T02:44:28.409" v="7403" actId="478"/>
          <ac:spMkLst>
            <pc:docMk/>
            <pc:sldMk cId="0" sldId="257"/>
            <ac:spMk id="42" creationId="{7D0FA041-A2F1-2048-A645-F9DB072A4DB0}"/>
          </ac:spMkLst>
        </pc:spChg>
        <pc:spChg chg="del">
          <ac:chgData name="Igor Dos Santos Oliveira" userId="b0c2fb47-b880-4cbf-af11-e7a3affee8ed" providerId="ADAL" clId="{494D6766-E60F-4C9C-8053-2F6D56CC7459}" dt="2026-09-01T02:43:38.502" v="7395" actId="478"/>
          <ac:spMkLst>
            <pc:docMk/>
            <pc:sldMk cId="0" sldId="257"/>
            <ac:spMk id="43" creationId="{76C5719A-6D0B-6A61-BAFC-933A1B759284}"/>
          </ac:spMkLst>
        </pc:spChg>
        <pc:spChg chg="add del mod">
          <ac:chgData name="Igor Dos Santos Oliveira" userId="b0c2fb47-b880-4cbf-af11-e7a3affee8ed" providerId="ADAL" clId="{494D6766-E60F-4C9C-8053-2F6D56CC7459}" dt="2026-09-01T02:44:28.409" v="7403" actId="478"/>
          <ac:spMkLst>
            <pc:docMk/>
            <pc:sldMk cId="0" sldId="257"/>
            <ac:spMk id="44" creationId="{E0AA3BFE-4D45-1F8E-16F8-A240C988D487}"/>
          </ac:spMkLst>
        </pc:spChg>
        <pc:spChg chg="del">
          <ac:chgData name="Igor Dos Santos Oliveira" userId="b0c2fb47-b880-4cbf-af11-e7a3affee8ed" providerId="ADAL" clId="{494D6766-E60F-4C9C-8053-2F6D56CC7459}" dt="2026-09-01T02:44:28.409" v="7403" actId="478"/>
          <ac:spMkLst>
            <pc:docMk/>
            <pc:sldMk cId="0" sldId="257"/>
            <ac:spMk id="45" creationId="{1B206FF6-A6D5-7780-E723-81D9693814DF}"/>
          </ac:spMkLst>
        </pc:spChg>
        <pc:spChg chg="add mod">
          <ac:chgData name="Igor Dos Santos Oliveira" userId="b0c2fb47-b880-4cbf-af11-e7a3affee8ed" providerId="ADAL" clId="{494D6766-E60F-4C9C-8053-2F6D56CC7459}" dt="2026-09-01T04:15:22.899" v="9163" actId="2711"/>
          <ac:spMkLst>
            <pc:docMk/>
            <pc:sldMk cId="0" sldId="257"/>
            <ac:spMk id="46" creationId="{069CDCA9-553C-5FDD-66FC-E478B7B5EDF6}"/>
          </ac:spMkLst>
        </pc:spChg>
        <pc:spChg chg="add mod">
          <ac:chgData name="Igor Dos Santos Oliveira" userId="b0c2fb47-b880-4cbf-af11-e7a3affee8ed" providerId="ADAL" clId="{494D6766-E60F-4C9C-8053-2F6D56CC7459}" dt="2026-09-01T02:44:28.709" v="7404"/>
          <ac:spMkLst>
            <pc:docMk/>
            <pc:sldMk cId="0" sldId="257"/>
            <ac:spMk id="47" creationId="{3783E2C7-2FE6-E35A-F0D4-AD2EF0CE8C3E}"/>
          </ac:spMkLst>
        </pc:spChg>
        <pc:spChg chg="add mod">
          <ac:chgData name="Igor Dos Santos Oliveira" userId="b0c2fb47-b880-4cbf-af11-e7a3affee8ed" providerId="ADAL" clId="{494D6766-E60F-4C9C-8053-2F6D56CC7459}" dt="2026-09-01T02:45:16.402" v="7409" actId="790"/>
          <ac:spMkLst>
            <pc:docMk/>
            <pc:sldMk cId="0" sldId="257"/>
            <ac:spMk id="48" creationId="{2B0A6475-2D80-9E9F-D178-9438063AB4C3}"/>
          </ac:spMkLst>
        </pc:spChg>
        <pc:spChg chg="add mod">
          <ac:chgData name="Igor Dos Santos Oliveira" userId="b0c2fb47-b880-4cbf-af11-e7a3affee8ed" providerId="ADAL" clId="{494D6766-E60F-4C9C-8053-2F6D56CC7459}" dt="2026-09-01T02:45:00.074" v="7407" actId="207"/>
          <ac:spMkLst>
            <pc:docMk/>
            <pc:sldMk cId="0" sldId="257"/>
            <ac:spMk id="49" creationId="{7B40A96A-7D7A-5181-CAE3-5B0DB47DF7D8}"/>
          </ac:spMkLst>
        </pc:spChg>
        <pc:spChg chg="add mod">
          <ac:chgData name="Igor Dos Santos Oliveira" userId="b0c2fb47-b880-4cbf-af11-e7a3affee8ed" providerId="ADAL" clId="{494D6766-E60F-4C9C-8053-2F6D56CC7459}" dt="2026-09-01T04:15:22.899" v="9163" actId="2711"/>
          <ac:spMkLst>
            <pc:docMk/>
            <pc:sldMk cId="0" sldId="257"/>
            <ac:spMk id="50" creationId="{B00DC5DB-5D91-FA3F-1B12-40C391D873CF}"/>
          </ac:spMkLst>
        </pc:spChg>
        <pc:spChg chg="add mod">
          <ac:chgData name="Igor Dos Santos Oliveira" userId="b0c2fb47-b880-4cbf-af11-e7a3affee8ed" providerId="ADAL" clId="{494D6766-E60F-4C9C-8053-2F6D56CC7459}" dt="2026-09-01T02:45:00.074" v="7407" actId="207"/>
          <ac:spMkLst>
            <pc:docMk/>
            <pc:sldMk cId="0" sldId="257"/>
            <ac:spMk id="51" creationId="{F6C64EFC-EB28-F68B-AA3E-8D58C7F7B089}"/>
          </ac:spMkLst>
        </pc:spChg>
        <pc:spChg chg="add mod">
          <ac:chgData name="Igor Dos Santos Oliveira" userId="b0c2fb47-b880-4cbf-af11-e7a3affee8ed" providerId="ADAL" clId="{494D6766-E60F-4C9C-8053-2F6D56CC7459}" dt="2026-09-01T02:45:16.402" v="7409" actId="790"/>
          <ac:spMkLst>
            <pc:docMk/>
            <pc:sldMk cId="0" sldId="257"/>
            <ac:spMk id="52" creationId="{90B168CA-65B7-97A2-7E03-50BD18D30AFF}"/>
          </ac:spMkLst>
        </pc:spChg>
        <pc:spChg chg="add mod">
          <ac:chgData name="Igor Dos Santos Oliveira" userId="b0c2fb47-b880-4cbf-af11-e7a3affee8ed" providerId="ADAL" clId="{494D6766-E60F-4C9C-8053-2F6D56CC7459}" dt="2026-09-01T02:45:00.074" v="7407" actId="207"/>
          <ac:spMkLst>
            <pc:docMk/>
            <pc:sldMk cId="0" sldId="257"/>
            <ac:spMk id="53" creationId="{9AE7740A-8EC1-D567-4ABA-21243807E2DF}"/>
          </ac:spMkLst>
        </pc:spChg>
        <pc:spChg chg="add mod">
          <ac:chgData name="Igor Dos Santos Oliveira" userId="b0c2fb47-b880-4cbf-af11-e7a3affee8ed" providerId="ADAL" clId="{494D6766-E60F-4C9C-8053-2F6D56CC7459}" dt="2026-09-01T04:15:22.899" v="9163" actId="2711"/>
          <ac:spMkLst>
            <pc:docMk/>
            <pc:sldMk cId="0" sldId="257"/>
            <ac:spMk id="54" creationId="{C8622C78-C12B-BF8B-2704-5BFA0D611715}"/>
          </ac:spMkLst>
        </pc:spChg>
        <pc:spChg chg="add mod">
          <ac:chgData name="Igor Dos Santos Oliveira" userId="b0c2fb47-b880-4cbf-af11-e7a3affee8ed" providerId="ADAL" clId="{494D6766-E60F-4C9C-8053-2F6D56CC7459}" dt="2026-09-01T02:44:28.709" v="7404"/>
          <ac:spMkLst>
            <pc:docMk/>
            <pc:sldMk cId="0" sldId="257"/>
            <ac:spMk id="55" creationId="{137F8C8A-443A-DAE4-4784-9E55616AFB81}"/>
          </ac:spMkLst>
        </pc:spChg>
        <pc:spChg chg="add mod">
          <ac:chgData name="Igor Dos Santos Oliveira" userId="b0c2fb47-b880-4cbf-af11-e7a3affee8ed" providerId="ADAL" clId="{494D6766-E60F-4C9C-8053-2F6D56CC7459}" dt="2026-09-01T02:45:42.176" v="7415" actId="208"/>
          <ac:spMkLst>
            <pc:docMk/>
            <pc:sldMk cId="0" sldId="257"/>
            <ac:spMk id="56" creationId="{047AF1E0-F693-47FD-0DFA-0BD141AA9E50}"/>
          </ac:spMkLst>
        </pc:spChg>
        <pc:spChg chg="add mod">
          <ac:chgData name="Igor Dos Santos Oliveira" userId="b0c2fb47-b880-4cbf-af11-e7a3affee8ed" providerId="ADAL" clId="{494D6766-E60F-4C9C-8053-2F6D56CC7459}" dt="2026-09-01T03:49:17.239" v="8817"/>
          <ac:spMkLst>
            <pc:docMk/>
            <pc:sldMk cId="0" sldId="257"/>
            <ac:spMk id="57" creationId="{022518E4-72A5-EBA2-8A31-57126E879278}"/>
          </ac:spMkLst>
        </pc:spChg>
        <pc:spChg chg="add mod">
          <ac:chgData name="Igor Dos Santos Oliveira" userId="b0c2fb47-b880-4cbf-af11-e7a3affee8ed" providerId="ADAL" clId="{494D6766-E60F-4C9C-8053-2F6D56CC7459}" dt="2026-09-01T04:17:31.569" v="9215"/>
          <ac:spMkLst>
            <pc:docMk/>
            <pc:sldMk cId="0" sldId="257"/>
            <ac:spMk id="58" creationId="{4D69643D-09AC-6784-6A43-C0215E41C3EC}"/>
          </ac:spMkLst>
        </pc:spChg>
        <pc:picChg chg="add mod">
          <ac:chgData name="Igor Dos Santos Oliveira" userId="b0c2fb47-b880-4cbf-af11-e7a3affee8ed" providerId="ADAL" clId="{494D6766-E60F-4C9C-8053-2F6D56CC7459}" dt="2026-09-01T02:28:50.110" v="7020"/>
          <ac:picMkLst>
            <pc:docMk/>
            <pc:sldMk cId="0" sldId="257"/>
            <ac:picMk id="23" creationId="{6983114F-F906-10EC-E013-1F99C8B537D5}"/>
          </ac:picMkLst>
        </pc:picChg>
      </pc:sldChg>
      <pc:sldChg chg="addSp delSp modSp add del mod setBg modShow">
        <pc:chgData name="Igor Dos Santos Oliveira" userId="b0c2fb47-b880-4cbf-af11-e7a3affee8ed" providerId="ADAL" clId="{494D6766-E60F-4C9C-8053-2F6D56CC7459}" dt="2026-09-01T04:25:09.444" v="9353" actId="729"/>
        <pc:sldMkLst>
          <pc:docMk/>
          <pc:sldMk cId="0" sldId="258"/>
        </pc:sldMkLst>
        <pc:spChg chg="add del">
          <ac:chgData name="Igor Dos Santos Oliveira" userId="b0c2fb47-b880-4cbf-af11-e7a3affee8ed" providerId="ADAL" clId="{494D6766-E60F-4C9C-8053-2F6D56CC7459}" dt="2026-09-01T02:28:39.169" v="7018" actId="478"/>
          <ac:spMkLst>
            <pc:docMk/>
            <pc:sldMk cId="0" sldId="258"/>
            <ac:spMk id="2" creationId="{00000000-0000-0000-0000-000000000000}"/>
          </ac:spMkLst>
        </pc:spChg>
        <pc:spChg chg="add del">
          <ac:chgData name="Igor Dos Santos Oliveira" userId="b0c2fb47-b880-4cbf-af11-e7a3affee8ed" providerId="ADAL" clId="{494D6766-E60F-4C9C-8053-2F6D56CC7459}" dt="2026-09-01T02:28:39.169" v="7018" actId="478"/>
          <ac:spMkLst>
            <pc:docMk/>
            <pc:sldMk cId="0" sldId="258"/>
            <ac:spMk id="3" creationId="{00000000-0000-0000-0000-000000000000}"/>
          </ac:spMkLst>
        </pc:spChg>
        <pc:spChg chg="add del">
          <ac:chgData name="Igor Dos Santos Oliveira" userId="b0c2fb47-b880-4cbf-af11-e7a3affee8ed" providerId="ADAL" clId="{494D6766-E60F-4C9C-8053-2F6D56CC7459}" dt="2026-09-01T02:28:39.169" v="7018" actId="478"/>
          <ac:spMkLst>
            <pc:docMk/>
            <pc:sldMk cId="0" sldId="258"/>
            <ac:spMk id="4" creationId="{00000000-0000-0000-0000-000000000000}"/>
          </ac:spMkLst>
        </pc:spChg>
        <pc:spChg chg="add del">
          <ac:chgData name="Igor Dos Santos Oliveira" userId="b0c2fb47-b880-4cbf-af11-e7a3affee8ed" providerId="ADAL" clId="{494D6766-E60F-4C9C-8053-2F6D56CC7459}" dt="2026-09-01T02:28:39.169" v="7018" actId="478"/>
          <ac:spMkLst>
            <pc:docMk/>
            <pc:sldMk cId="0" sldId="258"/>
            <ac:spMk id="5" creationId="{00000000-0000-0000-0000-000000000000}"/>
          </ac:spMkLst>
        </pc:spChg>
        <pc:spChg chg="add del">
          <ac:chgData name="Igor Dos Santos Oliveira" userId="b0c2fb47-b880-4cbf-af11-e7a3affee8ed" providerId="ADAL" clId="{494D6766-E60F-4C9C-8053-2F6D56CC7459}" dt="2026-09-01T02:28:34.739" v="7017" actId="478"/>
          <ac:spMkLst>
            <pc:docMk/>
            <pc:sldMk cId="0" sldId="258"/>
            <ac:spMk id="6" creationId="{00000000-0000-0000-0000-000000000000}"/>
          </ac:spMkLst>
        </pc:spChg>
        <pc:spChg chg="add del">
          <ac:chgData name="Igor Dos Santos Oliveira" userId="b0c2fb47-b880-4cbf-af11-e7a3affee8ed" providerId="ADAL" clId="{494D6766-E60F-4C9C-8053-2F6D56CC7459}" dt="2026-09-01T02:28:34.739" v="7017" actId="478"/>
          <ac:spMkLst>
            <pc:docMk/>
            <pc:sldMk cId="0" sldId="258"/>
            <ac:spMk id="7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4:14:37.834" v="9157" actId="2711"/>
          <ac:spMkLst>
            <pc:docMk/>
            <pc:sldMk cId="0" sldId="258"/>
            <ac:spMk id="8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2:42:11.880" v="7372" actId="1035"/>
          <ac:spMkLst>
            <pc:docMk/>
            <pc:sldMk cId="0" sldId="258"/>
            <ac:spMk id="9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2:42:11.880" v="7372" actId="1035"/>
          <ac:spMkLst>
            <pc:docMk/>
            <pc:sldMk cId="0" sldId="258"/>
            <ac:spMk id="10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2:47:15.338" v="7426" actId="790"/>
          <ac:spMkLst>
            <pc:docMk/>
            <pc:sldMk cId="0" sldId="258"/>
            <ac:spMk id="11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4:14:37.834" v="9157" actId="2711"/>
          <ac:spMkLst>
            <pc:docMk/>
            <pc:sldMk cId="0" sldId="258"/>
            <ac:spMk id="12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2:42:11.880" v="7372" actId="1035"/>
          <ac:spMkLst>
            <pc:docMk/>
            <pc:sldMk cId="0" sldId="258"/>
            <ac:spMk id="13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2:47:19.997" v="7427" actId="790"/>
          <ac:spMkLst>
            <pc:docMk/>
            <pc:sldMk cId="0" sldId="258"/>
            <ac:spMk id="14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4:14:31.551" v="9155" actId="115"/>
          <ac:spMkLst>
            <pc:docMk/>
            <pc:sldMk cId="0" sldId="258"/>
            <ac:spMk id="15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9-01T02:41:10.100" v="7310" actId="478"/>
          <ac:spMkLst>
            <pc:docMk/>
            <pc:sldMk cId="0" sldId="258"/>
            <ac:spMk id="16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9-01T02:41:10.100" v="7310" actId="478"/>
          <ac:spMkLst>
            <pc:docMk/>
            <pc:sldMk cId="0" sldId="258"/>
            <ac:spMk id="18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9-01T02:41:10.100" v="7310" actId="478"/>
          <ac:spMkLst>
            <pc:docMk/>
            <pc:sldMk cId="0" sldId="258"/>
            <ac:spMk id="19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9-01T02:41:10.100" v="7310" actId="478"/>
          <ac:spMkLst>
            <pc:docMk/>
            <pc:sldMk cId="0" sldId="258"/>
            <ac:spMk id="21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9-01T02:41:10.100" v="7310" actId="478"/>
          <ac:spMkLst>
            <pc:docMk/>
            <pc:sldMk cId="0" sldId="258"/>
            <ac:spMk id="24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9-01T02:41:10.100" v="7310" actId="478"/>
          <ac:spMkLst>
            <pc:docMk/>
            <pc:sldMk cId="0" sldId="258"/>
            <ac:spMk id="31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9-01T02:41:10.100" v="7310" actId="478"/>
          <ac:spMkLst>
            <pc:docMk/>
            <pc:sldMk cId="0" sldId="258"/>
            <ac:spMk id="33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9-01T02:41:10.100" v="7310" actId="478"/>
          <ac:spMkLst>
            <pc:docMk/>
            <pc:sldMk cId="0" sldId="258"/>
            <ac:spMk id="35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9-01T02:41:10.100" v="7310" actId="478"/>
          <ac:spMkLst>
            <pc:docMk/>
            <pc:sldMk cId="0" sldId="258"/>
            <ac:spMk id="38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9-01T02:41:10.100" v="7310" actId="478"/>
          <ac:spMkLst>
            <pc:docMk/>
            <pc:sldMk cId="0" sldId="258"/>
            <ac:spMk id="39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4:14:37.834" v="9157" actId="2711"/>
          <ac:spMkLst>
            <pc:docMk/>
            <pc:sldMk cId="0" sldId="258"/>
            <ac:spMk id="41" creationId="{00000000-0000-0000-0000-000000000000}"/>
          </ac:spMkLst>
        </pc:spChg>
        <pc:spChg chg="add del mod">
          <ac:chgData name="Igor Dos Santos Oliveira" userId="b0c2fb47-b880-4cbf-af11-e7a3affee8ed" providerId="ADAL" clId="{494D6766-E60F-4C9C-8053-2F6D56CC7459}" dt="2026-09-01T02:30:11.179" v="7111" actId="478"/>
          <ac:spMkLst>
            <pc:docMk/>
            <pc:sldMk cId="0" sldId="258"/>
            <ac:spMk id="42" creationId="{E2B6E658-8614-58BA-B8F6-78135656CC17}"/>
          </ac:spMkLst>
        </pc:spChg>
        <pc:spChg chg="add mod">
          <ac:chgData name="Igor Dos Santos Oliveira" userId="b0c2fb47-b880-4cbf-af11-e7a3affee8ed" providerId="ADAL" clId="{494D6766-E60F-4C9C-8053-2F6D56CC7459}" dt="2026-09-01T04:14:37.834" v="9157" actId="2711"/>
          <ac:spMkLst>
            <pc:docMk/>
            <pc:sldMk cId="0" sldId="258"/>
            <ac:spMk id="43" creationId="{B114A4DA-EC50-3DBF-CC3C-A59DDEF91DF8}"/>
          </ac:spMkLst>
        </pc:spChg>
        <pc:spChg chg="add mod">
          <ac:chgData name="Igor Dos Santos Oliveira" userId="b0c2fb47-b880-4cbf-af11-e7a3affee8ed" providerId="ADAL" clId="{494D6766-E60F-4C9C-8053-2F6D56CC7459}" dt="2026-09-01T02:28:51.749" v="7021"/>
          <ac:spMkLst>
            <pc:docMk/>
            <pc:sldMk cId="0" sldId="258"/>
            <ac:spMk id="44" creationId="{ED0F236A-658C-376E-0A84-74DEF70CDC66}"/>
          </ac:spMkLst>
        </pc:spChg>
        <pc:spChg chg="add mod">
          <ac:chgData name="Igor Dos Santos Oliveira" userId="b0c2fb47-b880-4cbf-af11-e7a3affee8ed" providerId="ADAL" clId="{494D6766-E60F-4C9C-8053-2F6D56CC7459}" dt="2026-09-01T04:14:37.834" v="9157" actId="2711"/>
          <ac:spMkLst>
            <pc:docMk/>
            <pc:sldMk cId="0" sldId="258"/>
            <ac:spMk id="46" creationId="{53F520BB-D9C5-BC32-56F1-0D0BF2ABDEB4}"/>
          </ac:spMkLst>
        </pc:spChg>
        <pc:spChg chg="add mod">
          <ac:chgData name="Igor Dos Santos Oliveira" userId="b0c2fb47-b880-4cbf-af11-e7a3affee8ed" providerId="ADAL" clId="{494D6766-E60F-4C9C-8053-2F6D56CC7459}" dt="2026-09-01T02:41:30.177" v="7350" actId="1036"/>
          <ac:spMkLst>
            <pc:docMk/>
            <pc:sldMk cId="0" sldId="258"/>
            <ac:spMk id="47" creationId="{C2DAAB70-3721-D2C5-8CC5-946D97660C5E}"/>
          </ac:spMkLst>
        </pc:spChg>
        <pc:spChg chg="mod">
          <ac:chgData name="Igor Dos Santos Oliveira" userId="b0c2fb47-b880-4cbf-af11-e7a3affee8ed" providerId="ADAL" clId="{494D6766-E60F-4C9C-8053-2F6D56CC7459}" dt="2026-09-01T04:14:33.637" v="9156" actId="1076"/>
          <ac:spMkLst>
            <pc:docMk/>
            <pc:sldMk cId="0" sldId="258"/>
            <ac:spMk id="48" creationId="{32FFBEA5-A5A2-5BDC-6E06-EF788980C36B}"/>
          </ac:spMkLst>
        </pc:spChg>
        <pc:spChg chg="add mod">
          <ac:chgData name="Igor Dos Santos Oliveira" userId="b0c2fb47-b880-4cbf-af11-e7a3affee8ed" providerId="ADAL" clId="{494D6766-E60F-4C9C-8053-2F6D56CC7459}" dt="2026-09-01T04:22:55.050" v="9352" actId="1035"/>
          <ac:spMkLst>
            <pc:docMk/>
            <pc:sldMk cId="0" sldId="258"/>
            <ac:spMk id="49" creationId="{D5E5D324-2325-55E7-5E1C-37774B9ED457}"/>
          </ac:spMkLst>
        </pc:spChg>
        <pc:spChg chg="mod">
          <ac:chgData name="Igor Dos Santos Oliveira" userId="b0c2fb47-b880-4cbf-af11-e7a3affee8ed" providerId="ADAL" clId="{494D6766-E60F-4C9C-8053-2F6D56CC7459}" dt="2026-09-01T04:22:55.050" v="9352" actId="1035"/>
          <ac:spMkLst>
            <pc:docMk/>
            <pc:sldMk cId="0" sldId="258"/>
            <ac:spMk id="50" creationId="{A92D779C-CDD3-ED01-26C0-058E6A8E956F}"/>
          </ac:spMkLst>
        </pc:spChg>
        <pc:spChg chg="add mod">
          <ac:chgData name="Igor Dos Santos Oliveira" userId="b0c2fb47-b880-4cbf-af11-e7a3affee8ed" providerId="ADAL" clId="{494D6766-E60F-4C9C-8053-2F6D56CC7459}" dt="2026-09-01T04:21:25.920" v="9275" actId="552"/>
          <ac:spMkLst>
            <pc:docMk/>
            <pc:sldMk cId="0" sldId="258"/>
            <ac:spMk id="51" creationId="{94078E15-DD50-CA53-0385-5E6AEC3CF0E3}"/>
          </ac:spMkLst>
        </pc:spChg>
        <pc:spChg chg="add mod">
          <ac:chgData name="Igor Dos Santos Oliveira" userId="b0c2fb47-b880-4cbf-af11-e7a3affee8ed" providerId="ADAL" clId="{494D6766-E60F-4C9C-8053-2F6D56CC7459}" dt="2026-09-01T02:46:20.205" v="7418" actId="208"/>
          <ac:spMkLst>
            <pc:docMk/>
            <pc:sldMk cId="0" sldId="258"/>
            <ac:spMk id="52" creationId="{689B84B0-C222-85A8-945A-DA2E6240CCFF}"/>
          </ac:spMkLst>
        </pc:spChg>
        <pc:spChg chg="mod">
          <ac:chgData name="Igor Dos Santos Oliveira" userId="b0c2fb47-b880-4cbf-af11-e7a3affee8ed" providerId="ADAL" clId="{494D6766-E60F-4C9C-8053-2F6D56CC7459}" dt="2026-09-01T04:14:37.834" v="9157" actId="2711"/>
          <ac:spMkLst>
            <pc:docMk/>
            <pc:sldMk cId="0" sldId="258"/>
            <ac:spMk id="53" creationId="{311A2A2F-F5F6-286F-25B5-88A6A2A0C747}"/>
          </ac:spMkLst>
        </pc:spChg>
        <pc:spChg chg="add mod">
          <ac:chgData name="Igor Dos Santos Oliveira" userId="b0c2fb47-b880-4cbf-af11-e7a3affee8ed" providerId="ADAL" clId="{494D6766-E60F-4C9C-8053-2F6D56CC7459}" dt="2026-09-01T02:41:26.062" v="7331" actId="1035"/>
          <ac:spMkLst>
            <pc:docMk/>
            <pc:sldMk cId="0" sldId="258"/>
            <ac:spMk id="54" creationId="{F30F99F9-C025-FF04-2205-60A330F8EC67}"/>
          </ac:spMkLst>
        </pc:spChg>
        <pc:spChg chg="mod">
          <ac:chgData name="Igor Dos Santos Oliveira" userId="b0c2fb47-b880-4cbf-af11-e7a3affee8ed" providerId="ADAL" clId="{494D6766-E60F-4C9C-8053-2F6D56CC7459}" dt="2026-09-01T04:14:55.937" v="9162" actId="27636"/>
          <ac:spMkLst>
            <pc:docMk/>
            <pc:sldMk cId="0" sldId="258"/>
            <ac:spMk id="55" creationId="{02CA38E4-8044-AEA5-5CC3-5C6C829C9388}"/>
          </ac:spMkLst>
        </pc:spChg>
        <pc:spChg chg="mod">
          <ac:chgData name="Igor Dos Santos Oliveira" userId="b0c2fb47-b880-4cbf-af11-e7a3affee8ed" providerId="ADAL" clId="{494D6766-E60F-4C9C-8053-2F6D56CC7459}" dt="2026-09-01T04:14:37.834" v="9157" actId="2711"/>
          <ac:spMkLst>
            <pc:docMk/>
            <pc:sldMk cId="0" sldId="258"/>
            <ac:spMk id="56" creationId="{503F1E10-1D61-04B3-761F-AE4360303C68}"/>
          </ac:spMkLst>
        </pc:spChg>
        <pc:spChg chg="mod">
          <ac:chgData name="Igor Dos Santos Oliveira" userId="b0c2fb47-b880-4cbf-af11-e7a3affee8ed" providerId="ADAL" clId="{494D6766-E60F-4C9C-8053-2F6D56CC7459}" dt="2026-09-01T04:21:25.920" v="9275" actId="552"/>
          <ac:spMkLst>
            <pc:docMk/>
            <pc:sldMk cId="0" sldId="258"/>
            <ac:spMk id="57" creationId="{16270BD3-393A-E012-42DB-2D0708C2A27F}"/>
          </ac:spMkLst>
        </pc:spChg>
        <pc:spChg chg="add mod">
          <ac:chgData name="Igor Dos Santos Oliveira" userId="b0c2fb47-b880-4cbf-af11-e7a3affee8ed" providerId="ADAL" clId="{494D6766-E60F-4C9C-8053-2F6D56CC7459}" dt="2026-09-01T02:46:33.159" v="7419" actId="207"/>
          <ac:spMkLst>
            <pc:docMk/>
            <pc:sldMk cId="0" sldId="258"/>
            <ac:spMk id="58" creationId="{B21AECE5-D609-45AC-ECD5-575222D7D56F}"/>
          </ac:spMkLst>
        </pc:spChg>
        <pc:spChg chg="add mod">
          <ac:chgData name="Igor Dos Santos Oliveira" userId="b0c2fb47-b880-4cbf-af11-e7a3affee8ed" providerId="ADAL" clId="{494D6766-E60F-4C9C-8053-2F6D56CC7459}" dt="2026-09-01T02:44:06.922" v="7400" actId="1076"/>
          <ac:spMkLst>
            <pc:docMk/>
            <pc:sldMk cId="0" sldId="258"/>
            <ac:spMk id="59" creationId="{EEE99821-81F3-BE27-29C6-0149AEED4511}"/>
          </ac:spMkLst>
        </pc:spChg>
        <pc:spChg chg="add mod">
          <ac:chgData name="Igor Dos Santos Oliveira" userId="b0c2fb47-b880-4cbf-af11-e7a3affee8ed" providerId="ADAL" clId="{494D6766-E60F-4C9C-8053-2F6D56CC7459}" dt="2026-09-01T02:47:08.138" v="7425" actId="313"/>
          <ac:spMkLst>
            <pc:docMk/>
            <pc:sldMk cId="0" sldId="258"/>
            <ac:spMk id="60" creationId="{6CD42619-99D1-928B-8BF3-0D3F2F094952}"/>
          </ac:spMkLst>
        </pc:spChg>
        <pc:spChg chg="mod">
          <ac:chgData name="Igor Dos Santos Oliveira" userId="b0c2fb47-b880-4cbf-af11-e7a3affee8ed" providerId="ADAL" clId="{494D6766-E60F-4C9C-8053-2F6D56CC7459}" dt="2026-09-01T02:44:06.922" v="7400" actId="1076"/>
          <ac:spMkLst>
            <pc:docMk/>
            <pc:sldMk cId="0" sldId="258"/>
            <ac:spMk id="61" creationId="{3E420B37-DDC3-731F-8ED7-2A0DF4D83D48}"/>
          </ac:spMkLst>
        </pc:spChg>
        <pc:spChg chg="add mod">
          <ac:chgData name="Igor Dos Santos Oliveira" userId="b0c2fb47-b880-4cbf-af11-e7a3affee8ed" providerId="ADAL" clId="{494D6766-E60F-4C9C-8053-2F6D56CC7459}" dt="2026-09-01T02:46:51.827" v="7421" actId="790"/>
          <ac:spMkLst>
            <pc:docMk/>
            <pc:sldMk cId="0" sldId="258"/>
            <ac:spMk id="62" creationId="{D31F8B19-9C2F-6516-89FF-5F47752A6FF3}"/>
          </ac:spMkLst>
        </pc:spChg>
        <pc:spChg chg="add mod">
          <ac:chgData name="Igor Dos Santos Oliveira" userId="b0c2fb47-b880-4cbf-af11-e7a3affee8ed" providerId="ADAL" clId="{494D6766-E60F-4C9C-8053-2F6D56CC7459}" dt="2026-09-01T02:44:12.963" v="7401" actId="555"/>
          <ac:spMkLst>
            <pc:docMk/>
            <pc:sldMk cId="0" sldId="258"/>
            <ac:spMk id="63" creationId="{C84ACE7C-ABB9-F8D1-C444-1DA08671C7DC}"/>
          </ac:spMkLst>
        </pc:spChg>
        <pc:spChg chg="mod">
          <ac:chgData name="Igor Dos Santos Oliveira" userId="b0c2fb47-b880-4cbf-af11-e7a3affee8ed" providerId="ADAL" clId="{494D6766-E60F-4C9C-8053-2F6D56CC7459}" dt="2026-09-01T04:14:37.834" v="9157" actId="2711"/>
          <ac:spMkLst>
            <pc:docMk/>
            <pc:sldMk cId="0" sldId="258"/>
            <ac:spMk id="64" creationId="{4B8B2684-4380-DB33-D602-33ADE31A50C2}"/>
          </ac:spMkLst>
        </pc:spChg>
        <pc:spChg chg="add del mod">
          <ac:chgData name="Igor Dos Santos Oliveira" userId="b0c2fb47-b880-4cbf-af11-e7a3affee8ed" providerId="ADAL" clId="{494D6766-E60F-4C9C-8053-2F6D56CC7459}" dt="2026-09-01T02:43:42.414" v="7396" actId="478"/>
          <ac:spMkLst>
            <pc:docMk/>
            <pc:sldMk cId="0" sldId="258"/>
            <ac:spMk id="65" creationId="{740066F0-D8CA-4DF6-75B0-8DA70A93AC72}"/>
          </ac:spMkLst>
        </pc:spChg>
        <pc:spChg chg="mod">
          <ac:chgData name="Igor Dos Santos Oliveira" userId="b0c2fb47-b880-4cbf-af11-e7a3affee8ed" providerId="ADAL" clId="{494D6766-E60F-4C9C-8053-2F6D56CC7459}" dt="2026-09-01T04:14:37.834" v="9157" actId="2711"/>
          <ac:spMkLst>
            <pc:docMk/>
            <pc:sldMk cId="0" sldId="258"/>
            <ac:spMk id="66" creationId="{255588B4-7E49-3D5F-7BAF-16EDE24E24AD}"/>
          </ac:spMkLst>
        </pc:spChg>
        <pc:spChg chg="mod">
          <ac:chgData name="Igor Dos Santos Oliveira" userId="b0c2fb47-b880-4cbf-af11-e7a3affee8ed" providerId="ADAL" clId="{494D6766-E60F-4C9C-8053-2F6D56CC7459}" dt="2026-09-01T02:46:20.205" v="7418" actId="208"/>
          <ac:spMkLst>
            <pc:docMk/>
            <pc:sldMk cId="0" sldId="258"/>
            <ac:spMk id="67" creationId="{D2E2F17D-A375-F6DD-4D12-DAA29B7A4036}"/>
          </ac:spMkLst>
        </pc:spChg>
        <pc:spChg chg="add mod">
          <ac:chgData name="Igor Dos Santos Oliveira" userId="b0c2fb47-b880-4cbf-af11-e7a3affee8ed" providerId="ADAL" clId="{494D6766-E60F-4C9C-8053-2F6D56CC7459}" dt="2026-09-01T03:49:49.423" v="8831"/>
          <ac:spMkLst>
            <pc:docMk/>
            <pc:sldMk cId="0" sldId="258"/>
            <ac:spMk id="68" creationId="{11EDC054-6507-F88D-48DD-AD76E55E1E4A}"/>
          </ac:spMkLst>
        </pc:spChg>
        <pc:spChg chg="add mod">
          <ac:chgData name="Igor Dos Santos Oliveira" userId="b0c2fb47-b880-4cbf-af11-e7a3affee8ed" providerId="ADAL" clId="{494D6766-E60F-4C9C-8053-2F6D56CC7459}" dt="2026-09-01T04:17:34.742" v="9216"/>
          <ac:spMkLst>
            <pc:docMk/>
            <pc:sldMk cId="0" sldId="258"/>
            <ac:spMk id="69" creationId="{D08C9C9C-AD99-B088-5C0A-B17F8AAE4130}"/>
          </ac:spMkLst>
        </pc:spChg>
        <pc:picChg chg="add mod">
          <ac:chgData name="Igor Dos Santos Oliveira" userId="b0c2fb47-b880-4cbf-af11-e7a3affee8ed" providerId="ADAL" clId="{494D6766-E60F-4C9C-8053-2F6D56CC7459}" dt="2026-09-01T02:28:51.749" v="7021"/>
          <ac:picMkLst>
            <pc:docMk/>
            <pc:sldMk cId="0" sldId="258"/>
            <ac:picMk id="45" creationId="{88326B8F-4363-8B78-1211-0112841EA6AA}"/>
          </ac:picMkLst>
        </pc:picChg>
      </pc:sldChg>
      <pc:sldChg chg="del mod modShow">
        <pc:chgData name="Igor Dos Santos Oliveira" userId="b0c2fb47-b880-4cbf-af11-e7a3affee8ed" providerId="ADAL" clId="{494D6766-E60F-4C9C-8053-2F6D56CC7459}" dt="2026-08-31T14:26:28.996" v="1059" actId="47"/>
        <pc:sldMkLst>
          <pc:docMk/>
          <pc:sldMk cId="2787259662" sldId="262"/>
        </pc:sldMkLst>
      </pc:sldChg>
      <pc:sldChg chg="del mod modShow">
        <pc:chgData name="Igor Dos Santos Oliveira" userId="b0c2fb47-b880-4cbf-af11-e7a3affee8ed" providerId="ADAL" clId="{494D6766-E60F-4C9C-8053-2F6D56CC7459}" dt="2026-08-31T14:26:31" v="1060" actId="47"/>
        <pc:sldMkLst>
          <pc:docMk/>
          <pc:sldMk cId="815746562" sldId="263"/>
        </pc:sldMkLst>
      </pc:sldChg>
      <pc:sldChg chg="del mod modShow">
        <pc:chgData name="Igor Dos Santos Oliveira" userId="b0c2fb47-b880-4cbf-af11-e7a3affee8ed" providerId="ADAL" clId="{494D6766-E60F-4C9C-8053-2F6D56CC7459}" dt="2026-08-31T14:26:27.100" v="1057" actId="47"/>
        <pc:sldMkLst>
          <pc:docMk/>
          <pc:sldMk cId="427510222" sldId="264"/>
        </pc:sldMkLst>
      </pc:sldChg>
      <pc:sldChg chg="addSp delSp modSp add del mod setBg">
        <pc:chgData name="Igor Dos Santos Oliveira" userId="b0c2fb47-b880-4cbf-af11-e7a3affee8ed" providerId="ADAL" clId="{494D6766-E60F-4C9C-8053-2F6D56CC7459}" dt="2026-09-01T02:06:24.733" v="6453" actId="47"/>
        <pc:sldMkLst>
          <pc:docMk/>
          <pc:sldMk cId="0" sldId="266"/>
        </pc:sldMkLst>
        <pc:spChg chg="del">
          <ac:chgData name="Igor Dos Santos Oliveira" userId="b0c2fb47-b880-4cbf-af11-e7a3affee8ed" providerId="ADAL" clId="{494D6766-E60F-4C9C-8053-2F6D56CC7459}" dt="2026-08-31T13:56:17.062" v="875" actId="478"/>
          <ac:spMkLst>
            <pc:docMk/>
            <pc:sldMk cId="0" sldId="266"/>
            <ac:spMk id="2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8-31T13:56:07.500" v="862" actId="478"/>
          <ac:spMkLst>
            <pc:docMk/>
            <pc:sldMk cId="0" sldId="266"/>
            <ac:spMk id="3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8-31T13:56:07.500" v="862" actId="478"/>
          <ac:spMkLst>
            <pc:docMk/>
            <pc:sldMk cId="0" sldId="266"/>
            <ac:spMk id="4" creationId="{00000000-0000-0000-0000-000000000000}"/>
          </ac:spMkLst>
        </pc:spChg>
        <pc:spChg chg="add mod">
          <ac:chgData name="Igor Dos Santos Oliveira" userId="b0c2fb47-b880-4cbf-af11-e7a3affee8ed" providerId="ADAL" clId="{494D6766-E60F-4C9C-8053-2F6D56CC7459}" dt="2026-08-31T17:47:16.030" v="2487"/>
          <ac:spMkLst>
            <pc:docMk/>
            <pc:sldMk cId="0" sldId="266"/>
            <ac:spMk id="4" creationId="{AA54A1DA-A831-8A47-5F71-8662CCD29C47}"/>
          </ac:spMkLst>
        </pc:spChg>
        <pc:spChg chg="del">
          <ac:chgData name="Igor Dos Santos Oliveira" userId="b0c2fb47-b880-4cbf-af11-e7a3affee8ed" providerId="ADAL" clId="{494D6766-E60F-4C9C-8053-2F6D56CC7459}" dt="2026-08-31T13:56:07.500" v="862" actId="478"/>
          <ac:spMkLst>
            <pc:docMk/>
            <pc:sldMk cId="0" sldId="266"/>
            <ac:spMk id="5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8-31T13:56:30.724" v="877" actId="478"/>
          <ac:spMkLst>
            <pc:docMk/>
            <pc:sldMk cId="0" sldId="266"/>
            <ac:spMk id="6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8-31T13:56:07.500" v="862" actId="478"/>
          <ac:spMkLst>
            <pc:docMk/>
            <pc:sldMk cId="0" sldId="266"/>
            <ac:spMk id="7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8-31T13:56:07.500" v="862" actId="478"/>
          <ac:spMkLst>
            <pc:docMk/>
            <pc:sldMk cId="0" sldId="266"/>
            <ac:spMk id="8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3:56:42.800" v="935" actId="1035"/>
          <ac:spMkLst>
            <pc:docMk/>
            <pc:sldMk cId="0" sldId="266"/>
            <ac:spMk id="9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3:56:12.569" v="874" actId="20577"/>
          <ac:spMkLst>
            <pc:docMk/>
            <pc:sldMk cId="0" sldId="266"/>
            <ac:spMk id="10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7:07:50.729" v="1716" actId="14100"/>
          <ac:spMkLst>
            <pc:docMk/>
            <pc:sldMk cId="0" sldId="266"/>
            <ac:spMk id="21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7:07:50.729" v="1716" actId="14100"/>
          <ac:spMkLst>
            <pc:docMk/>
            <pc:sldMk cId="0" sldId="266"/>
            <ac:spMk id="26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3:56:42.800" v="935" actId="1035"/>
          <ac:spMkLst>
            <pc:docMk/>
            <pc:sldMk cId="0" sldId="266"/>
            <ac:spMk id="35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7:07:50.729" v="1716" actId="14100"/>
          <ac:spMkLst>
            <pc:docMk/>
            <pc:sldMk cId="0" sldId="266"/>
            <ac:spMk id="49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3:56:42.800" v="935" actId="1035"/>
          <ac:spMkLst>
            <pc:docMk/>
            <pc:sldMk cId="0" sldId="266"/>
            <ac:spMk id="54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7:07:50.729" v="1716" actId="14100"/>
          <ac:spMkLst>
            <pc:docMk/>
            <pc:sldMk cId="0" sldId="266"/>
            <ac:spMk id="59" creationId="{00000000-0000-0000-0000-000000000000}"/>
          </ac:spMkLst>
        </pc:spChg>
        <pc:spChg chg="ord">
          <ac:chgData name="Igor Dos Santos Oliveira" userId="b0c2fb47-b880-4cbf-af11-e7a3affee8ed" providerId="ADAL" clId="{494D6766-E60F-4C9C-8053-2F6D56CC7459}" dt="2026-08-31T14:02:42.584" v="939" actId="166"/>
          <ac:spMkLst>
            <pc:docMk/>
            <pc:sldMk cId="0" sldId="266"/>
            <ac:spMk id="66" creationId="{00000000-0000-0000-0000-000000000000}"/>
          </ac:spMkLst>
        </pc:spChg>
        <pc:spChg chg="ord">
          <ac:chgData name="Igor Dos Santos Oliveira" userId="b0c2fb47-b880-4cbf-af11-e7a3affee8ed" providerId="ADAL" clId="{494D6766-E60F-4C9C-8053-2F6D56CC7459}" dt="2026-08-31T14:02:42.584" v="939" actId="166"/>
          <ac:spMkLst>
            <pc:docMk/>
            <pc:sldMk cId="0" sldId="266"/>
            <ac:spMk id="67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7:07:50.729" v="1716" actId="14100"/>
          <ac:spMkLst>
            <pc:docMk/>
            <pc:sldMk cId="0" sldId="266"/>
            <ac:spMk id="68" creationId="{00000000-0000-0000-0000-000000000000}"/>
          </ac:spMkLst>
        </pc:spChg>
        <pc:spChg chg="ord">
          <ac:chgData name="Igor Dos Santos Oliveira" userId="b0c2fb47-b880-4cbf-af11-e7a3affee8ed" providerId="ADAL" clId="{494D6766-E60F-4C9C-8053-2F6D56CC7459}" dt="2026-08-31T14:02:42.584" v="939" actId="166"/>
          <ac:spMkLst>
            <pc:docMk/>
            <pc:sldMk cId="0" sldId="266"/>
            <ac:spMk id="75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3:56:42.800" v="935" actId="1035"/>
          <ac:spMkLst>
            <pc:docMk/>
            <pc:sldMk cId="0" sldId="266"/>
            <ac:spMk id="76" creationId="{00000000-0000-0000-0000-000000000000}"/>
          </ac:spMkLst>
        </pc:spChg>
        <pc:spChg chg="ord">
          <ac:chgData name="Igor Dos Santos Oliveira" userId="b0c2fb47-b880-4cbf-af11-e7a3affee8ed" providerId="ADAL" clId="{494D6766-E60F-4C9C-8053-2F6D56CC7459}" dt="2026-08-31T14:02:42.584" v="939" actId="166"/>
          <ac:spMkLst>
            <pc:docMk/>
            <pc:sldMk cId="0" sldId="266"/>
            <ac:spMk id="77" creationId="{00000000-0000-0000-0000-000000000000}"/>
          </ac:spMkLst>
        </pc:spChg>
        <pc:spChg chg="ord">
          <ac:chgData name="Igor Dos Santos Oliveira" userId="b0c2fb47-b880-4cbf-af11-e7a3affee8ed" providerId="ADAL" clId="{494D6766-E60F-4C9C-8053-2F6D56CC7459}" dt="2026-08-31T14:02:42.584" v="939" actId="166"/>
          <ac:spMkLst>
            <pc:docMk/>
            <pc:sldMk cId="0" sldId="266"/>
            <ac:spMk id="84" creationId="{00000000-0000-0000-0000-000000000000}"/>
          </ac:spMkLst>
        </pc:spChg>
        <pc:spChg chg="mod ord">
          <ac:chgData name="Igor Dos Santos Oliveira" userId="b0c2fb47-b880-4cbf-af11-e7a3affee8ed" providerId="ADAL" clId="{494D6766-E60F-4C9C-8053-2F6D56CC7459}" dt="2026-08-31T14:02:42.584" v="939" actId="166"/>
          <ac:spMkLst>
            <pc:docMk/>
            <pc:sldMk cId="0" sldId="266"/>
            <ac:spMk id="86" creationId="{00000000-0000-0000-0000-000000000000}"/>
          </ac:spMkLst>
        </pc:spChg>
        <pc:spChg chg="ord">
          <ac:chgData name="Igor Dos Santos Oliveira" userId="b0c2fb47-b880-4cbf-af11-e7a3affee8ed" providerId="ADAL" clId="{494D6766-E60F-4C9C-8053-2F6D56CC7459}" dt="2026-08-31T14:02:42.584" v="939" actId="166"/>
          <ac:spMkLst>
            <pc:docMk/>
            <pc:sldMk cId="0" sldId="266"/>
            <ac:spMk id="88" creationId="{00000000-0000-0000-0000-000000000000}"/>
          </ac:spMkLst>
        </pc:spChg>
        <pc:spChg chg="ord">
          <ac:chgData name="Igor Dos Santos Oliveira" userId="b0c2fb47-b880-4cbf-af11-e7a3affee8ed" providerId="ADAL" clId="{494D6766-E60F-4C9C-8053-2F6D56CC7459}" dt="2026-08-31T14:02:42.584" v="939" actId="166"/>
          <ac:spMkLst>
            <pc:docMk/>
            <pc:sldMk cId="0" sldId="266"/>
            <ac:spMk id="90" creationId="{00000000-0000-0000-0000-000000000000}"/>
          </ac:spMkLst>
        </pc:spChg>
        <pc:spChg chg="ord">
          <ac:chgData name="Igor Dos Santos Oliveira" userId="b0c2fb47-b880-4cbf-af11-e7a3affee8ed" providerId="ADAL" clId="{494D6766-E60F-4C9C-8053-2F6D56CC7459}" dt="2026-08-31T14:02:42.584" v="939" actId="166"/>
          <ac:spMkLst>
            <pc:docMk/>
            <pc:sldMk cId="0" sldId="266"/>
            <ac:spMk id="95" creationId="{00000000-0000-0000-0000-000000000000}"/>
          </ac:spMkLst>
        </pc:spChg>
        <pc:spChg chg="ord">
          <ac:chgData name="Igor Dos Santos Oliveira" userId="b0c2fb47-b880-4cbf-af11-e7a3affee8ed" providerId="ADAL" clId="{494D6766-E60F-4C9C-8053-2F6D56CC7459}" dt="2026-08-31T14:02:42.584" v="939" actId="166"/>
          <ac:spMkLst>
            <pc:docMk/>
            <pc:sldMk cId="0" sldId="266"/>
            <ac:spMk id="104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3:56:42.800" v="935" actId="1035"/>
          <ac:spMkLst>
            <pc:docMk/>
            <pc:sldMk cId="0" sldId="266"/>
            <ac:spMk id="115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7:07:50.729" v="1716" actId="14100"/>
          <ac:spMkLst>
            <pc:docMk/>
            <pc:sldMk cId="0" sldId="266"/>
            <ac:spMk id="146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3:56:42.800" v="935" actId="1035"/>
          <ac:spMkLst>
            <pc:docMk/>
            <pc:sldMk cId="0" sldId="266"/>
            <ac:spMk id="153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3:56:42.800" v="935" actId="1035"/>
          <ac:spMkLst>
            <pc:docMk/>
            <pc:sldMk cId="0" sldId="266"/>
            <ac:spMk id="166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3:56:42.800" v="935" actId="1035"/>
          <ac:spMkLst>
            <pc:docMk/>
            <pc:sldMk cId="0" sldId="266"/>
            <ac:spMk id="169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4:07:43.030" v="975" actId="208"/>
          <ac:spMkLst>
            <pc:docMk/>
            <pc:sldMk cId="0" sldId="266"/>
            <ac:spMk id="175" creationId="{00000000-0000-0000-0000-000000000000}"/>
          </ac:spMkLst>
        </pc:spChg>
        <pc:spChg chg="mod ord">
          <ac:chgData name="Igor Dos Santos Oliveira" userId="b0c2fb47-b880-4cbf-af11-e7a3affee8ed" providerId="ADAL" clId="{494D6766-E60F-4C9C-8053-2F6D56CC7459}" dt="2026-08-31T14:07:43.030" v="975" actId="208"/>
          <ac:spMkLst>
            <pc:docMk/>
            <pc:sldMk cId="0" sldId="266"/>
            <ac:spMk id="177" creationId="{00000000-0000-0000-0000-000000000000}"/>
          </ac:spMkLst>
        </pc:spChg>
        <pc:spChg chg="ord">
          <ac:chgData name="Igor Dos Santos Oliveira" userId="b0c2fb47-b880-4cbf-af11-e7a3affee8ed" providerId="ADAL" clId="{494D6766-E60F-4C9C-8053-2F6D56CC7459}" dt="2026-08-31T14:05:55.534" v="967" actId="166"/>
          <ac:spMkLst>
            <pc:docMk/>
            <pc:sldMk cId="0" sldId="266"/>
            <ac:spMk id="178" creationId="{00000000-0000-0000-0000-000000000000}"/>
          </ac:spMkLst>
        </pc:spChg>
        <pc:spChg chg="mod ord">
          <ac:chgData name="Igor Dos Santos Oliveira" userId="b0c2fb47-b880-4cbf-af11-e7a3affee8ed" providerId="ADAL" clId="{494D6766-E60F-4C9C-8053-2F6D56CC7459}" dt="2026-08-31T17:58:21.083" v="2537" actId="255"/>
          <ac:spMkLst>
            <pc:docMk/>
            <pc:sldMk cId="0" sldId="266"/>
            <ac:spMk id="179" creationId="{00000000-0000-0000-0000-000000000000}"/>
          </ac:spMkLst>
        </pc:spChg>
        <pc:spChg chg="ord">
          <ac:chgData name="Igor Dos Santos Oliveira" userId="b0c2fb47-b880-4cbf-af11-e7a3affee8ed" providerId="ADAL" clId="{494D6766-E60F-4C9C-8053-2F6D56CC7459}" dt="2026-08-31T14:06:00.235" v="968" actId="166"/>
          <ac:spMkLst>
            <pc:docMk/>
            <pc:sldMk cId="0" sldId="266"/>
            <ac:spMk id="180" creationId="{00000000-0000-0000-0000-000000000000}"/>
          </ac:spMkLst>
        </pc:spChg>
        <pc:spChg chg="mod ord">
          <ac:chgData name="Igor Dos Santos Oliveira" userId="b0c2fb47-b880-4cbf-af11-e7a3affee8ed" providerId="ADAL" clId="{494D6766-E60F-4C9C-8053-2F6D56CC7459}" dt="2026-08-31T17:58:21.083" v="2537" actId="255"/>
          <ac:spMkLst>
            <pc:docMk/>
            <pc:sldMk cId="0" sldId="266"/>
            <ac:spMk id="181" creationId="{00000000-0000-0000-0000-000000000000}"/>
          </ac:spMkLst>
        </pc:spChg>
        <pc:spChg chg="ord">
          <ac:chgData name="Igor Dos Santos Oliveira" userId="b0c2fb47-b880-4cbf-af11-e7a3affee8ed" providerId="ADAL" clId="{494D6766-E60F-4C9C-8053-2F6D56CC7459}" dt="2026-08-31T14:06:03.754" v="969" actId="166"/>
          <ac:spMkLst>
            <pc:docMk/>
            <pc:sldMk cId="0" sldId="266"/>
            <ac:spMk id="182" creationId="{00000000-0000-0000-0000-000000000000}"/>
          </ac:spMkLst>
        </pc:spChg>
        <pc:spChg chg="mod ord">
          <ac:chgData name="Igor Dos Santos Oliveira" userId="b0c2fb47-b880-4cbf-af11-e7a3affee8ed" providerId="ADAL" clId="{494D6766-E60F-4C9C-8053-2F6D56CC7459}" dt="2026-08-31T14:07:43.030" v="975" actId="208"/>
          <ac:spMkLst>
            <pc:docMk/>
            <pc:sldMk cId="0" sldId="266"/>
            <ac:spMk id="183" creationId="{00000000-0000-0000-0000-000000000000}"/>
          </ac:spMkLst>
        </pc:spChg>
        <pc:spChg chg="mod ord">
          <ac:chgData name="Igor Dos Santos Oliveira" userId="b0c2fb47-b880-4cbf-af11-e7a3affee8ed" providerId="ADAL" clId="{494D6766-E60F-4C9C-8053-2F6D56CC7459}" dt="2026-08-31T17:58:21.083" v="2537" actId="255"/>
          <ac:spMkLst>
            <pc:docMk/>
            <pc:sldMk cId="0" sldId="266"/>
            <ac:spMk id="184" creationId="{00000000-0000-0000-0000-000000000000}"/>
          </ac:spMkLst>
        </pc:spChg>
        <pc:spChg chg="mod ord">
          <ac:chgData name="Igor Dos Santos Oliveira" userId="b0c2fb47-b880-4cbf-af11-e7a3affee8ed" providerId="ADAL" clId="{494D6766-E60F-4C9C-8053-2F6D56CC7459}" dt="2026-08-31T17:58:21.083" v="2537" actId="255"/>
          <ac:spMkLst>
            <pc:docMk/>
            <pc:sldMk cId="0" sldId="266"/>
            <ac:spMk id="185" creationId="{00000000-0000-0000-0000-000000000000}"/>
          </ac:spMkLst>
        </pc:spChg>
        <pc:spChg chg="ord">
          <ac:chgData name="Igor Dos Santos Oliveira" userId="b0c2fb47-b880-4cbf-af11-e7a3affee8ed" providerId="ADAL" clId="{494D6766-E60F-4C9C-8053-2F6D56CC7459}" dt="2026-08-31T14:06:26.103" v="971" actId="166"/>
          <ac:spMkLst>
            <pc:docMk/>
            <pc:sldMk cId="0" sldId="266"/>
            <ac:spMk id="186" creationId="{00000000-0000-0000-0000-000000000000}"/>
          </ac:spMkLst>
        </pc:spChg>
        <pc:spChg chg="mod ord">
          <ac:chgData name="Igor Dos Santos Oliveira" userId="b0c2fb47-b880-4cbf-af11-e7a3affee8ed" providerId="ADAL" clId="{494D6766-E60F-4C9C-8053-2F6D56CC7459}" dt="2026-08-31T17:58:21.083" v="2537" actId="255"/>
          <ac:spMkLst>
            <pc:docMk/>
            <pc:sldMk cId="0" sldId="266"/>
            <ac:spMk id="187" creationId="{00000000-0000-0000-0000-000000000000}"/>
          </ac:spMkLst>
        </pc:spChg>
        <pc:spChg chg="mod ord">
          <ac:chgData name="Igor Dos Santos Oliveira" userId="b0c2fb47-b880-4cbf-af11-e7a3affee8ed" providerId="ADAL" clId="{494D6766-E60F-4C9C-8053-2F6D56CC7459}" dt="2026-08-31T17:58:21.083" v="2537" actId="255"/>
          <ac:spMkLst>
            <pc:docMk/>
            <pc:sldMk cId="0" sldId="266"/>
            <ac:spMk id="188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8-31T15:52:58.383" v="1642" actId="478"/>
          <ac:spMkLst>
            <pc:docMk/>
            <pc:sldMk cId="0" sldId="266"/>
            <ac:spMk id="189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8-31T15:52:58.383" v="1642" actId="478"/>
          <ac:spMkLst>
            <pc:docMk/>
            <pc:sldMk cId="0" sldId="266"/>
            <ac:spMk id="190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7:07:50.729" v="1716" actId="14100"/>
          <ac:spMkLst>
            <pc:docMk/>
            <pc:sldMk cId="0" sldId="266"/>
            <ac:spMk id="191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7:58:41.775" v="2540" actId="790"/>
          <ac:spMkLst>
            <pc:docMk/>
            <pc:sldMk cId="0" sldId="266"/>
            <ac:spMk id="192" creationId="{00000000-0000-0000-0000-000000000000}"/>
          </ac:spMkLst>
        </pc:spChg>
        <pc:spChg chg="ord">
          <ac:chgData name="Igor Dos Santos Oliveira" userId="b0c2fb47-b880-4cbf-af11-e7a3affee8ed" providerId="ADAL" clId="{494D6766-E60F-4C9C-8053-2F6D56CC7459}" dt="2026-08-31T14:07:11.171" v="973" actId="166"/>
          <ac:spMkLst>
            <pc:docMk/>
            <pc:sldMk cId="0" sldId="266"/>
            <ac:spMk id="193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7:07:50.729" v="1716" actId="14100"/>
          <ac:spMkLst>
            <pc:docMk/>
            <pc:sldMk cId="0" sldId="266"/>
            <ac:spMk id="194" creationId="{00000000-0000-0000-0000-000000000000}"/>
          </ac:spMkLst>
        </pc:spChg>
        <pc:spChg chg="mod ord">
          <ac:chgData name="Igor Dos Santos Oliveira" userId="b0c2fb47-b880-4cbf-af11-e7a3affee8ed" providerId="ADAL" clId="{494D6766-E60F-4C9C-8053-2F6D56CC7459}" dt="2026-08-31T17:58:21.083" v="2537" actId="255"/>
          <ac:spMkLst>
            <pc:docMk/>
            <pc:sldMk cId="0" sldId="266"/>
            <ac:spMk id="195" creationId="{00000000-0000-0000-0000-000000000000}"/>
          </ac:spMkLst>
        </pc:spChg>
        <pc:spChg chg="ord">
          <ac:chgData name="Igor Dos Santos Oliveira" userId="b0c2fb47-b880-4cbf-af11-e7a3affee8ed" providerId="ADAL" clId="{494D6766-E60F-4C9C-8053-2F6D56CC7459}" dt="2026-08-31T14:07:11.171" v="973" actId="166"/>
          <ac:spMkLst>
            <pc:docMk/>
            <pc:sldMk cId="0" sldId="266"/>
            <ac:spMk id="197" creationId="{00000000-0000-0000-0000-000000000000}"/>
          </ac:spMkLst>
        </pc:spChg>
        <pc:spChg chg="ord">
          <ac:chgData name="Igor Dos Santos Oliveira" userId="b0c2fb47-b880-4cbf-af11-e7a3affee8ed" providerId="ADAL" clId="{494D6766-E60F-4C9C-8053-2F6D56CC7459}" dt="2026-08-31T14:07:11.171" v="973" actId="166"/>
          <ac:spMkLst>
            <pc:docMk/>
            <pc:sldMk cId="0" sldId="266"/>
            <ac:spMk id="198" creationId="{00000000-0000-0000-0000-000000000000}"/>
          </ac:spMkLst>
        </pc:spChg>
        <pc:spChg chg="mod ord">
          <ac:chgData name="Igor Dos Santos Oliveira" userId="b0c2fb47-b880-4cbf-af11-e7a3affee8ed" providerId="ADAL" clId="{494D6766-E60F-4C9C-8053-2F6D56CC7459}" dt="2026-08-31T17:58:21.083" v="2537" actId="255"/>
          <ac:spMkLst>
            <pc:docMk/>
            <pc:sldMk cId="0" sldId="266"/>
            <ac:spMk id="199" creationId="{00000000-0000-0000-0000-000000000000}"/>
          </ac:spMkLst>
        </pc:spChg>
        <pc:spChg chg="ord">
          <ac:chgData name="Igor Dos Santos Oliveira" userId="b0c2fb47-b880-4cbf-af11-e7a3affee8ed" providerId="ADAL" clId="{494D6766-E60F-4C9C-8053-2F6D56CC7459}" dt="2026-08-31T14:07:11.171" v="973" actId="166"/>
          <ac:spMkLst>
            <pc:docMk/>
            <pc:sldMk cId="0" sldId="266"/>
            <ac:spMk id="200" creationId="{00000000-0000-0000-0000-000000000000}"/>
          </ac:spMkLst>
        </pc:spChg>
        <pc:spChg chg="mod ord">
          <ac:chgData name="Igor Dos Santos Oliveira" userId="b0c2fb47-b880-4cbf-af11-e7a3affee8ed" providerId="ADAL" clId="{494D6766-E60F-4C9C-8053-2F6D56CC7459}" dt="2026-08-31T17:07:50.729" v="1716" actId="14100"/>
          <ac:spMkLst>
            <pc:docMk/>
            <pc:sldMk cId="0" sldId="266"/>
            <ac:spMk id="201" creationId="{00000000-0000-0000-0000-000000000000}"/>
          </ac:spMkLst>
        </pc:spChg>
        <pc:spChg chg="mod ord">
          <ac:chgData name="Igor Dos Santos Oliveira" userId="b0c2fb47-b880-4cbf-af11-e7a3affee8ed" providerId="ADAL" clId="{494D6766-E60F-4C9C-8053-2F6D56CC7459}" dt="2026-08-31T17:58:21.083" v="2537" actId="255"/>
          <ac:spMkLst>
            <pc:docMk/>
            <pc:sldMk cId="0" sldId="266"/>
            <ac:spMk id="202" creationId="{00000000-0000-0000-0000-000000000000}"/>
          </ac:spMkLst>
        </pc:spChg>
        <pc:spChg chg="mod ord">
          <ac:chgData name="Igor Dos Santos Oliveira" userId="b0c2fb47-b880-4cbf-af11-e7a3affee8ed" providerId="ADAL" clId="{494D6766-E60F-4C9C-8053-2F6D56CC7459}" dt="2026-08-31T17:58:21.083" v="2537" actId="255"/>
          <ac:spMkLst>
            <pc:docMk/>
            <pc:sldMk cId="0" sldId="266"/>
            <ac:spMk id="204" creationId="{00000000-0000-0000-0000-000000000000}"/>
          </ac:spMkLst>
        </pc:spChg>
        <pc:spChg chg="del mod">
          <ac:chgData name="Igor Dos Santos Oliveira" userId="b0c2fb47-b880-4cbf-af11-e7a3affee8ed" providerId="ADAL" clId="{494D6766-E60F-4C9C-8053-2F6D56CC7459}" dt="2026-08-31T15:53:05.112" v="1645" actId="478"/>
          <ac:spMkLst>
            <pc:docMk/>
            <pc:sldMk cId="0" sldId="266"/>
            <ac:spMk id="205" creationId="{00000000-0000-0000-0000-000000000000}"/>
          </ac:spMkLst>
        </pc:spChg>
        <pc:spChg chg="del ord">
          <ac:chgData name="Igor Dos Santos Oliveira" userId="b0c2fb47-b880-4cbf-af11-e7a3affee8ed" providerId="ADAL" clId="{494D6766-E60F-4C9C-8053-2F6D56CC7459}" dt="2026-08-31T15:53:06.782" v="1646" actId="478"/>
          <ac:spMkLst>
            <pc:docMk/>
            <pc:sldMk cId="0" sldId="266"/>
            <ac:spMk id="206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5:54:02.272" v="1709" actId="1038"/>
          <ac:spMkLst>
            <pc:docMk/>
            <pc:sldMk cId="0" sldId="266"/>
            <ac:spMk id="209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5:54:02.272" v="1709" actId="1038"/>
          <ac:spMkLst>
            <pc:docMk/>
            <pc:sldMk cId="0" sldId="266"/>
            <ac:spMk id="210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5:54:02.272" v="1709" actId="1038"/>
          <ac:spMkLst>
            <pc:docMk/>
            <pc:sldMk cId="0" sldId="266"/>
            <ac:spMk id="211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7:59:04.164" v="2541" actId="207"/>
          <ac:spMkLst>
            <pc:docMk/>
            <pc:sldMk cId="0" sldId="266"/>
            <ac:spMk id="212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5:54:02.272" v="1709" actId="1038"/>
          <ac:spMkLst>
            <pc:docMk/>
            <pc:sldMk cId="0" sldId="266"/>
            <ac:spMk id="213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5:54:02.272" v="1709" actId="1038"/>
          <ac:spMkLst>
            <pc:docMk/>
            <pc:sldMk cId="0" sldId="266"/>
            <ac:spMk id="214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5:54:02.272" v="1709" actId="1038"/>
          <ac:spMkLst>
            <pc:docMk/>
            <pc:sldMk cId="0" sldId="266"/>
            <ac:spMk id="215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5:54:02.272" v="1709" actId="1038"/>
          <ac:spMkLst>
            <pc:docMk/>
            <pc:sldMk cId="0" sldId="266"/>
            <ac:spMk id="216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8-31T13:56:30.724" v="877" actId="478"/>
          <ac:spMkLst>
            <pc:docMk/>
            <pc:sldMk cId="0" sldId="266"/>
            <ac:spMk id="219" creationId="{00000000-0000-0000-0000-000000000000}"/>
          </ac:spMkLst>
        </pc:spChg>
        <pc:spChg chg="add mod">
          <ac:chgData name="Igor Dos Santos Oliveira" userId="b0c2fb47-b880-4cbf-af11-e7a3affee8ed" providerId="ADAL" clId="{494D6766-E60F-4C9C-8053-2F6D56CC7459}" dt="2026-08-31T13:56:24.884" v="876"/>
          <ac:spMkLst>
            <pc:docMk/>
            <pc:sldMk cId="0" sldId="266"/>
            <ac:spMk id="220" creationId="{AD9899DE-7D00-349B-B412-4CFB489B8DE2}"/>
          </ac:spMkLst>
        </pc:spChg>
        <pc:spChg chg="add mod">
          <ac:chgData name="Igor Dos Santos Oliveira" userId="b0c2fb47-b880-4cbf-af11-e7a3affee8ed" providerId="ADAL" clId="{494D6766-E60F-4C9C-8053-2F6D56CC7459}" dt="2026-08-31T15:19:21.761" v="1608" actId="20577"/>
          <ac:spMkLst>
            <pc:docMk/>
            <pc:sldMk cId="0" sldId="266"/>
            <ac:spMk id="221" creationId="{EF44C279-95FA-5CED-958D-9AFBE790EE55}"/>
          </ac:spMkLst>
        </pc:spChg>
        <pc:picChg chg="add mod">
          <ac:chgData name="Igor Dos Santos Oliveira" userId="b0c2fb47-b880-4cbf-af11-e7a3affee8ed" providerId="ADAL" clId="{494D6766-E60F-4C9C-8053-2F6D56CC7459}" dt="2026-08-31T15:53:19.578" v="1684" actId="1038"/>
          <ac:picMkLst>
            <pc:docMk/>
            <pc:sldMk cId="0" sldId="266"/>
            <ac:picMk id="2" creationId="{5300082E-2C5D-C7E0-C1BD-0FFBC4DEF35B}"/>
          </ac:picMkLst>
        </pc:picChg>
        <pc:picChg chg="add mod">
          <ac:chgData name="Igor Dos Santos Oliveira" userId="b0c2fb47-b880-4cbf-af11-e7a3affee8ed" providerId="ADAL" clId="{494D6766-E60F-4C9C-8053-2F6D56CC7459}" dt="2026-08-31T15:53:29.258" v="1686" actId="1076"/>
          <ac:picMkLst>
            <pc:docMk/>
            <pc:sldMk cId="0" sldId="266"/>
            <ac:picMk id="3" creationId="{90E99617-8116-F1B5-A74E-59709E30C006}"/>
          </ac:picMkLst>
        </pc:picChg>
        <pc:picChg chg="add mod">
          <ac:chgData name="Igor Dos Santos Oliveira" userId="b0c2fb47-b880-4cbf-af11-e7a3affee8ed" providerId="ADAL" clId="{494D6766-E60F-4C9C-8053-2F6D56CC7459}" dt="2026-08-31T13:56:24.884" v="876"/>
          <ac:picMkLst>
            <pc:docMk/>
            <pc:sldMk cId="0" sldId="266"/>
            <ac:picMk id="222" creationId="{9C6AD208-9BEE-5138-687C-DACB9A2392A7}"/>
          </ac:picMkLst>
        </pc:picChg>
      </pc:sldChg>
      <pc:sldChg chg="add del">
        <pc:chgData name="Igor Dos Santos Oliveira" userId="b0c2fb47-b880-4cbf-af11-e7a3affee8ed" providerId="ADAL" clId="{494D6766-E60F-4C9C-8053-2F6D56CC7459}" dt="2026-08-31T17:49:28.979" v="2488" actId="47"/>
        <pc:sldMkLst>
          <pc:docMk/>
          <pc:sldMk cId="2085812911" sldId="464"/>
        </pc:sldMkLst>
      </pc:sldChg>
      <pc:sldChg chg="ord">
        <pc:chgData name="Igor Dos Santos Oliveira" userId="b0c2fb47-b880-4cbf-af11-e7a3affee8ed" providerId="ADAL" clId="{494D6766-E60F-4C9C-8053-2F6D56CC7459}" dt="2026-08-31T20:51:33.993" v="3700"/>
        <pc:sldMkLst>
          <pc:docMk/>
          <pc:sldMk cId="1348529605" sldId="509"/>
        </pc:sldMkLst>
      </pc:sldChg>
      <pc:sldChg chg="modSp mod">
        <pc:chgData name="Igor Dos Santos Oliveira" userId="b0c2fb47-b880-4cbf-af11-e7a3affee8ed" providerId="ADAL" clId="{494D6766-E60F-4C9C-8053-2F6D56CC7459}" dt="2026-08-31T22:01:27.660" v="3964" actId="20577"/>
        <pc:sldMkLst>
          <pc:docMk/>
          <pc:sldMk cId="1883312546" sldId="531"/>
        </pc:sldMkLst>
        <pc:spChg chg="mod">
          <ac:chgData name="Igor Dos Santos Oliveira" userId="b0c2fb47-b880-4cbf-af11-e7a3affee8ed" providerId="ADAL" clId="{494D6766-E60F-4C9C-8053-2F6D56CC7459}" dt="2026-08-31T22:01:27.660" v="3964" actId="20577"/>
          <ac:spMkLst>
            <pc:docMk/>
            <pc:sldMk cId="1883312546" sldId="531"/>
            <ac:spMk id="5" creationId="{D8C1849F-7A5A-5AF6-F1A9-014EA4902BEC}"/>
          </ac:spMkLst>
        </pc:spChg>
      </pc:sldChg>
      <pc:sldChg chg="del mod modShow">
        <pc:chgData name="Igor Dos Santos Oliveira" userId="b0c2fb47-b880-4cbf-af11-e7a3affee8ed" providerId="ADAL" clId="{494D6766-E60F-4C9C-8053-2F6D56CC7459}" dt="2026-08-31T14:26:28.358" v="1058" actId="47"/>
        <pc:sldMkLst>
          <pc:docMk/>
          <pc:sldMk cId="3351355846" sldId="533"/>
        </pc:sldMkLst>
      </pc:sldChg>
      <pc:sldChg chg="del mod modShow">
        <pc:chgData name="Igor Dos Santos Oliveira" userId="b0c2fb47-b880-4cbf-af11-e7a3affee8ed" providerId="ADAL" clId="{494D6766-E60F-4C9C-8053-2F6D56CC7459}" dt="2026-08-31T14:26:26.265" v="1056" actId="47"/>
        <pc:sldMkLst>
          <pc:docMk/>
          <pc:sldMk cId="3457783964" sldId="2147483533"/>
        </pc:sldMkLst>
      </pc:sldChg>
      <pc:sldChg chg="del mod ord modShow">
        <pc:chgData name="Igor Dos Santos Oliveira" userId="b0c2fb47-b880-4cbf-af11-e7a3affee8ed" providerId="ADAL" clId="{494D6766-E60F-4C9C-8053-2F6D56CC7459}" dt="2026-09-01T02:06:16.779" v="6452" actId="47"/>
        <pc:sldMkLst>
          <pc:docMk/>
          <pc:sldMk cId="0" sldId="2147483544"/>
        </pc:sldMkLst>
      </pc:sldChg>
      <pc:sldChg chg="addSp modSp del mod modShow">
        <pc:chgData name="Igor Dos Santos Oliveira" userId="b0c2fb47-b880-4cbf-af11-e7a3affee8ed" providerId="ADAL" clId="{494D6766-E60F-4C9C-8053-2F6D56CC7459}" dt="2026-08-31T14:26:42.447" v="1061" actId="47"/>
        <pc:sldMkLst>
          <pc:docMk/>
          <pc:sldMk cId="720790507" sldId="2147483546"/>
        </pc:sldMkLst>
      </pc:sldChg>
      <pc:sldChg chg="del ord">
        <pc:chgData name="Igor Dos Santos Oliveira" userId="b0c2fb47-b880-4cbf-af11-e7a3affee8ed" providerId="ADAL" clId="{494D6766-E60F-4C9C-8053-2F6D56CC7459}" dt="2026-09-01T02:15:44.765" v="6884" actId="47"/>
        <pc:sldMkLst>
          <pc:docMk/>
          <pc:sldMk cId="0" sldId="2147483547"/>
        </pc:sldMkLst>
      </pc:sldChg>
      <pc:sldChg chg="del mod ord modShow">
        <pc:chgData name="Igor Dos Santos Oliveira" userId="b0c2fb47-b880-4cbf-af11-e7a3affee8ed" providerId="ADAL" clId="{494D6766-E60F-4C9C-8053-2F6D56CC7459}" dt="2026-08-31T22:56:38.149" v="5026" actId="47"/>
        <pc:sldMkLst>
          <pc:docMk/>
          <pc:sldMk cId="2725208662" sldId="2147483602"/>
        </pc:sldMkLst>
      </pc:sldChg>
      <pc:sldChg chg="addSp delSp modSp del mod ord modShow">
        <pc:chgData name="Igor Dos Santos Oliveira" userId="b0c2fb47-b880-4cbf-af11-e7a3affee8ed" providerId="ADAL" clId="{494D6766-E60F-4C9C-8053-2F6D56CC7459}" dt="2026-08-31T22:56:38.149" v="5026" actId="47"/>
        <pc:sldMkLst>
          <pc:docMk/>
          <pc:sldMk cId="0" sldId="2147483603"/>
        </pc:sldMkLst>
      </pc:sldChg>
      <pc:sldChg chg="del mod ord modShow">
        <pc:chgData name="Igor Dos Santos Oliveira" userId="b0c2fb47-b880-4cbf-af11-e7a3affee8ed" providerId="ADAL" clId="{494D6766-E60F-4C9C-8053-2F6D56CC7459}" dt="2026-09-01T01:55:52.205" v="6153" actId="47"/>
        <pc:sldMkLst>
          <pc:docMk/>
          <pc:sldMk cId="3278575048" sldId="2147483604"/>
        </pc:sldMkLst>
      </pc:sldChg>
      <pc:sldChg chg="del">
        <pc:chgData name="Igor Dos Santos Oliveira" userId="b0c2fb47-b880-4cbf-af11-e7a3affee8ed" providerId="ADAL" clId="{494D6766-E60F-4C9C-8053-2F6D56CC7459}" dt="2026-08-31T20:33:46.370" v="3657" actId="47"/>
        <pc:sldMkLst>
          <pc:docMk/>
          <pc:sldMk cId="1811288558" sldId="2147483605"/>
        </pc:sldMkLst>
      </pc:sldChg>
      <pc:sldChg chg="del mod modShow">
        <pc:chgData name="Igor Dos Santos Oliveira" userId="b0c2fb47-b880-4cbf-af11-e7a3affee8ed" providerId="ADAL" clId="{494D6766-E60F-4C9C-8053-2F6D56CC7459}" dt="2026-08-31T14:01:14.146" v="936" actId="47"/>
        <pc:sldMkLst>
          <pc:docMk/>
          <pc:sldMk cId="0" sldId="2147483610"/>
        </pc:sldMkLst>
      </pc:sldChg>
      <pc:sldChg chg="delSp modSp del mod modShow">
        <pc:chgData name="Igor Dos Santos Oliveira" userId="b0c2fb47-b880-4cbf-af11-e7a3affee8ed" providerId="ADAL" clId="{494D6766-E60F-4C9C-8053-2F6D56CC7459}" dt="2026-08-31T14:26:44.252" v="1062" actId="47"/>
        <pc:sldMkLst>
          <pc:docMk/>
          <pc:sldMk cId="0" sldId="2147483611"/>
        </pc:sldMkLst>
      </pc:sldChg>
      <pc:sldChg chg="del mod modShow">
        <pc:chgData name="Igor Dos Santos Oliveira" userId="b0c2fb47-b880-4cbf-af11-e7a3affee8ed" providerId="ADAL" clId="{494D6766-E60F-4C9C-8053-2F6D56CC7459}" dt="2026-08-31T14:26:45.048" v="1063" actId="47"/>
        <pc:sldMkLst>
          <pc:docMk/>
          <pc:sldMk cId="0" sldId="2147483612"/>
        </pc:sldMkLst>
      </pc:sldChg>
      <pc:sldChg chg="addSp delSp modSp add del mod ord setBg">
        <pc:chgData name="Igor Dos Santos Oliveira" userId="b0c2fb47-b880-4cbf-af11-e7a3affee8ed" providerId="ADAL" clId="{494D6766-E60F-4C9C-8053-2F6D56CC7459}" dt="2026-08-31T17:32:24.293" v="1954" actId="47"/>
        <pc:sldMkLst>
          <pc:docMk/>
          <pc:sldMk cId="0" sldId="2147483614"/>
        </pc:sldMkLst>
        <pc:spChg chg="add mod">
          <ac:chgData name="Igor Dos Santos Oliveira" userId="b0c2fb47-b880-4cbf-af11-e7a3affee8ed" providerId="ADAL" clId="{494D6766-E60F-4C9C-8053-2F6D56CC7459}" dt="2026-08-31T14:17:19.141" v="1043" actId="1036"/>
          <ac:spMkLst>
            <pc:docMk/>
            <pc:sldMk cId="0" sldId="2147483614"/>
            <ac:spMk id="9" creationId="{F37D7CBE-E7A5-5DA2-B66E-F6E68F43876B}"/>
          </ac:spMkLst>
        </pc:spChg>
        <pc:spChg chg="mod">
          <ac:chgData name="Igor Dos Santos Oliveira" userId="b0c2fb47-b880-4cbf-af11-e7a3affee8ed" providerId="ADAL" clId="{494D6766-E60F-4C9C-8053-2F6D56CC7459}" dt="2026-08-31T14:16:39.920" v="983" actId="1037"/>
          <ac:spMkLst>
            <pc:docMk/>
            <pc:sldMk cId="0" sldId="2147483614"/>
            <ac:spMk id="40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4:16:39.920" v="983" actId="1037"/>
          <ac:spMkLst>
            <pc:docMk/>
            <pc:sldMk cId="0" sldId="2147483614"/>
            <ac:spMk id="41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4:16:39.920" v="983" actId="1037"/>
          <ac:spMkLst>
            <pc:docMk/>
            <pc:sldMk cId="0" sldId="2147483614"/>
            <ac:spMk id="44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4:16:39.920" v="983" actId="1037"/>
          <ac:spMkLst>
            <pc:docMk/>
            <pc:sldMk cId="0" sldId="2147483614"/>
            <ac:spMk id="45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4:16:39.920" v="983" actId="1037"/>
          <ac:spMkLst>
            <pc:docMk/>
            <pc:sldMk cId="0" sldId="2147483614"/>
            <ac:spMk id="50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4:16:39.920" v="983" actId="1037"/>
          <ac:spMkLst>
            <pc:docMk/>
            <pc:sldMk cId="0" sldId="2147483614"/>
            <ac:spMk id="51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4:16:39.920" v="983" actId="1037"/>
          <ac:spMkLst>
            <pc:docMk/>
            <pc:sldMk cId="0" sldId="2147483614"/>
            <ac:spMk id="53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4:16:39.920" v="983" actId="1037"/>
          <ac:spMkLst>
            <pc:docMk/>
            <pc:sldMk cId="0" sldId="2147483614"/>
            <ac:spMk id="54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4:16:39.920" v="983" actId="1037"/>
          <ac:spMkLst>
            <pc:docMk/>
            <pc:sldMk cId="0" sldId="2147483614"/>
            <ac:spMk id="55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4:16:39.920" v="983" actId="1037"/>
          <ac:spMkLst>
            <pc:docMk/>
            <pc:sldMk cId="0" sldId="2147483614"/>
            <ac:spMk id="56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2:55:40.520" v="812" actId="20577"/>
          <ac:spMkLst>
            <pc:docMk/>
            <pc:sldMk cId="0" sldId="2147483614"/>
            <ac:spMk id="85" creationId="{00000000-0000-0000-0000-000000000000}"/>
          </ac:spMkLst>
        </pc:spChg>
      </pc:sldChg>
      <pc:sldChg chg="add del">
        <pc:chgData name="Igor Dos Santos Oliveira" userId="b0c2fb47-b880-4cbf-af11-e7a3affee8ed" providerId="ADAL" clId="{494D6766-E60F-4C9C-8053-2F6D56CC7459}" dt="2026-08-31T20:32:21.833" v="3656" actId="47"/>
        <pc:sldMkLst>
          <pc:docMk/>
          <pc:sldMk cId="60380528" sldId="2147483615"/>
        </pc:sldMkLst>
      </pc:sldChg>
      <pc:sldChg chg="addSp delSp modSp add mod setBg">
        <pc:chgData name="Igor Dos Santos Oliveira" userId="b0c2fb47-b880-4cbf-af11-e7a3affee8ed" providerId="ADAL" clId="{494D6766-E60F-4C9C-8053-2F6D56CC7459}" dt="2026-09-01T01:35:31.587" v="5829" actId="404"/>
        <pc:sldMkLst>
          <pc:docMk/>
          <pc:sldMk cId="0" sldId="2147483617"/>
        </pc:sldMkLst>
        <pc:spChg chg="del mod">
          <ac:chgData name="Igor Dos Santos Oliveira" userId="b0c2fb47-b880-4cbf-af11-e7a3affee8ed" providerId="ADAL" clId="{494D6766-E60F-4C9C-8053-2F6D56CC7459}" dt="2026-08-31T14:35:49.744" v="1293" actId="478"/>
          <ac:spMkLst>
            <pc:docMk/>
            <pc:sldMk cId="0" sldId="2147483617"/>
            <ac:spMk id="2" creationId="{1F17B3EE-3B25-1C0D-6995-10E1638177D5}"/>
          </ac:spMkLst>
        </pc:spChg>
        <pc:spChg chg="add mod">
          <ac:chgData name="Igor Dos Santos Oliveira" userId="b0c2fb47-b880-4cbf-af11-e7a3affee8ed" providerId="ADAL" clId="{494D6766-E60F-4C9C-8053-2F6D56CC7459}" dt="2026-08-31T17:47:01.913" v="2481"/>
          <ac:spMkLst>
            <pc:docMk/>
            <pc:sldMk cId="0" sldId="2147483617"/>
            <ac:spMk id="3" creationId="{89DB77CC-BA23-1A0B-3623-75CA2C9374C5}"/>
          </ac:spMkLst>
        </pc:spChg>
        <pc:spChg chg="del">
          <ac:chgData name="Igor Dos Santos Oliveira" userId="b0c2fb47-b880-4cbf-af11-e7a3affee8ed" providerId="ADAL" clId="{494D6766-E60F-4C9C-8053-2F6D56CC7459}" dt="2026-08-31T22:13:01.741" v="4102" actId="478"/>
          <ac:spMkLst>
            <pc:docMk/>
            <pc:sldMk cId="0" sldId="2147483617"/>
            <ac:spMk id="5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5:17:47.243" v="1529" actId="14100"/>
          <ac:spMkLst>
            <pc:docMk/>
            <pc:sldMk cId="0" sldId="2147483617"/>
            <ac:spMk id="7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5:18:06.685" v="1564" actId="1035"/>
          <ac:spMkLst>
            <pc:docMk/>
            <pc:sldMk cId="0" sldId="2147483617"/>
            <ac:spMk id="10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0T22:25:12.973" v="716" actId="1037"/>
          <ac:spMkLst>
            <pc:docMk/>
            <pc:sldMk cId="0" sldId="2147483617"/>
            <ac:spMk id="12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5:18:06.685" v="1564" actId="1035"/>
          <ac:spMkLst>
            <pc:docMk/>
            <pc:sldMk cId="0" sldId="2147483617"/>
            <ac:spMk id="15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22:03:26.388" v="3975" actId="20577"/>
          <ac:spMkLst>
            <pc:docMk/>
            <pc:sldMk cId="0" sldId="2147483617"/>
            <ac:spMk id="17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22:04:06.928" v="3989" actId="20577"/>
          <ac:spMkLst>
            <pc:docMk/>
            <pc:sldMk cId="0" sldId="2147483617"/>
            <ac:spMk id="19" creationId="{00000000-0000-0000-0000-000000000000}"/>
          </ac:spMkLst>
        </pc:spChg>
        <pc:spChg chg="add del mod">
          <ac:chgData name="Igor Dos Santos Oliveira" userId="b0c2fb47-b880-4cbf-af11-e7a3affee8ed" providerId="ADAL" clId="{494D6766-E60F-4C9C-8053-2F6D56CC7459}" dt="2026-08-31T19:09:54.850" v="3040"/>
          <ac:spMkLst>
            <pc:docMk/>
            <pc:sldMk cId="0" sldId="2147483617"/>
            <ac:spMk id="20" creationId="{00000000-0000-0000-0000-000000000000}"/>
          </ac:spMkLst>
        </pc:spChg>
        <pc:spChg chg="del mod">
          <ac:chgData name="Igor Dos Santos Oliveira" userId="b0c2fb47-b880-4cbf-af11-e7a3affee8ed" providerId="ADAL" clId="{494D6766-E60F-4C9C-8053-2F6D56CC7459}" dt="2026-08-31T19:08:47.865" v="3012" actId="478"/>
          <ac:spMkLst>
            <pc:docMk/>
            <pc:sldMk cId="0" sldId="2147483617"/>
            <ac:spMk id="21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5:17:47.243" v="1529" actId="14100"/>
          <ac:spMkLst>
            <pc:docMk/>
            <pc:sldMk cId="0" sldId="2147483617"/>
            <ac:spMk id="22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5:18:06.685" v="1564" actId="1035"/>
          <ac:spMkLst>
            <pc:docMk/>
            <pc:sldMk cId="0" sldId="2147483617"/>
            <ac:spMk id="26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0T22:25:12.973" v="716" actId="1037"/>
          <ac:spMkLst>
            <pc:docMk/>
            <pc:sldMk cId="0" sldId="2147483617"/>
            <ac:spMk id="27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0T22:25:12.973" v="716" actId="1037"/>
          <ac:spMkLst>
            <pc:docMk/>
            <pc:sldMk cId="0" sldId="2147483617"/>
            <ac:spMk id="29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22:09:50.944" v="4049" actId="20577"/>
          <ac:spMkLst>
            <pc:docMk/>
            <pc:sldMk cId="0" sldId="2147483617"/>
            <ac:spMk id="30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22:08:56.986" v="4047" actId="20577"/>
          <ac:spMkLst>
            <pc:docMk/>
            <pc:sldMk cId="0" sldId="2147483617"/>
            <ac:spMk id="32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22:04:21.269" v="3998" actId="12"/>
          <ac:spMkLst>
            <pc:docMk/>
            <pc:sldMk cId="0" sldId="2147483617"/>
            <ac:spMk id="34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9:28:11.041" v="3449"/>
          <ac:spMkLst>
            <pc:docMk/>
            <pc:sldMk cId="0" sldId="2147483617"/>
            <ac:spMk id="35" creationId="{00000000-0000-0000-0000-000000000000}"/>
          </ac:spMkLst>
        </pc:spChg>
        <pc:spChg chg="del mod">
          <ac:chgData name="Igor Dos Santos Oliveira" userId="b0c2fb47-b880-4cbf-af11-e7a3affee8ed" providerId="ADAL" clId="{494D6766-E60F-4C9C-8053-2F6D56CC7459}" dt="2026-08-31T19:24:57.495" v="3362" actId="478"/>
          <ac:spMkLst>
            <pc:docMk/>
            <pc:sldMk cId="0" sldId="2147483617"/>
            <ac:spMk id="36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5:17:47.243" v="1529" actId="14100"/>
          <ac:spMkLst>
            <pc:docMk/>
            <pc:sldMk cId="0" sldId="2147483617"/>
            <ac:spMk id="37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5:18:06.685" v="1564" actId="1035"/>
          <ac:spMkLst>
            <pc:docMk/>
            <pc:sldMk cId="0" sldId="2147483617"/>
            <ac:spMk id="42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0T22:25:12.973" v="716" actId="1037"/>
          <ac:spMkLst>
            <pc:docMk/>
            <pc:sldMk cId="0" sldId="2147483617"/>
            <ac:spMk id="43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0T22:25:12.973" v="716" actId="1037"/>
          <ac:spMkLst>
            <pc:docMk/>
            <pc:sldMk cId="0" sldId="2147483617"/>
            <ac:spMk id="44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22:10:01.389" v="4070" actId="20577"/>
          <ac:spMkLst>
            <pc:docMk/>
            <pc:sldMk cId="0" sldId="2147483617"/>
            <ac:spMk id="45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0T22:25:12.973" v="716" actId="1037"/>
          <ac:spMkLst>
            <pc:docMk/>
            <pc:sldMk cId="0" sldId="2147483617"/>
            <ac:spMk id="46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22:10:22.962" v="4081" actId="20577"/>
          <ac:spMkLst>
            <pc:docMk/>
            <pc:sldMk cId="0" sldId="2147483617"/>
            <ac:spMk id="47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5:18:06.685" v="1564" actId="1035"/>
          <ac:spMkLst>
            <pc:docMk/>
            <pc:sldMk cId="0" sldId="2147483617"/>
            <ac:spMk id="48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22:04:32.590" v="4006" actId="12"/>
          <ac:spMkLst>
            <pc:docMk/>
            <pc:sldMk cId="0" sldId="2147483617"/>
            <ac:spMk id="49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9:28:25.002" v="3450"/>
          <ac:spMkLst>
            <pc:docMk/>
            <pc:sldMk cId="0" sldId="2147483617"/>
            <ac:spMk id="50" creationId="{00000000-0000-0000-0000-000000000000}"/>
          </ac:spMkLst>
        </pc:spChg>
        <pc:spChg chg="del mod">
          <ac:chgData name="Igor Dos Santos Oliveira" userId="b0c2fb47-b880-4cbf-af11-e7a3affee8ed" providerId="ADAL" clId="{494D6766-E60F-4C9C-8053-2F6D56CC7459}" dt="2026-08-31T19:25:21.217" v="3372" actId="478"/>
          <ac:spMkLst>
            <pc:docMk/>
            <pc:sldMk cId="0" sldId="2147483617"/>
            <ac:spMk id="51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5:17:47.243" v="1529" actId="14100"/>
          <ac:spMkLst>
            <pc:docMk/>
            <pc:sldMk cId="0" sldId="2147483617"/>
            <ac:spMk id="52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0T22:25:12.973" v="716" actId="1037"/>
          <ac:spMkLst>
            <pc:docMk/>
            <pc:sldMk cId="0" sldId="2147483617"/>
            <ac:spMk id="53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5:18:06.685" v="1564" actId="1035"/>
          <ac:spMkLst>
            <pc:docMk/>
            <pc:sldMk cId="0" sldId="2147483617"/>
            <ac:spMk id="56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5:18:06.685" v="1564" actId="1035"/>
          <ac:spMkLst>
            <pc:docMk/>
            <pc:sldMk cId="0" sldId="2147483617"/>
            <ac:spMk id="58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4:37:48.412" v="1382" actId="313"/>
          <ac:spMkLst>
            <pc:docMk/>
            <pc:sldMk cId="0" sldId="2147483617"/>
            <ac:spMk id="60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22:11:37" v="4090" actId="20577"/>
          <ac:spMkLst>
            <pc:docMk/>
            <pc:sldMk cId="0" sldId="2147483617"/>
            <ac:spMk id="62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22:12:36.267" v="4101" actId="20577"/>
          <ac:spMkLst>
            <pc:docMk/>
            <pc:sldMk cId="0" sldId="2147483617"/>
            <ac:spMk id="64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9:28:44.040" v="3451"/>
          <ac:spMkLst>
            <pc:docMk/>
            <pc:sldMk cId="0" sldId="2147483617"/>
            <ac:spMk id="65" creationId="{00000000-0000-0000-0000-000000000000}"/>
          </ac:spMkLst>
        </pc:spChg>
        <pc:spChg chg="del mod">
          <ac:chgData name="Igor Dos Santos Oliveira" userId="b0c2fb47-b880-4cbf-af11-e7a3affee8ed" providerId="ADAL" clId="{494D6766-E60F-4C9C-8053-2F6D56CC7459}" dt="2026-08-31T19:25:12.898" v="3368" actId="478"/>
          <ac:spMkLst>
            <pc:docMk/>
            <pc:sldMk cId="0" sldId="2147483617"/>
            <ac:spMk id="66" creationId="{00000000-0000-0000-0000-000000000000}"/>
          </ac:spMkLst>
        </pc:spChg>
        <pc:spChg chg="add mod">
          <ac:chgData name="Igor Dos Santos Oliveira" userId="b0c2fb47-b880-4cbf-af11-e7a3affee8ed" providerId="ADAL" clId="{494D6766-E60F-4C9C-8053-2F6D56CC7459}" dt="2026-08-30T22:24:21.367" v="651"/>
          <ac:spMkLst>
            <pc:docMk/>
            <pc:sldMk cId="0" sldId="2147483617"/>
            <ac:spMk id="67" creationId="{160AF83F-A9DC-67C8-1F2F-C1B021403121}"/>
          </ac:spMkLst>
        </pc:spChg>
        <pc:spChg chg="add mod">
          <ac:chgData name="Igor Dos Santos Oliveira" userId="b0c2fb47-b880-4cbf-af11-e7a3affee8ed" providerId="ADAL" clId="{494D6766-E60F-4C9C-8053-2F6D56CC7459}" dt="2026-09-01T01:35:31.587" v="5829" actId="404"/>
          <ac:spMkLst>
            <pc:docMk/>
            <pc:sldMk cId="0" sldId="2147483617"/>
            <ac:spMk id="68" creationId="{0F831968-70DC-B5ED-415B-D3554200D7AC}"/>
          </ac:spMkLst>
        </pc:spChg>
        <pc:picChg chg="add mod">
          <ac:chgData name="Igor Dos Santos Oliveira" userId="b0c2fb47-b880-4cbf-af11-e7a3affee8ed" providerId="ADAL" clId="{494D6766-E60F-4C9C-8053-2F6D56CC7459}" dt="2026-08-30T22:24:21.367" v="651"/>
          <ac:picMkLst>
            <pc:docMk/>
            <pc:sldMk cId="0" sldId="2147483617"/>
            <ac:picMk id="69" creationId="{35603DFE-C14C-3EEF-ECC3-53ADB6B4A243}"/>
          </ac:picMkLst>
        </pc:picChg>
      </pc:sldChg>
      <pc:sldChg chg="addSp delSp modSp add del mod setBg">
        <pc:chgData name="Igor Dos Santos Oliveira" userId="b0c2fb47-b880-4cbf-af11-e7a3affee8ed" providerId="ADAL" clId="{494D6766-E60F-4C9C-8053-2F6D56CC7459}" dt="2026-08-31T17:28:44.405" v="1850" actId="47"/>
        <pc:sldMkLst>
          <pc:docMk/>
          <pc:sldMk cId="0" sldId="2147483618"/>
        </pc:sldMkLst>
        <pc:spChg chg="del">
          <ac:chgData name="Igor Dos Santos Oliveira" userId="b0c2fb47-b880-4cbf-af11-e7a3affee8ed" providerId="ADAL" clId="{494D6766-E60F-4C9C-8053-2F6D56CC7459}" dt="2026-08-31T14:33:35.020" v="1205" actId="478"/>
          <ac:spMkLst>
            <pc:docMk/>
            <pc:sldMk cId="0" sldId="2147483618"/>
            <ac:spMk id="2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8-31T14:30:31.211" v="1082" actId="478"/>
          <ac:spMkLst>
            <pc:docMk/>
            <pc:sldMk cId="0" sldId="2147483618"/>
            <ac:spMk id="3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8-31T14:34:00.061" v="1209" actId="478"/>
          <ac:spMkLst>
            <pc:docMk/>
            <pc:sldMk cId="0" sldId="2147483618"/>
            <ac:spMk id="4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8-31T14:30:19.932" v="1081" actId="478"/>
          <ac:spMkLst>
            <pc:docMk/>
            <pc:sldMk cId="0" sldId="2147483618"/>
            <ac:spMk id="6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4:33:33.403" v="1204" actId="1036"/>
          <ac:spMkLst>
            <pc:docMk/>
            <pc:sldMk cId="0" sldId="2147483618"/>
            <ac:spMk id="7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4:33:33.403" v="1204" actId="1036"/>
          <ac:spMkLst>
            <pc:docMk/>
            <pc:sldMk cId="0" sldId="2147483618"/>
            <ac:spMk id="8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4:04:08.958" v="947" actId="20577"/>
          <ac:spMkLst>
            <pc:docMk/>
            <pc:sldMk cId="0" sldId="2147483618"/>
            <ac:spMk id="9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4:34:14.176" v="1264" actId="1037"/>
          <ac:spMkLst>
            <pc:docMk/>
            <pc:sldMk cId="0" sldId="2147483618"/>
            <ac:spMk id="10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4:34:14.176" v="1264" actId="1037"/>
          <ac:spMkLst>
            <pc:docMk/>
            <pc:sldMk cId="0" sldId="2147483618"/>
            <ac:spMk id="13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4:34:32.231" v="1290" actId="2711"/>
          <ac:spMkLst>
            <pc:docMk/>
            <pc:sldMk cId="0" sldId="2147483618"/>
            <ac:spMk id="14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4:34:32.231" v="1290" actId="2711"/>
          <ac:spMkLst>
            <pc:docMk/>
            <pc:sldMk cId="0" sldId="2147483618"/>
            <ac:spMk id="16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4:45:44.931" v="1453" actId="1036"/>
          <ac:spMkLst>
            <pc:docMk/>
            <pc:sldMk cId="0" sldId="2147483618"/>
            <ac:spMk id="17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4:45:44.931" v="1453" actId="1036"/>
          <ac:spMkLst>
            <pc:docMk/>
            <pc:sldMk cId="0" sldId="2147483618"/>
            <ac:spMk id="18" creationId="{00000000-0000-0000-0000-000000000000}"/>
          </ac:spMkLst>
        </pc:spChg>
        <pc:spChg chg="del mod">
          <ac:chgData name="Igor Dos Santos Oliveira" userId="b0c2fb47-b880-4cbf-af11-e7a3affee8ed" providerId="ADAL" clId="{494D6766-E60F-4C9C-8053-2F6D56CC7459}" dt="2026-08-31T17:15:46.764" v="1824" actId="478"/>
          <ac:spMkLst>
            <pc:docMk/>
            <pc:sldMk cId="0" sldId="2147483618"/>
            <ac:spMk id="19" creationId="{00000000-0000-0000-0000-000000000000}"/>
          </ac:spMkLst>
        </pc:spChg>
        <pc:spChg chg="del mod">
          <ac:chgData name="Igor Dos Santos Oliveira" userId="b0c2fb47-b880-4cbf-af11-e7a3affee8ed" providerId="ADAL" clId="{494D6766-E60F-4C9C-8053-2F6D56CC7459}" dt="2026-08-31T17:15:09.421" v="1813" actId="478"/>
          <ac:spMkLst>
            <pc:docMk/>
            <pc:sldMk cId="0" sldId="2147483618"/>
            <ac:spMk id="20" creationId="{00000000-0000-0000-0000-000000000000}"/>
          </ac:spMkLst>
        </pc:spChg>
        <pc:spChg chg="del mod">
          <ac:chgData name="Igor Dos Santos Oliveira" userId="b0c2fb47-b880-4cbf-af11-e7a3affee8ed" providerId="ADAL" clId="{494D6766-E60F-4C9C-8053-2F6D56CC7459}" dt="2026-08-31T17:15:11.460" v="1815" actId="478"/>
          <ac:spMkLst>
            <pc:docMk/>
            <pc:sldMk cId="0" sldId="2147483618"/>
            <ac:spMk id="21" creationId="{00000000-0000-0000-0000-000000000000}"/>
          </ac:spMkLst>
        </pc:spChg>
        <pc:spChg chg="add del mod ord">
          <ac:chgData name="Igor Dos Santos Oliveira" userId="b0c2fb47-b880-4cbf-af11-e7a3affee8ed" providerId="ADAL" clId="{494D6766-E60F-4C9C-8053-2F6D56CC7459}" dt="2026-08-31T17:23:55.219" v="1847" actId="478"/>
          <ac:spMkLst>
            <pc:docMk/>
            <pc:sldMk cId="0" sldId="2147483618"/>
            <ac:spMk id="22" creationId="{00000000-0000-0000-0000-000000000000}"/>
          </ac:spMkLst>
        </pc:spChg>
        <pc:spChg chg="add del mod ord">
          <ac:chgData name="Igor Dos Santos Oliveira" userId="b0c2fb47-b880-4cbf-af11-e7a3affee8ed" providerId="ADAL" clId="{494D6766-E60F-4C9C-8053-2F6D56CC7459}" dt="2026-08-31T17:23:56.925" v="1848" actId="478"/>
          <ac:spMkLst>
            <pc:docMk/>
            <pc:sldMk cId="0" sldId="2147483618"/>
            <ac:spMk id="23" creationId="{00000000-0000-0000-0000-000000000000}"/>
          </ac:spMkLst>
        </pc:spChg>
        <pc:spChg chg="del mod">
          <ac:chgData name="Igor Dos Santos Oliveira" userId="b0c2fb47-b880-4cbf-af11-e7a3affee8ed" providerId="ADAL" clId="{494D6766-E60F-4C9C-8053-2F6D56CC7459}" dt="2026-08-31T17:15:48.254" v="1825" actId="478"/>
          <ac:spMkLst>
            <pc:docMk/>
            <pc:sldMk cId="0" sldId="2147483618"/>
            <ac:spMk id="24" creationId="{00000000-0000-0000-0000-000000000000}"/>
          </ac:spMkLst>
        </pc:spChg>
        <pc:spChg chg="add del mod">
          <ac:chgData name="Igor Dos Santos Oliveira" userId="b0c2fb47-b880-4cbf-af11-e7a3affee8ed" providerId="ADAL" clId="{494D6766-E60F-4C9C-8053-2F6D56CC7459}" dt="2026-08-31T17:15:29.263" v="1820" actId="478"/>
          <ac:spMkLst>
            <pc:docMk/>
            <pc:sldMk cId="0" sldId="2147483618"/>
            <ac:spMk id="25" creationId="{00000000-0000-0000-0000-000000000000}"/>
          </ac:spMkLst>
        </pc:spChg>
        <pc:spChg chg="del mod">
          <ac:chgData name="Igor Dos Santos Oliveira" userId="b0c2fb47-b880-4cbf-af11-e7a3affee8ed" providerId="ADAL" clId="{494D6766-E60F-4C9C-8053-2F6D56CC7459}" dt="2026-08-31T17:15:31.816" v="1821" actId="478"/>
          <ac:spMkLst>
            <pc:docMk/>
            <pc:sldMk cId="0" sldId="2147483618"/>
            <ac:spMk id="26" creationId="{00000000-0000-0000-0000-000000000000}"/>
          </ac:spMkLst>
        </pc:spChg>
        <pc:spChg chg="add del mod ord">
          <ac:chgData name="Igor Dos Santos Oliveira" userId="b0c2fb47-b880-4cbf-af11-e7a3affee8ed" providerId="ADAL" clId="{494D6766-E60F-4C9C-8053-2F6D56CC7459}" dt="2026-08-31T17:23:38.836" v="1844" actId="478"/>
          <ac:spMkLst>
            <pc:docMk/>
            <pc:sldMk cId="0" sldId="2147483618"/>
            <ac:spMk id="27" creationId="{00000000-0000-0000-0000-000000000000}"/>
          </ac:spMkLst>
        </pc:spChg>
        <pc:spChg chg="add del mod ord">
          <ac:chgData name="Igor Dos Santos Oliveira" userId="b0c2fb47-b880-4cbf-af11-e7a3affee8ed" providerId="ADAL" clId="{494D6766-E60F-4C9C-8053-2F6D56CC7459}" dt="2026-08-31T17:23:38.836" v="1844" actId="478"/>
          <ac:spMkLst>
            <pc:docMk/>
            <pc:sldMk cId="0" sldId="2147483618"/>
            <ac:spMk id="28" creationId="{00000000-0000-0000-0000-000000000000}"/>
          </ac:spMkLst>
        </pc:spChg>
        <pc:spChg chg="add del mod">
          <ac:chgData name="Igor Dos Santos Oliveira" userId="b0c2fb47-b880-4cbf-af11-e7a3affee8ed" providerId="ADAL" clId="{494D6766-E60F-4C9C-8053-2F6D56CC7459}" dt="2026-08-31T17:15:49.673" v="1826" actId="478"/>
          <ac:spMkLst>
            <pc:docMk/>
            <pc:sldMk cId="0" sldId="2147483618"/>
            <ac:spMk id="29" creationId="{00000000-0000-0000-0000-000000000000}"/>
          </ac:spMkLst>
        </pc:spChg>
        <pc:spChg chg="add del">
          <ac:chgData name="Igor Dos Santos Oliveira" userId="b0c2fb47-b880-4cbf-af11-e7a3affee8ed" providerId="ADAL" clId="{494D6766-E60F-4C9C-8053-2F6D56CC7459}" dt="2026-08-31T17:15:12.616" v="1816" actId="478"/>
          <ac:spMkLst>
            <pc:docMk/>
            <pc:sldMk cId="0" sldId="2147483618"/>
            <ac:spMk id="30" creationId="{00000000-0000-0000-0000-000000000000}"/>
          </ac:spMkLst>
        </pc:spChg>
        <pc:spChg chg="add del mod">
          <ac:chgData name="Igor Dos Santos Oliveira" userId="b0c2fb47-b880-4cbf-af11-e7a3affee8ed" providerId="ADAL" clId="{494D6766-E60F-4C9C-8053-2F6D56CC7459}" dt="2026-08-31T17:15:22.266" v="1818" actId="478"/>
          <ac:spMkLst>
            <pc:docMk/>
            <pc:sldMk cId="0" sldId="2147483618"/>
            <ac:spMk id="31" creationId="{00000000-0000-0000-0000-000000000000}"/>
          </ac:spMkLst>
        </pc:spChg>
        <pc:spChg chg="add del mod ord">
          <ac:chgData name="Igor Dos Santos Oliveira" userId="b0c2fb47-b880-4cbf-af11-e7a3affee8ed" providerId="ADAL" clId="{494D6766-E60F-4C9C-8053-2F6D56CC7459}" dt="2026-08-31T17:23:42.018" v="1845" actId="478"/>
          <ac:spMkLst>
            <pc:docMk/>
            <pc:sldMk cId="0" sldId="2147483618"/>
            <ac:spMk id="32" creationId="{00000000-0000-0000-0000-000000000000}"/>
          </ac:spMkLst>
        </pc:spChg>
        <pc:spChg chg="add del mod ord">
          <ac:chgData name="Igor Dos Santos Oliveira" userId="b0c2fb47-b880-4cbf-af11-e7a3affee8ed" providerId="ADAL" clId="{494D6766-E60F-4C9C-8053-2F6D56CC7459}" dt="2026-08-31T17:23:42.018" v="1845" actId="478"/>
          <ac:spMkLst>
            <pc:docMk/>
            <pc:sldMk cId="0" sldId="2147483618"/>
            <ac:spMk id="33" creationId="{00000000-0000-0000-0000-000000000000}"/>
          </ac:spMkLst>
        </pc:spChg>
        <pc:spChg chg="add del mod">
          <ac:chgData name="Igor Dos Santos Oliveira" userId="b0c2fb47-b880-4cbf-af11-e7a3affee8ed" providerId="ADAL" clId="{494D6766-E60F-4C9C-8053-2F6D56CC7459}" dt="2026-08-31T17:15:53.200" v="1829" actId="478"/>
          <ac:spMkLst>
            <pc:docMk/>
            <pc:sldMk cId="0" sldId="2147483618"/>
            <ac:spMk id="34" creationId="{00000000-0000-0000-0000-000000000000}"/>
          </ac:spMkLst>
        </pc:spChg>
        <pc:spChg chg="add del mod">
          <ac:chgData name="Igor Dos Santos Oliveira" userId="b0c2fb47-b880-4cbf-af11-e7a3affee8ed" providerId="ADAL" clId="{494D6766-E60F-4C9C-8053-2F6D56CC7459}" dt="2026-08-31T17:15:32.720" v="1822" actId="478"/>
          <ac:spMkLst>
            <pc:docMk/>
            <pc:sldMk cId="0" sldId="2147483618"/>
            <ac:spMk id="35" creationId="{00000000-0000-0000-0000-000000000000}"/>
          </ac:spMkLst>
        </pc:spChg>
        <pc:spChg chg="add del mod">
          <ac:chgData name="Igor Dos Santos Oliveira" userId="b0c2fb47-b880-4cbf-af11-e7a3affee8ed" providerId="ADAL" clId="{494D6766-E60F-4C9C-8053-2F6D56CC7459}" dt="2026-08-31T17:15:35.549" v="1823" actId="478"/>
          <ac:spMkLst>
            <pc:docMk/>
            <pc:sldMk cId="0" sldId="2147483618"/>
            <ac:spMk id="36" creationId="{00000000-0000-0000-0000-000000000000}"/>
          </ac:spMkLst>
        </pc:spChg>
        <pc:spChg chg="add del mod ord">
          <ac:chgData name="Igor Dos Santos Oliveira" userId="b0c2fb47-b880-4cbf-af11-e7a3affee8ed" providerId="ADAL" clId="{494D6766-E60F-4C9C-8053-2F6D56CC7459}" dt="2026-08-31T17:23:38.836" v="1844" actId="478"/>
          <ac:spMkLst>
            <pc:docMk/>
            <pc:sldMk cId="0" sldId="2147483618"/>
            <ac:spMk id="37" creationId="{00000000-0000-0000-0000-000000000000}"/>
          </ac:spMkLst>
        </pc:spChg>
        <pc:spChg chg="add del mod ord">
          <ac:chgData name="Igor Dos Santos Oliveira" userId="b0c2fb47-b880-4cbf-af11-e7a3affee8ed" providerId="ADAL" clId="{494D6766-E60F-4C9C-8053-2F6D56CC7459}" dt="2026-08-31T17:23:42.018" v="1845" actId="478"/>
          <ac:spMkLst>
            <pc:docMk/>
            <pc:sldMk cId="0" sldId="2147483618"/>
            <ac:spMk id="38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4:34:14.176" v="1264" actId="1037"/>
          <ac:spMkLst>
            <pc:docMk/>
            <pc:sldMk cId="0" sldId="2147483618"/>
            <ac:spMk id="39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4:32:19.665" v="1139" actId="1036"/>
          <ac:spMkLst>
            <pc:docMk/>
            <pc:sldMk cId="0" sldId="2147483618"/>
            <ac:spMk id="40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4:34:32.231" v="1290" actId="2711"/>
          <ac:spMkLst>
            <pc:docMk/>
            <pc:sldMk cId="0" sldId="2147483618"/>
            <ac:spMk id="41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4:32:19.665" v="1139" actId="1036"/>
          <ac:spMkLst>
            <pc:docMk/>
            <pc:sldMk cId="0" sldId="2147483618"/>
            <ac:spMk id="42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4:32:19.665" v="1139" actId="1036"/>
          <ac:spMkLst>
            <pc:docMk/>
            <pc:sldMk cId="0" sldId="2147483618"/>
            <ac:spMk id="43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4:32:19.665" v="1139" actId="1036"/>
          <ac:spMkLst>
            <pc:docMk/>
            <pc:sldMk cId="0" sldId="2147483618"/>
            <ac:spMk id="44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4:34:14.176" v="1264" actId="1037"/>
          <ac:spMkLst>
            <pc:docMk/>
            <pc:sldMk cId="0" sldId="2147483618"/>
            <ac:spMk id="45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4:34:14.176" v="1264" actId="1037"/>
          <ac:spMkLst>
            <pc:docMk/>
            <pc:sldMk cId="0" sldId="2147483618"/>
            <ac:spMk id="46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4:32:19.665" v="1139" actId="1036"/>
          <ac:spMkLst>
            <pc:docMk/>
            <pc:sldMk cId="0" sldId="2147483618"/>
            <ac:spMk id="47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8-31T14:03:41.863" v="940" actId="478"/>
          <ac:spMkLst>
            <pc:docMk/>
            <pc:sldMk cId="0" sldId="2147483618"/>
            <ac:spMk id="48" creationId="{1D1E8077-B3C3-8423-F226-E1A3CD2A1582}"/>
          </ac:spMkLst>
        </pc:spChg>
        <pc:spChg chg="add del mod ord">
          <ac:chgData name="Igor Dos Santos Oliveira" userId="b0c2fb47-b880-4cbf-af11-e7a3affee8ed" providerId="ADAL" clId="{494D6766-E60F-4C9C-8053-2F6D56CC7459}" dt="2026-08-31T14:29:50.658" v="1072" actId="478"/>
          <ac:spMkLst>
            <pc:docMk/>
            <pc:sldMk cId="0" sldId="2147483618"/>
            <ac:spMk id="49" creationId="{8CE3FBEE-76E0-B569-B790-BF7B9EC9B9D5}"/>
          </ac:spMkLst>
        </pc:spChg>
        <pc:spChg chg="add del mod ord">
          <ac:chgData name="Igor Dos Santos Oliveira" userId="b0c2fb47-b880-4cbf-af11-e7a3affee8ed" providerId="ADAL" clId="{494D6766-E60F-4C9C-8053-2F6D56CC7459}" dt="2026-08-31T17:15:51.933" v="1828" actId="478"/>
          <ac:spMkLst>
            <pc:docMk/>
            <pc:sldMk cId="0" sldId="2147483618"/>
            <ac:spMk id="50" creationId="{7AB60B48-44F2-2A15-DDAA-BD056C578F25}"/>
          </ac:spMkLst>
        </pc:spChg>
        <pc:spChg chg="add mod ord">
          <ac:chgData name="Igor Dos Santos Oliveira" userId="b0c2fb47-b880-4cbf-af11-e7a3affee8ed" providerId="ADAL" clId="{494D6766-E60F-4C9C-8053-2F6D56CC7459}" dt="2026-08-31T14:34:21.548" v="1289" actId="1037"/>
          <ac:spMkLst>
            <pc:docMk/>
            <pc:sldMk cId="0" sldId="2147483618"/>
            <ac:spMk id="51" creationId="{E9BC88EA-83E2-7889-E1CD-8745B5206C1E}"/>
          </ac:spMkLst>
        </pc:spChg>
        <pc:spChg chg="add mod">
          <ac:chgData name="Igor Dos Santos Oliveira" userId="b0c2fb47-b880-4cbf-af11-e7a3affee8ed" providerId="ADAL" clId="{494D6766-E60F-4C9C-8053-2F6D56CC7459}" dt="2026-08-31T14:33:45.696" v="1207"/>
          <ac:spMkLst>
            <pc:docMk/>
            <pc:sldMk cId="0" sldId="2147483618"/>
            <ac:spMk id="52" creationId="{006E1803-58FF-AE41-7B82-9B48B575CE2F}"/>
          </ac:spMkLst>
        </pc:spChg>
        <pc:spChg chg="add mod">
          <ac:chgData name="Igor Dos Santos Oliveira" userId="b0c2fb47-b880-4cbf-af11-e7a3affee8ed" providerId="ADAL" clId="{494D6766-E60F-4C9C-8053-2F6D56CC7459}" dt="2026-08-31T14:35:39.542" v="1292" actId="20577"/>
          <ac:spMkLst>
            <pc:docMk/>
            <pc:sldMk cId="0" sldId="2147483618"/>
            <ac:spMk id="53" creationId="{0B49A999-5F15-8443-A733-0027CA981336}"/>
          </ac:spMkLst>
        </pc:spChg>
        <pc:spChg chg="add mod ord">
          <ac:chgData name="Igor Dos Santos Oliveira" userId="b0c2fb47-b880-4cbf-af11-e7a3affee8ed" providerId="ADAL" clId="{494D6766-E60F-4C9C-8053-2F6D56CC7459}" dt="2026-08-31T17:23:46.935" v="1846" actId="14100"/>
          <ac:spMkLst>
            <pc:docMk/>
            <pc:sldMk cId="0" sldId="2147483618"/>
            <ac:spMk id="55" creationId="{5E25C822-6420-340B-D928-E59D33D6792F}"/>
          </ac:spMkLst>
        </pc:spChg>
        <pc:spChg chg="add mod ord">
          <ac:chgData name="Igor Dos Santos Oliveira" userId="b0c2fb47-b880-4cbf-af11-e7a3affee8ed" providerId="ADAL" clId="{494D6766-E60F-4C9C-8053-2F6D56CC7459}" dt="2026-08-31T17:17:38.980" v="1836" actId="166"/>
          <ac:spMkLst>
            <pc:docMk/>
            <pc:sldMk cId="0" sldId="2147483618"/>
            <ac:spMk id="56" creationId="{59E67F78-3008-69F5-6A9E-772AE8EE337E}"/>
          </ac:spMkLst>
        </pc:spChg>
        <pc:spChg chg="add mod ord">
          <ac:chgData name="Igor Dos Santos Oliveira" userId="b0c2fb47-b880-4cbf-af11-e7a3affee8ed" providerId="ADAL" clId="{494D6766-E60F-4C9C-8053-2F6D56CC7459}" dt="2026-08-31T17:17:38.980" v="1836" actId="166"/>
          <ac:spMkLst>
            <pc:docMk/>
            <pc:sldMk cId="0" sldId="2147483618"/>
            <ac:spMk id="57" creationId="{9298A32A-D6C5-A1C8-4FCC-E13D6061792B}"/>
          </ac:spMkLst>
        </pc:spChg>
        <pc:spChg chg="add mod ord">
          <ac:chgData name="Igor Dos Santos Oliveira" userId="b0c2fb47-b880-4cbf-af11-e7a3affee8ed" providerId="ADAL" clId="{494D6766-E60F-4C9C-8053-2F6D56CC7459}" dt="2026-08-31T17:17:38.980" v="1836" actId="166"/>
          <ac:spMkLst>
            <pc:docMk/>
            <pc:sldMk cId="0" sldId="2147483618"/>
            <ac:spMk id="58" creationId="{C2CEFFE8-D167-CFE3-6432-E18BE915B2B7}"/>
          </ac:spMkLst>
        </pc:spChg>
        <pc:spChg chg="add mod ord">
          <ac:chgData name="Igor Dos Santos Oliveira" userId="b0c2fb47-b880-4cbf-af11-e7a3affee8ed" providerId="ADAL" clId="{494D6766-E60F-4C9C-8053-2F6D56CC7459}" dt="2026-08-31T17:17:38.980" v="1836" actId="166"/>
          <ac:spMkLst>
            <pc:docMk/>
            <pc:sldMk cId="0" sldId="2147483618"/>
            <ac:spMk id="59" creationId="{0CE9E659-2A37-2BFE-57AE-2DE42D7B4DDC}"/>
          </ac:spMkLst>
        </pc:spChg>
        <pc:picChg chg="add mod">
          <ac:chgData name="Igor Dos Santos Oliveira" userId="b0c2fb47-b880-4cbf-af11-e7a3affee8ed" providerId="ADAL" clId="{494D6766-E60F-4C9C-8053-2F6D56CC7459}" dt="2026-08-31T14:33:45.696" v="1207"/>
          <ac:picMkLst>
            <pc:docMk/>
            <pc:sldMk cId="0" sldId="2147483618"/>
            <ac:picMk id="54" creationId="{4188588B-78A4-B76D-F31A-CCAD76ADDEEA}"/>
          </ac:picMkLst>
        </pc:picChg>
      </pc:sldChg>
      <pc:sldChg chg="addSp delSp modSp add mod ord setBg modShow">
        <pc:chgData name="Igor Dos Santos Oliveira" userId="b0c2fb47-b880-4cbf-af11-e7a3affee8ed" providerId="ADAL" clId="{494D6766-E60F-4C9C-8053-2F6D56CC7459}" dt="2026-09-01T04:17:14.839" v="9209"/>
        <pc:sldMkLst>
          <pc:docMk/>
          <pc:sldMk cId="0" sldId="2147483619"/>
        </pc:sldMkLst>
        <pc:spChg chg="del">
          <ac:chgData name="Igor Dos Santos Oliveira" userId="b0c2fb47-b880-4cbf-af11-e7a3affee8ed" providerId="ADAL" clId="{494D6766-E60F-4C9C-8053-2F6D56CC7459}" dt="2026-08-31T22:43:31.107" v="4674" actId="478"/>
          <ac:spMkLst>
            <pc:docMk/>
            <pc:sldMk cId="0" sldId="2147483619"/>
            <ac:spMk id="3" creationId="{00000000-0000-0000-0000-000000000000}"/>
          </ac:spMkLst>
        </pc:spChg>
        <pc:spChg chg="add mod">
          <ac:chgData name="Igor Dos Santos Oliveira" userId="b0c2fb47-b880-4cbf-af11-e7a3affee8ed" providerId="ADAL" clId="{494D6766-E60F-4C9C-8053-2F6D56CC7459}" dt="2026-09-01T01:00:14.341" v="5320"/>
          <ac:spMkLst>
            <pc:docMk/>
            <pc:sldMk cId="0" sldId="2147483619"/>
            <ac:spMk id="3" creationId="{A152771F-EDF1-A6A8-729D-BBFE1E9BED46}"/>
          </ac:spMkLst>
        </pc:spChg>
        <pc:spChg chg="del">
          <ac:chgData name="Igor Dos Santos Oliveira" userId="b0c2fb47-b880-4cbf-af11-e7a3affee8ed" providerId="ADAL" clId="{494D6766-E60F-4C9C-8053-2F6D56CC7459}" dt="2026-08-31T22:43:31.107" v="4674" actId="478"/>
          <ac:spMkLst>
            <pc:docMk/>
            <pc:sldMk cId="0" sldId="2147483619"/>
            <ac:spMk id="4" creationId="{00000000-0000-0000-0000-000000000000}"/>
          </ac:spMkLst>
        </pc:spChg>
        <pc:spChg chg="add mod">
          <ac:chgData name="Igor Dos Santos Oliveira" userId="b0c2fb47-b880-4cbf-af11-e7a3affee8ed" providerId="ADAL" clId="{494D6766-E60F-4C9C-8053-2F6D56CC7459}" dt="2026-09-01T01:00:14.341" v="5320"/>
          <ac:spMkLst>
            <pc:docMk/>
            <pc:sldMk cId="0" sldId="2147483619"/>
            <ac:spMk id="4" creationId="{EB9308FB-B3AB-2176-D152-BC0F979CE69B}"/>
          </ac:spMkLst>
        </pc:spChg>
        <pc:spChg chg="del">
          <ac:chgData name="Igor Dos Santos Oliveira" userId="b0c2fb47-b880-4cbf-af11-e7a3affee8ed" providerId="ADAL" clId="{494D6766-E60F-4C9C-8053-2F6D56CC7459}" dt="2026-08-31T22:43:31.107" v="4674" actId="478"/>
          <ac:spMkLst>
            <pc:docMk/>
            <pc:sldMk cId="0" sldId="2147483619"/>
            <ac:spMk id="5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8-31T22:58:10.435" v="5031" actId="478"/>
          <ac:spMkLst>
            <pc:docMk/>
            <pc:sldMk cId="0" sldId="2147483619"/>
            <ac:spMk id="6" creationId="{00000000-0000-0000-0000-000000000000}"/>
          </ac:spMkLst>
        </pc:spChg>
        <pc:spChg chg="add mod">
          <ac:chgData name="Igor Dos Santos Oliveira" userId="b0c2fb47-b880-4cbf-af11-e7a3affee8ed" providerId="ADAL" clId="{494D6766-E60F-4C9C-8053-2F6D56CC7459}" dt="2026-09-01T01:00:14.341" v="5320"/>
          <ac:spMkLst>
            <pc:docMk/>
            <pc:sldMk cId="0" sldId="2147483619"/>
            <ac:spMk id="6" creationId="{BD87EDD0-FD92-76C4-4F1F-86BFE91719CC}"/>
          </ac:spMkLst>
        </pc:spChg>
        <pc:spChg chg="mod">
          <ac:chgData name="Igor Dos Santos Oliveira" userId="b0c2fb47-b880-4cbf-af11-e7a3affee8ed" providerId="ADAL" clId="{494D6766-E60F-4C9C-8053-2F6D56CC7459}" dt="2026-08-31T22:43:20.881" v="4673" actId="1036"/>
          <ac:spMkLst>
            <pc:docMk/>
            <pc:sldMk cId="0" sldId="2147483619"/>
            <ac:spMk id="7" creationId="{00000000-0000-0000-0000-000000000000}"/>
          </ac:spMkLst>
        </pc:spChg>
        <pc:spChg chg="del mod">
          <ac:chgData name="Igor Dos Santos Oliveira" userId="b0c2fb47-b880-4cbf-af11-e7a3affee8ed" providerId="ADAL" clId="{494D6766-E60F-4C9C-8053-2F6D56CC7459}" dt="2026-08-31T19:17:54.218" v="3291" actId="478"/>
          <ac:spMkLst>
            <pc:docMk/>
            <pc:sldMk cId="0" sldId="2147483619"/>
            <ac:spMk id="8" creationId="{00000000-0000-0000-0000-000000000000}"/>
          </ac:spMkLst>
        </pc:spChg>
        <pc:spChg chg="add mod">
          <ac:chgData name="Igor Dos Santos Oliveira" userId="b0c2fb47-b880-4cbf-af11-e7a3affee8ed" providerId="ADAL" clId="{494D6766-E60F-4C9C-8053-2F6D56CC7459}" dt="2026-09-01T01:00:14.341" v="5320"/>
          <ac:spMkLst>
            <pc:docMk/>
            <pc:sldMk cId="0" sldId="2147483619"/>
            <ac:spMk id="8" creationId="{B4B5D499-AE17-06CF-6E12-96AFE954B30A}"/>
          </ac:spMkLst>
        </pc:spChg>
        <pc:spChg chg="del">
          <ac:chgData name="Igor Dos Santos Oliveira" userId="b0c2fb47-b880-4cbf-af11-e7a3affee8ed" providerId="ADAL" clId="{494D6766-E60F-4C9C-8053-2F6D56CC7459}" dt="2026-08-31T22:43:57.168" v="4676" actId="478"/>
          <ac:spMkLst>
            <pc:docMk/>
            <pc:sldMk cId="0" sldId="2147483619"/>
            <ac:spMk id="9" creationId="{00000000-0000-0000-0000-000000000000}"/>
          </ac:spMkLst>
        </pc:spChg>
        <pc:spChg chg="add mod">
          <ac:chgData name="Igor Dos Santos Oliveira" userId="b0c2fb47-b880-4cbf-af11-e7a3affee8ed" providerId="ADAL" clId="{494D6766-E60F-4C9C-8053-2F6D56CC7459}" dt="2026-09-01T01:00:14.341" v="5320"/>
          <ac:spMkLst>
            <pc:docMk/>
            <pc:sldMk cId="0" sldId="2147483619"/>
            <ac:spMk id="9" creationId="{8F314023-4E40-F20F-32BD-4D1C983106C8}"/>
          </ac:spMkLst>
        </pc:spChg>
        <pc:spChg chg="del">
          <ac:chgData name="Igor Dos Santos Oliveira" userId="b0c2fb47-b880-4cbf-af11-e7a3affee8ed" providerId="ADAL" clId="{494D6766-E60F-4C9C-8053-2F6D56CC7459}" dt="2026-08-31T22:43:31.107" v="4674" actId="478"/>
          <ac:spMkLst>
            <pc:docMk/>
            <pc:sldMk cId="0" sldId="2147483619"/>
            <ac:spMk id="10" creationId="{00000000-0000-0000-0000-000000000000}"/>
          </ac:spMkLst>
        </pc:spChg>
        <pc:spChg chg="add mod">
          <ac:chgData name="Igor Dos Santos Oliveira" userId="b0c2fb47-b880-4cbf-af11-e7a3affee8ed" providerId="ADAL" clId="{494D6766-E60F-4C9C-8053-2F6D56CC7459}" dt="2026-09-01T01:00:14.341" v="5320"/>
          <ac:spMkLst>
            <pc:docMk/>
            <pc:sldMk cId="0" sldId="2147483619"/>
            <ac:spMk id="10" creationId="{39379D9B-98E9-D0F8-C423-C4A9E63706B9}"/>
          </ac:spMkLst>
        </pc:spChg>
        <pc:spChg chg="del">
          <ac:chgData name="Igor Dos Santos Oliveira" userId="b0c2fb47-b880-4cbf-af11-e7a3affee8ed" providerId="ADAL" clId="{494D6766-E60F-4C9C-8053-2F6D56CC7459}" dt="2026-08-31T22:43:31.107" v="4674" actId="478"/>
          <ac:spMkLst>
            <pc:docMk/>
            <pc:sldMk cId="0" sldId="2147483619"/>
            <ac:spMk id="11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8-31T22:43:31.107" v="4674" actId="478"/>
          <ac:spMkLst>
            <pc:docMk/>
            <pc:sldMk cId="0" sldId="2147483619"/>
            <ac:spMk id="12" creationId="{00000000-0000-0000-0000-000000000000}"/>
          </ac:spMkLst>
        </pc:spChg>
        <pc:spChg chg="add mod">
          <ac:chgData name="Igor Dos Santos Oliveira" userId="b0c2fb47-b880-4cbf-af11-e7a3affee8ed" providerId="ADAL" clId="{494D6766-E60F-4C9C-8053-2F6D56CC7459}" dt="2026-09-01T01:00:14.341" v="5320"/>
          <ac:spMkLst>
            <pc:docMk/>
            <pc:sldMk cId="0" sldId="2147483619"/>
            <ac:spMk id="12" creationId="{2D526266-A4E1-40E5-251C-FDA5D7D423F4}"/>
          </ac:spMkLst>
        </pc:spChg>
        <pc:spChg chg="mod">
          <ac:chgData name="Igor Dos Santos Oliveira" userId="b0c2fb47-b880-4cbf-af11-e7a3affee8ed" providerId="ADAL" clId="{494D6766-E60F-4C9C-8053-2F6D56CC7459}" dt="2026-09-01T01:07:04.590" v="5434" actId="20577"/>
          <ac:spMkLst>
            <pc:docMk/>
            <pc:sldMk cId="0" sldId="2147483619"/>
            <ac:spMk id="17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1:07:11.866" v="5436" actId="20577"/>
          <ac:spMkLst>
            <pc:docMk/>
            <pc:sldMk cId="0" sldId="2147483619"/>
            <ac:spMk id="18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0:56:16.041" v="5291" actId="207"/>
          <ac:spMkLst>
            <pc:docMk/>
            <pc:sldMk cId="0" sldId="2147483619"/>
            <ac:spMk id="22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1:09:15.266" v="5439" actId="790"/>
          <ac:spMkLst>
            <pc:docMk/>
            <pc:sldMk cId="0" sldId="2147483619"/>
            <ac:spMk id="24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1:06:46.821" v="5426" actId="20577"/>
          <ac:spMkLst>
            <pc:docMk/>
            <pc:sldMk cId="0" sldId="2147483619"/>
            <ac:spMk id="25" creationId="{00000000-0000-0000-0000-000000000000}"/>
          </ac:spMkLst>
        </pc:spChg>
        <pc:spChg chg="del mod">
          <ac:chgData name="Igor Dos Santos Oliveira" userId="b0c2fb47-b880-4cbf-af11-e7a3affee8ed" providerId="ADAL" clId="{494D6766-E60F-4C9C-8053-2F6D56CC7459}" dt="2026-09-01T01:00:13.926" v="5319" actId="478"/>
          <ac:spMkLst>
            <pc:docMk/>
            <pc:sldMk cId="0" sldId="2147483619"/>
            <ac:spMk id="26" creationId="{00000000-0000-0000-0000-000000000000}"/>
          </ac:spMkLst>
        </pc:spChg>
        <pc:spChg chg="del mod">
          <ac:chgData name="Igor Dos Santos Oliveira" userId="b0c2fb47-b880-4cbf-af11-e7a3affee8ed" providerId="ADAL" clId="{494D6766-E60F-4C9C-8053-2F6D56CC7459}" dt="2026-09-01T01:00:13.926" v="5319" actId="478"/>
          <ac:spMkLst>
            <pc:docMk/>
            <pc:sldMk cId="0" sldId="2147483619"/>
            <ac:spMk id="27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0:56:16.041" v="5291" actId="207"/>
          <ac:spMkLst>
            <pc:docMk/>
            <pc:sldMk cId="0" sldId="2147483619"/>
            <ac:spMk id="29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1:09:19.413" v="5440" actId="790"/>
          <ac:spMkLst>
            <pc:docMk/>
            <pc:sldMk cId="0" sldId="2147483619"/>
            <ac:spMk id="31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1:06:09.091" v="5416" actId="20577"/>
          <ac:spMkLst>
            <pc:docMk/>
            <pc:sldMk cId="0" sldId="2147483619"/>
            <ac:spMk id="32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1:09:23.416" v="5441" actId="790"/>
          <ac:spMkLst>
            <pc:docMk/>
            <pc:sldMk cId="0" sldId="2147483619"/>
            <ac:spMk id="38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1:05:24.250" v="5402" actId="20577"/>
          <ac:spMkLst>
            <pc:docMk/>
            <pc:sldMk cId="0" sldId="2147483619"/>
            <ac:spMk id="39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9-01T01:00:13.926" v="5319" actId="478"/>
          <ac:spMkLst>
            <pc:docMk/>
            <pc:sldMk cId="0" sldId="2147483619"/>
            <ac:spMk id="40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0:56:20.308" v="5292" actId="2711"/>
          <ac:spMkLst>
            <pc:docMk/>
            <pc:sldMk cId="0" sldId="2147483619"/>
            <ac:spMk id="41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1:09:27.684" v="5442" actId="790"/>
          <ac:spMkLst>
            <pc:docMk/>
            <pc:sldMk cId="0" sldId="2147483619"/>
            <ac:spMk id="45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1:04:32.217" v="5388" actId="20577"/>
          <ac:spMkLst>
            <pc:docMk/>
            <pc:sldMk cId="0" sldId="2147483619"/>
            <ac:spMk id="46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0:56:20.308" v="5292" actId="2711"/>
          <ac:spMkLst>
            <pc:docMk/>
            <pc:sldMk cId="0" sldId="2147483619"/>
            <ac:spMk id="50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0:56:20.308" v="5292" actId="2711"/>
          <ac:spMkLst>
            <pc:docMk/>
            <pc:sldMk cId="0" sldId="2147483619"/>
            <ac:spMk id="51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1:09:32.142" v="5443" actId="790"/>
          <ac:spMkLst>
            <pc:docMk/>
            <pc:sldMk cId="0" sldId="2147483619"/>
            <ac:spMk id="52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1:02:57.949" v="5368" actId="20577"/>
          <ac:spMkLst>
            <pc:docMk/>
            <pc:sldMk cId="0" sldId="2147483619"/>
            <ac:spMk id="53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9-01T01:00:13.926" v="5319" actId="478"/>
          <ac:spMkLst>
            <pc:docMk/>
            <pc:sldMk cId="0" sldId="2147483619"/>
            <ac:spMk id="54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1:09:36.654" v="5444" actId="790"/>
          <ac:spMkLst>
            <pc:docMk/>
            <pc:sldMk cId="0" sldId="2147483619"/>
            <ac:spMk id="59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1:02:35.338" v="5358" actId="20577"/>
          <ac:spMkLst>
            <pc:docMk/>
            <pc:sldMk cId="0" sldId="2147483619"/>
            <ac:spMk id="60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9-01T01:00:13.926" v="5319" actId="478"/>
          <ac:spMkLst>
            <pc:docMk/>
            <pc:sldMk cId="0" sldId="2147483619"/>
            <ac:spMk id="61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9-01T01:00:13.926" v="5319" actId="478"/>
          <ac:spMkLst>
            <pc:docMk/>
            <pc:sldMk cId="0" sldId="2147483619"/>
            <ac:spMk id="62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0:56:20.308" v="5292" actId="2711"/>
          <ac:spMkLst>
            <pc:docMk/>
            <pc:sldMk cId="0" sldId="2147483619"/>
            <ac:spMk id="65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1:09:41.878" v="5445" actId="790"/>
          <ac:spMkLst>
            <pc:docMk/>
            <pc:sldMk cId="0" sldId="2147483619"/>
            <ac:spMk id="66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1:02:04.162" v="5348" actId="20577"/>
          <ac:spMkLst>
            <pc:docMk/>
            <pc:sldMk cId="0" sldId="2147483619"/>
            <ac:spMk id="67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1:09:47.288" v="5446" actId="790"/>
          <ac:spMkLst>
            <pc:docMk/>
            <pc:sldMk cId="0" sldId="2147483619"/>
            <ac:spMk id="73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1:00:54.114" v="5334" actId="20577"/>
          <ac:spMkLst>
            <pc:docMk/>
            <pc:sldMk cId="0" sldId="2147483619"/>
            <ac:spMk id="74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9-01T01:00:13.926" v="5319" actId="478"/>
          <ac:spMkLst>
            <pc:docMk/>
            <pc:sldMk cId="0" sldId="2147483619"/>
            <ac:spMk id="75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9-01T01:00:13.926" v="5319" actId="478"/>
          <ac:spMkLst>
            <pc:docMk/>
            <pc:sldMk cId="0" sldId="2147483619"/>
            <ac:spMk id="76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2:53:31.795" v="7568" actId="20577"/>
          <ac:spMkLst>
            <pc:docMk/>
            <pc:sldMk cId="0" sldId="2147483619"/>
            <ac:spMk id="80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9-01T00:59:13.713" v="5310" actId="478"/>
          <ac:spMkLst>
            <pc:docMk/>
            <pc:sldMk cId="0" sldId="2147483619"/>
            <ac:spMk id="81" creationId="{00000000-0000-0000-0000-000000000000}"/>
          </ac:spMkLst>
        </pc:spChg>
        <pc:spChg chg="del mod">
          <ac:chgData name="Igor Dos Santos Oliveira" userId="b0c2fb47-b880-4cbf-af11-e7a3affee8ed" providerId="ADAL" clId="{494D6766-E60F-4C9C-8053-2F6D56CC7459}" dt="2026-09-01T01:00:13.926" v="5319" actId="478"/>
          <ac:spMkLst>
            <pc:docMk/>
            <pc:sldMk cId="0" sldId="2147483619"/>
            <ac:spMk id="82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9-01T01:00:13.926" v="5319" actId="478"/>
          <ac:spMkLst>
            <pc:docMk/>
            <pc:sldMk cId="0" sldId="2147483619"/>
            <ac:spMk id="83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0:56:20.308" v="5292" actId="2711"/>
          <ac:spMkLst>
            <pc:docMk/>
            <pc:sldMk cId="0" sldId="2147483619"/>
            <ac:spMk id="85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8-31T19:16:43.862" v="3226" actId="478"/>
          <ac:spMkLst>
            <pc:docMk/>
            <pc:sldMk cId="0" sldId="2147483619"/>
            <ac:spMk id="93" creationId="{A9C686AE-AD92-D796-A94F-6FCDDB8DD1AB}"/>
          </ac:spMkLst>
        </pc:spChg>
        <pc:spChg chg="add mod">
          <ac:chgData name="Igor Dos Santos Oliveira" userId="b0c2fb47-b880-4cbf-af11-e7a3affee8ed" providerId="ADAL" clId="{494D6766-E60F-4C9C-8053-2F6D56CC7459}" dt="2026-08-31T22:43:54.680" v="4675"/>
          <ac:spMkLst>
            <pc:docMk/>
            <pc:sldMk cId="0" sldId="2147483619"/>
            <ac:spMk id="94" creationId="{EDF273EC-0DFD-8A04-46AC-E90C535A1B0F}"/>
          </ac:spMkLst>
        </pc:spChg>
        <pc:spChg chg="mod">
          <ac:chgData name="Igor Dos Santos Oliveira" userId="b0c2fb47-b880-4cbf-af11-e7a3affee8ed" providerId="ADAL" clId="{494D6766-E60F-4C9C-8053-2F6D56CC7459}" dt="2026-09-01T00:56:30.645" v="5293" actId="1076"/>
          <ac:spMkLst>
            <pc:docMk/>
            <pc:sldMk cId="0" sldId="2147483619"/>
            <ac:spMk id="96" creationId="{ACCFF177-4D63-5FC4-EC10-086E2B034F71}"/>
          </ac:spMkLst>
        </pc:spChg>
        <pc:spChg chg="mod">
          <ac:chgData name="Igor Dos Santos Oliveira" userId="b0c2fb47-b880-4cbf-af11-e7a3affee8ed" providerId="ADAL" clId="{494D6766-E60F-4C9C-8053-2F6D56CC7459}" dt="2026-09-01T00:56:20.308" v="5292" actId="2711"/>
          <ac:spMkLst>
            <pc:docMk/>
            <pc:sldMk cId="0" sldId="2147483619"/>
            <ac:spMk id="97" creationId="{C7339C7E-6569-A596-9083-CAFF9E5ABFE2}"/>
          </ac:spMkLst>
        </pc:spChg>
        <pc:spChg chg="add mod">
          <ac:chgData name="Igor Dos Santos Oliveira" userId="b0c2fb47-b880-4cbf-af11-e7a3affee8ed" providerId="ADAL" clId="{494D6766-E60F-4C9C-8053-2F6D56CC7459}" dt="2026-09-01T01:35:54.924" v="5839" actId="1036"/>
          <ac:spMkLst>
            <pc:docMk/>
            <pc:sldMk cId="0" sldId="2147483619"/>
            <ac:spMk id="98" creationId="{719FF8D8-905E-D98C-2FBC-24C32A7B481D}"/>
          </ac:spMkLst>
        </pc:spChg>
        <pc:spChg chg="add mod">
          <ac:chgData name="Igor Dos Santos Oliveira" userId="b0c2fb47-b880-4cbf-af11-e7a3affee8ed" providerId="ADAL" clId="{494D6766-E60F-4C9C-8053-2F6D56CC7459}" dt="2026-09-01T01:00:14.341" v="5320"/>
          <ac:spMkLst>
            <pc:docMk/>
            <pc:sldMk cId="0" sldId="2147483619"/>
            <ac:spMk id="101" creationId="{050326F4-5850-A4BA-02C9-946E30A7DF09}"/>
          </ac:spMkLst>
        </pc:spChg>
        <pc:spChg chg="add mod">
          <ac:chgData name="Igor Dos Santos Oliveira" userId="b0c2fb47-b880-4cbf-af11-e7a3affee8ed" providerId="ADAL" clId="{494D6766-E60F-4C9C-8053-2F6D56CC7459}" dt="2026-09-01T01:00:14.341" v="5320"/>
          <ac:spMkLst>
            <pc:docMk/>
            <pc:sldMk cId="0" sldId="2147483619"/>
            <ac:spMk id="102" creationId="{E0E637A5-8917-62F1-BC29-073934E66643}"/>
          </ac:spMkLst>
        </pc:spChg>
        <pc:spChg chg="add mod">
          <ac:chgData name="Igor Dos Santos Oliveira" userId="b0c2fb47-b880-4cbf-af11-e7a3affee8ed" providerId="ADAL" clId="{494D6766-E60F-4C9C-8053-2F6D56CC7459}" dt="2026-09-01T01:00:14.341" v="5320"/>
          <ac:spMkLst>
            <pc:docMk/>
            <pc:sldMk cId="0" sldId="2147483619"/>
            <ac:spMk id="103" creationId="{995F7D78-4C63-06BD-E41A-4D56847C7507}"/>
          </ac:spMkLst>
        </pc:spChg>
        <pc:spChg chg="add mod">
          <ac:chgData name="Igor Dos Santos Oliveira" userId="b0c2fb47-b880-4cbf-af11-e7a3affee8ed" providerId="ADAL" clId="{494D6766-E60F-4C9C-8053-2F6D56CC7459}" dt="2026-09-01T04:17:14.839" v="9209"/>
          <ac:spMkLst>
            <pc:docMk/>
            <pc:sldMk cId="0" sldId="2147483619"/>
            <ac:spMk id="105" creationId="{FBF8D038-6A67-FE7C-B25E-526829B610FC}"/>
          </ac:spMkLst>
        </pc:spChg>
        <pc:picChg chg="add mod">
          <ac:chgData name="Igor Dos Santos Oliveira" userId="b0c2fb47-b880-4cbf-af11-e7a3affee8ed" providerId="ADAL" clId="{494D6766-E60F-4C9C-8053-2F6D56CC7459}" dt="2026-08-31T22:43:54.680" v="4675"/>
          <ac:picMkLst>
            <pc:docMk/>
            <pc:sldMk cId="0" sldId="2147483619"/>
            <ac:picMk id="99" creationId="{0A312C3B-AB9F-071D-B175-10D74D86BEF5}"/>
          </ac:picMkLst>
        </pc:picChg>
      </pc:sldChg>
      <pc:sldChg chg="addSp delSp modSp add del mod setBg">
        <pc:chgData name="Igor Dos Santos Oliveira" userId="b0c2fb47-b880-4cbf-af11-e7a3affee8ed" providerId="ADAL" clId="{494D6766-E60F-4C9C-8053-2F6D56CC7459}" dt="2026-08-31T17:38:57" v="2186" actId="47"/>
        <pc:sldMkLst>
          <pc:docMk/>
          <pc:sldMk cId="0" sldId="2147483620"/>
        </pc:sldMkLst>
        <pc:spChg chg="del">
          <ac:chgData name="Igor Dos Santos Oliveira" userId="b0c2fb47-b880-4cbf-af11-e7a3affee8ed" providerId="ADAL" clId="{494D6766-E60F-4C9C-8053-2F6D56CC7459}" dt="2026-08-31T14:46:55.081" v="1480" actId="478"/>
          <ac:spMkLst>
            <pc:docMk/>
            <pc:sldMk cId="0" sldId="2147483620"/>
            <ac:spMk id="2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8-31T14:46:45.899" v="1461" actId="478"/>
          <ac:spMkLst>
            <pc:docMk/>
            <pc:sldMk cId="0" sldId="2147483620"/>
            <ac:spMk id="3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8-31T14:46:47.867" v="1462" actId="478"/>
          <ac:spMkLst>
            <pc:docMk/>
            <pc:sldMk cId="0" sldId="2147483620"/>
            <ac:spMk id="4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8-31T14:46:37.368" v="1460" actId="478"/>
          <ac:spMkLst>
            <pc:docMk/>
            <pc:sldMk cId="0" sldId="2147483620"/>
            <ac:spMk id="6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4:46:52.431" v="1479" actId="1036"/>
          <ac:spMkLst>
            <pc:docMk/>
            <pc:sldMk cId="0" sldId="2147483620"/>
            <ac:spMk id="7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4:46:52.431" v="1479" actId="1036"/>
          <ac:spMkLst>
            <pc:docMk/>
            <pc:sldMk cId="0" sldId="2147483620"/>
            <ac:spMk id="8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8-31T17:28:36.909" v="1849" actId="478"/>
          <ac:spMkLst>
            <pc:docMk/>
            <pc:sldMk cId="0" sldId="2147483620"/>
            <ac:spMk id="17" creationId="{00000000-0000-0000-0000-000000000000}"/>
          </ac:spMkLst>
        </pc:spChg>
        <pc:spChg chg="add del">
          <ac:chgData name="Igor Dos Santos Oliveira" userId="b0c2fb47-b880-4cbf-af11-e7a3affee8ed" providerId="ADAL" clId="{494D6766-E60F-4C9C-8053-2F6D56CC7459}" dt="2026-08-31T17:28:36.909" v="1849" actId="478"/>
          <ac:spMkLst>
            <pc:docMk/>
            <pc:sldMk cId="0" sldId="2147483620"/>
            <ac:spMk id="19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8-31T17:28:36.909" v="1849" actId="478"/>
          <ac:spMkLst>
            <pc:docMk/>
            <pc:sldMk cId="0" sldId="2147483620"/>
            <ac:spMk id="20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8-31T17:28:36.909" v="1849" actId="478"/>
          <ac:spMkLst>
            <pc:docMk/>
            <pc:sldMk cId="0" sldId="2147483620"/>
            <ac:spMk id="22" creationId="{00000000-0000-0000-0000-000000000000}"/>
          </ac:spMkLst>
        </pc:spChg>
        <pc:spChg chg="add del">
          <ac:chgData name="Igor Dos Santos Oliveira" userId="b0c2fb47-b880-4cbf-af11-e7a3affee8ed" providerId="ADAL" clId="{494D6766-E60F-4C9C-8053-2F6D56CC7459}" dt="2026-08-31T15:26:19.795" v="1611" actId="478"/>
          <ac:spMkLst>
            <pc:docMk/>
            <pc:sldMk cId="0" sldId="2147483620"/>
            <ac:spMk id="24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8-31T17:28:36.909" v="1849" actId="478"/>
          <ac:spMkLst>
            <pc:docMk/>
            <pc:sldMk cId="0" sldId="2147483620"/>
            <ac:spMk id="25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8-31T17:28:36.909" v="1849" actId="478"/>
          <ac:spMkLst>
            <pc:docMk/>
            <pc:sldMk cId="0" sldId="2147483620"/>
            <ac:spMk id="26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8-31T17:28:36.909" v="1849" actId="478"/>
          <ac:spMkLst>
            <pc:docMk/>
            <pc:sldMk cId="0" sldId="2147483620"/>
            <ac:spMk id="28" creationId="{00000000-0000-0000-0000-000000000000}"/>
          </ac:spMkLst>
        </pc:spChg>
        <pc:spChg chg="add del">
          <ac:chgData name="Igor Dos Santos Oliveira" userId="b0c2fb47-b880-4cbf-af11-e7a3affee8ed" providerId="ADAL" clId="{494D6766-E60F-4C9C-8053-2F6D56CC7459}" dt="2026-08-31T15:26:19.795" v="1611" actId="478"/>
          <ac:spMkLst>
            <pc:docMk/>
            <pc:sldMk cId="0" sldId="2147483620"/>
            <ac:spMk id="29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8-31T17:28:36.909" v="1849" actId="478"/>
          <ac:spMkLst>
            <pc:docMk/>
            <pc:sldMk cId="0" sldId="2147483620"/>
            <ac:spMk id="33" creationId="{00000000-0000-0000-0000-000000000000}"/>
          </ac:spMkLst>
        </pc:spChg>
        <pc:spChg chg="add del">
          <ac:chgData name="Igor Dos Santos Oliveira" userId="b0c2fb47-b880-4cbf-af11-e7a3affee8ed" providerId="ADAL" clId="{494D6766-E60F-4C9C-8053-2F6D56CC7459}" dt="2026-08-31T15:26:19.795" v="1611" actId="478"/>
          <ac:spMkLst>
            <pc:docMk/>
            <pc:sldMk cId="0" sldId="2147483620"/>
            <ac:spMk id="34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8-31T17:28:36.909" v="1849" actId="478"/>
          <ac:spMkLst>
            <pc:docMk/>
            <pc:sldMk cId="0" sldId="2147483620"/>
            <ac:spMk id="35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8-31T17:28:36.909" v="1849" actId="478"/>
          <ac:spMkLst>
            <pc:docMk/>
            <pc:sldMk cId="0" sldId="2147483620"/>
            <ac:spMk id="36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7:28:59.481" v="1874" actId="1036"/>
          <ac:spMkLst>
            <pc:docMk/>
            <pc:sldMk cId="0" sldId="2147483620"/>
            <ac:spMk id="39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7:28:59.481" v="1874" actId="1036"/>
          <ac:spMkLst>
            <pc:docMk/>
            <pc:sldMk cId="0" sldId="2147483620"/>
            <ac:spMk id="40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7:28:59.481" v="1874" actId="1036"/>
          <ac:spMkLst>
            <pc:docMk/>
            <pc:sldMk cId="0" sldId="2147483620"/>
            <ac:spMk id="41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7:28:59.481" v="1874" actId="1036"/>
          <ac:spMkLst>
            <pc:docMk/>
            <pc:sldMk cId="0" sldId="2147483620"/>
            <ac:spMk id="42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7:28:59.481" v="1874" actId="1036"/>
          <ac:spMkLst>
            <pc:docMk/>
            <pc:sldMk cId="0" sldId="2147483620"/>
            <ac:spMk id="43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7:28:59.481" v="1874" actId="1036"/>
          <ac:spMkLst>
            <pc:docMk/>
            <pc:sldMk cId="0" sldId="2147483620"/>
            <ac:spMk id="44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7:28:59.481" v="1874" actId="1036"/>
          <ac:spMkLst>
            <pc:docMk/>
            <pc:sldMk cId="0" sldId="2147483620"/>
            <ac:spMk id="45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7:28:59.481" v="1874" actId="1036"/>
          <ac:spMkLst>
            <pc:docMk/>
            <pc:sldMk cId="0" sldId="2147483620"/>
            <ac:spMk id="46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7:28:59.481" v="1874" actId="1036"/>
          <ac:spMkLst>
            <pc:docMk/>
            <pc:sldMk cId="0" sldId="2147483620"/>
            <ac:spMk id="47" creationId="{00000000-0000-0000-0000-000000000000}"/>
          </ac:spMkLst>
        </pc:spChg>
        <pc:spChg chg="del mod">
          <ac:chgData name="Igor Dos Santos Oliveira" userId="b0c2fb47-b880-4cbf-af11-e7a3affee8ed" providerId="ADAL" clId="{494D6766-E60F-4C9C-8053-2F6D56CC7459}" dt="2026-08-31T14:46:13.214" v="1455" actId="478"/>
          <ac:spMkLst>
            <pc:docMk/>
            <pc:sldMk cId="0" sldId="2147483620"/>
            <ac:spMk id="48" creationId="{E1D34E4B-A566-47EF-EF96-86C7273BF7C3}"/>
          </ac:spMkLst>
        </pc:spChg>
        <pc:spChg chg="add mod ord">
          <ac:chgData name="Igor Dos Santos Oliveira" userId="b0c2fb47-b880-4cbf-af11-e7a3affee8ed" providerId="ADAL" clId="{494D6766-E60F-4C9C-8053-2F6D56CC7459}" dt="2026-08-31T14:46:29.528" v="1459" actId="167"/>
          <ac:spMkLst>
            <pc:docMk/>
            <pc:sldMk cId="0" sldId="2147483620"/>
            <ac:spMk id="49" creationId="{4A5399FD-F797-0446-8707-54752723A0E0}"/>
          </ac:spMkLst>
        </pc:spChg>
        <pc:spChg chg="add mod">
          <ac:chgData name="Igor Dos Santos Oliveira" userId="b0c2fb47-b880-4cbf-af11-e7a3affee8ed" providerId="ADAL" clId="{494D6766-E60F-4C9C-8053-2F6D56CC7459}" dt="2026-08-31T14:51:53.872" v="1481"/>
          <ac:spMkLst>
            <pc:docMk/>
            <pc:sldMk cId="0" sldId="2147483620"/>
            <ac:spMk id="50" creationId="{DF51094A-76BC-B47E-82E6-F368D2D2798A}"/>
          </ac:spMkLst>
        </pc:spChg>
        <pc:spChg chg="add mod">
          <ac:chgData name="Igor Dos Santos Oliveira" userId="b0c2fb47-b880-4cbf-af11-e7a3affee8ed" providerId="ADAL" clId="{494D6766-E60F-4C9C-8053-2F6D56CC7459}" dt="2026-08-31T14:52:11.842" v="1493" actId="20577"/>
          <ac:spMkLst>
            <pc:docMk/>
            <pc:sldMk cId="0" sldId="2147483620"/>
            <ac:spMk id="51" creationId="{1E3FEE46-CC8B-7DF3-3B5F-3B9267EF407F}"/>
          </ac:spMkLst>
        </pc:spChg>
        <pc:spChg chg="add del mod">
          <ac:chgData name="Igor Dos Santos Oliveira" userId="b0c2fb47-b880-4cbf-af11-e7a3affee8ed" providerId="ADAL" clId="{494D6766-E60F-4C9C-8053-2F6D56CC7459}" dt="2026-08-31T17:32:56.778" v="1955" actId="478"/>
          <ac:spMkLst>
            <pc:docMk/>
            <pc:sldMk cId="0" sldId="2147483620"/>
            <ac:spMk id="53" creationId="{E0267BE6-27C4-8703-66EC-3555F0517BF4}"/>
          </ac:spMkLst>
        </pc:spChg>
        <pc:spChg chg="add mod">
          <ac:chgData name="Igor Dos Santos Oliveira" userId="b0c2fb47-b880-4cbf-af11-e7a3affee8ed" providerId="ADAL" clId="{494D6766-E60F-4C9C-8053-2F6D56CC7459}" dt="2026-08-31T17:29:00.901" v="1875"/>
          <ac:spMkLst>
            <pc:docMk/>
            <pc:sldMk cId="0" sldId="2147483620"/>
            <ac:spMk id="54" creationId="{1A47820D-D672-EAE1-EB60-F992327E9D7B}"/>
          </ac:spMkLst>
        </pc:spChg>
        <pc:spChg chg="add mod">
          <ac:chgData name="Igor Dos Santos Oliveira" userId="b0c2fb47-b880-4cbf-af11-e7a3affee8ed" providerId="ADAL" clId="{494D6766-E60F-4C9C-8053-2F6D56CC7459}" dt="2026-08-31T17:29:00.901" v="1875"/>
          <ac:spMkLst>
            <pc:docMk/>
            <pc:sldMk cId="0" sldId="2147483620"/>
            <ac:spMk id="55" creationId="{C48A5D4F-C2C3-6A1D-D89E-A07C4703EDA7}"/>
          </ac:spMkLst>
        </pc:spChg>
        <pc:spChg chg="add mod">
          <ac:chgData name="Igor Dos Santos Oliveira" userId="b0c2fb47-b880-4cbf-af11-e7a3affee8ed" providerId="ADAL" clId="{494D6766-E60F-4C9C-8053-2F6D56CC7459}" dt="2026-08-31T17:33:58.834" v="2032" actId="14100"/>
          <ac:spMkLst>
            <pc:docMk/>
            <pc:sldMk cId="0" sldId="2147483620"/>
            <ac:spMk id="56" creationId="{A53AA598-2DCE-8E25-D88D-018F7F5F7861}"/>
          </ac:spMkLst>
        </pc:spChg>
        <pc:spChg chg="add mod">
          <ac:chgData name="Igor Dos Santos Oliveira" userId="b0c2fb47-b880-4cbf-af11-e7a3affee8ed" providerId="ADAL" clId="{494D6766-E60F-4C9C-8053-2F6D56CC7459}" dt="2026-08-31T17:29:00.901" v="1875"/>
          <ac:spMkLst>
            <pc:docMk/>
            <pc:sldMk cId="0" sldId="2147483620"/>
            <ac:spMk id="57" creationId="{8348F4DA-ED51-8E5F-64E3-32B8160245D1}"/>
          </ac:spMkLst>
        </pc:spChg>
        <pc:spChg chg="add mod">
          <ac:chgData name="Igor Dos Santos Oliveira" userId="b0c2fb47-b880-4cbf-af11-e7a3affee8ed" providerId="ADAL" clId="{494D6766-E60F-4C9C-8053-2F6D56CC7459}" dt="2026-08-31T17:29:00.901" v="1875"/>
          <ac:spMkLst>
            <pc:docMk/>
            <pc:sldMk cId="0" sldId="2147483620"/>
            <ac:spMk id="58" creationId="{8DEB97E0-536C-78D4-E1E9-87399542756B}"/>
          </ac:spMkLst>
        </pc:spChg>
        <pc:spChg chg="add mod">
          <ac:chgData name="Igor Dos Santos Oliveira" userId="b0c2fb47-b880-4cbf-af11-e7a3affee8ed" providerId="ADAL" clId="{494D6766-E60F-4C9C-8053-2F6D56CC7459}" dt="2026-08-31T17:29:00.901" v="1875"/>
          <ac:spMkLst>
            <pc:docMk/>
            <pc:sldMk cId="0" sldId="2147483620"/>
            <ac:spMk id="59" creationId="{615AC1B2-F438-EC11-77E7-9E12DC297394}"/>
          </ac:spMkLst>
        </pc:spChg>
        <pc:spChg chg="add mod">
          <ac:chgData name="Igor Dos Santos Oliveira" userId="b0c2fb47-b880-4cbf-af11-e7a3affee8ed" providerId="ADAL" clId="{494D6766-E60F-4C9C-8053-2F6D56CC7459}" dt="2026-08-31T17:29:00.901" v="1875"/>
          <ac:spMkLst>
            <pc:docMk/>
            <pc:sldMk cId="0" sldId="2147483620"/>
            <ac:spMk id="60" creationId="{C42E1AC1-2CED-43A1-AD81-0DE92D63B2CD}"/>
          </ac:spMkLst>
        </pc:spChg>
        <pc:spChg chg="add mod">
          <ac:chgData name="Igor Dos Santos Oliveira" userId="b0c2fb47-b880-4cbf-af11-e7a3affee8ed" providerId="ADAL" clId="{494D6766-E60F-4C9C-8053-2F6D56CC7459}" dt="2026-08-31T17:29:00.901" v="1875"/>
          <ac:spMkLst>
            <pc:docMk/>
            <pc:sldMk cId="0" sldId="2147483620"/>
            <ac:spMk id="61" creationId="{CC08F8D4-F5F4-4066-63EF-64DACD5BF869}"/>
          </ac:spMkLst>
        </pc:spChg>
        <pc:picChg chg="add mod">
          <ac:chgData name="Igor Dos Santos Oliveira" userId="b0c2fb47-b880-4cbf-af11-e7a3affee8ed" providerId="ADAL" clId="{494D6766-E60F-4C9C-8053-2F6D56CC7459}" dt="2026-08-31T14:51:53.872" v="1481"/>
          <ac:picMkLst>
            <pc:docMk/>
            <pc:sldMk cId="0" sldId="2147483620"/>
            <ac:picMk id="52" creationId="{3067F658-D2BF-7B47-0866-D85431D8A0C4}"/>
          </ac:picMkLst>
        </pc:picChg>
      </pc:sldChg>
      <pc:sldChg chg="addSp delSp modSp add mod ord setBg modShow">
        <pc:chgData name="Igor Dos Santos Oliveira" userId="b0c2fb47-b880-4cbf-af11-e7a3affee8ed" providerId="ADAL" clId="{494D6766-E60F-4C9C-8053-2F6D56CC7459}" dt="2026-09-01T04:17:17.580" v="9210"/>
        <pc:sldMkLst>
          <pc:docMk/>
          <pc:sldMk cId="0" sldId="2147483621"/>
        </pc:sldMkLst>
        <pc:spChg chg="del">
          <ac:chgData name="Igor Dos Santos Oliveira" userId="b0c2fb47-b880-4cbf-af11-e7a3affee8ed" providerId="ADAL" clId="{494D6766-E60F-4C9C-8053-2F6D56CC7459}" dt="2026-08-31T22:38:23.977" v="4523" actId="478"/>
          <ac:spMkLst>
            <pc:docMk/>
            <pc:sldMk cId="0" sldId="2147483621"/>
            <ac:spMk id="3" creationId="{00000000-0000-0000-0000-000000000000}"/>
          </ac:spMkLst>
        </pc:spChg>
        <pc:spChg chg="add mod">
          <ac:chgData name="Igor Dos Santos Oliveira" userId="b0c2fb47-b880-4cbf-af11-e7a3affee8ed" providerId="ADAL" clId="{494D6766-E60F-4C9C-8053-2F6D56CC7459}" dt="2026-09-01T04:17:17.580" v="9210"/>
          <ac:spMkLst>
            <pc:docMk/>
            <pc:sldMk cId="0" sldId="2147483621"/>
            <ac:spMk id="3" creationId="{ECFC5585-791C-8555-5B19-AF77E3716896}"/>
          </ac:spMkLst>
        </pc:spChg>
        <pc:spChg chg="del">
          <ac:chgData name="Igor Dos Santos Oliveira" userId="b0c2fb47-b880-4cbf-af11-e7a3affee8ed" providerId="ADAL" clId="{494D6766-E60F-4C9C-8053-2F6D56CC7459}" dt="2026-08-31T22:38:43.086" v="4538" actId="478"/>
          <ac:spMkLst>
            <pc:docMk/>
            <pc:sldMk cId="0" sldId="2147483621"/>
            <ac:spMk id="4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8-31T22:38:26.658" v="4524" actId="478"/>
          <ac:spMkLst>
            <pc:docMk/>
            <pc:sldMk cId="0" sldId="2147483621"/>
            <ac:spMk id="5" creationId="{00000000-0000-0000-0000-000000000000}"/>
          </ac:spMkLst>
        </pc:spChg>
        <pc:spChg chg="del mod">
          <ac:chgData name="Igor Dos Santos Oliveira" userId="b0c2fb47-b880-4cbf-af11-e7a3affee8ed" providerId="ADAL" clId="{494D6766-E60F-4C9C-8053-2F6D56CC7459}" dt="2026-08-31T22:47:05.709" v="4918" actId="478"/>
          <ac:spMkLst>
            <pc:docMk/>
            <pc:sldMk cId="0" sldId="2147483621"/>
            <ac:spMk id="6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22:38:10.683" v="4508" actId="1036"/>
          <ac:spMkLst>
            <pc:docMk/>
            <pc:sldMk cId="0" sldId="2147483621"/>
            <ac:spMk id="7" creationId="{00000000-0000-0000-0000-000000000000}"/>
          </ac:spMkLst>
        </pc:spChg>
        <pc:spChg chg="del mod">
          <ac:chgData name="Igor Dos Santos Oliveira" userId="b0c2fb47-b880-4cbf-af11-e7a3affee8ed" providerId="ADAL" clId="{494D6766-E60F-4C9C-8053-2F6D56CC7459}" dt="2026-08-31T20:48:11.682" v="3662" actId="478"/>
          <ac:spMkLst>
            <pc:docMk/>
            <pc:sldMk cId="0" sldId="2147483621"/>
            <ac:spMk id="8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8-31T22:46:49.516" v="4891" actId="478"/>
          <ac:spMkLst>
            <pc:docMk/>
            <pc:sldMk cId="0" sldId="2147483621"/>
            <ac:spMk id="9" creationId="{00000000-0000-0000-0000-000000000000}"/>
          </ac:spMkLst>
        </pc:spChg>
        <pc:spChg chg="del mod">
          <ac:chgData name="Igor Dos Santos Oliveira" userId="b0c2fb47-b880-4cbf-af11-e7a3affee8ed" providerId="ADAL" clId="{494D6766-E60F-4C9C-8053-2F6D56CC7459}" dt="2026-08-31T22:46:48.036" v="4890" actId="478"/>
          <ac:spMkLst>
            <pc:docMk/>
            <pc:sldMk cId="0" sldId="2147483621"/>
            <ac:spMk id="10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8-31T22:38:34.860" v="4526" actId="478"/>
          <ac:spMkLst>
            <pc:docMk/>
            <pc:sldMk cId="0" sldId="2147483621"/>
            <ac:spMk id="11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8-31T22:38:29.367" v="4525" actId="478"/>
          <ac:spMkLst>
            <pc:docMk/>
            <pc:sldMk cId="0" sldId="2147483621"/>
            <ac:spMk id="12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0:46:29.485" v="5207" actId="2711"/>
          <ac:spMkLst>
            <pc:docMk/>
            <pc:sldMk cId="0" sldId="2147483621"/>
            <ac:spMk id="14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0:46:29.485" v="5207" actId="2711"/>
          <ac:spMkLst>
            <pc:docMk/>
            <pc:sldMk cId="0" sldId="2147483621"/>
            <ac:spMk id="15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1:10:36.155" v="5447" actId="790"/>
          <ac:spMkLst>
            <pc:docMk/>
            <pc:sldMk cId="0" sldId="2147483621"/>
            <ac:spMk id="17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0:55:55.228" v="5288" actId="20577"/>
          <ac:spMkLst>
            <pc:docMk/>
            <pc:sldMk cId="0" sldId="2147483621"/>
            <ac:spMk id="18" creationId="{00000000-0000-0000-0000-000000000000}"/>
          </ac:spMkLst>
        </pc:spChg>
        <pc:spChg chg="del mod">
          <ac:chgData name="Igor Dos Santos Oliveira" userId="b0c2fb47-b880-4cbf-af11-e7a3affee8ed" providerId="ADAL" clId="{494D6766-E60F-4C9C-8053-2F6D56CC7459}" dt="2026-09-01T00:47:19.502" v="5214" actId="478"/>
          <ac:spMkLst>
            <pc:docMk/>
            <pc:sldMk cId="0" sldId="2147483621"/>
            <ac:spMk id="21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0:48:04.005" v="5223" actId="207"/>
          <ac:spMkLst>
            <pc:docMk/>
            <pc:sldMk cId="0" sldId="2147483621"/>
            <ac:spMk id="22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1:10:40.476" v="5448" actId="790"/>
          <ac:spMkLst>
            <pc:docMk/>
            <pc:sldMk cId="0" sldId="2147483621"/>
            <ac:spMk id="24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0:55:00.517" v="5268" actId="20577"/>
          <ac:spMkLst>
            <pc:docMk/>
            <pc:sldMk cId="0" sldId="2147483621"/>
            <ac:spMk id="25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0:45:14.901" v="5141" actId="790"/>
          <ac:spMkLst>
            <pc:docMk/>
            <pc:sldMk cId="0" sldId="2147483621"/>
            <ac:spMk id="27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9-01T00:47:20.547" v="5215" actId="478"/>
          <ac:spMkLst>
            <pc:docMk/>
            <pc:sldMk cId="0" sldId="2147483621"/>
            <ac:spMk id="28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0:48:00.953" v="5222" actId="207"/>
          <ac:spMkLst>
            <pc:docMk/>
            <pc:sldMk cId="0" sldId="2147483621"/>
            <ac:spMk id="29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1:10:45.793" v="5449" actId="790"/>
          <ac:spMkLst>
            <pc:docMk/>
            <pc:sldMk cId="0" sldId="2147483621"/>
            <ac:spMk id="31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0:54:18.243" v="5254" actId="20577"/>
          <ac:spMkLst>
            <pc:docMk/>
            <pc:sldMk cId="0" sldId="2147483621"/>
            <ac:spMk id="32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0:59:26.956" v="5311" actId="790"/>
          <ac:spMkLst>
            <pc:docMk/>
            <pc:sldMk cId="0" sldId="2147483621"/>
            <ac:spMk id="34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0:46:29.485" v="5207" actId="2711"/>
          <ac:spMkLst>
            <pc:docMk/>
            <pc:sldMk cId="0" sldId="2147483621"/>
            <ac:spMk id="36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0:49:12.140" v="5238" actId="790"/>
          <ac:spMkLst>
            <pc:docMk/>
            <pc:sldMk cId="0" sldId="2147483621"/>
            <ac:spMk id="38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0:49:00.770" v="5237" actId="20577"/>
          <ac:spMkLst>
            <pc:docMk/>
            <pc:sldMk cId="0" sldId="2147483621"/>
            <ac:spMk id="39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22:47:01.011" v="4916" actId="1035"/>
          <ac:spMkLst>
            <pc:docMk/>
            <pc:sldMk cId="0" sldId="2147483621"/>
            <ac:spMk id="40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0:59:30.612" v="5312" actId="790"/>
          <ac:spMkLst>
            <pc:docMk/>
            <pc:sldMk cId="0" sldId="2147483621"/>
            <ac:spMk id="41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0:46:47.966" v="5209" actId="790"/>
          <ac:spMkLst>
            <pc:docMk/>
            <pc:sldMk cId="0" sldId="2147483621"/>
            <ac:spMk id="45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0:44:57.012" v="5133" actId="20577"/>
          <ac:spMkLst>
            <pc:docMk/>
            <pc:sldMk cId="0" sldId="2147483621"/>
            <ac:spMk id="46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0:59:37.199" v="5313" actId="790"/>
          <ac:spMkLst>
            <pc:docMk/>
            <pc:sldMk cId="0" sldId="2147483621"/>
            <ac:spMk id="48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22:47:01.011" v="4916" actId="1035"/>
          <ac:spMkLst>
            <pc:docMk/>
            <pc:sldMk cId="0" sldId="2147483621"/>
            <ac:spMk id="51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0:47:06.054" v="5213" actId="790"/>
          <ac:spMkLst>
            <pc:docMk/>
            <pc:sldMk cId="0" sldId="2147483621"/>
            <ac:spMk id="52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0:44:26.447" v="5113" actId="20577"/>
          <ac:spMkLst>
            <pc:docMk/>
            <pc:sldMk cId="0" sldId="2147483621"/>
            <ac:spMk id="53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0:46:29.485" v="5207" actId="2711"/>
          <ac:spMkLst>
            <pc:docMk/>
            <pc:sldMk cId="0" sldId="2147483621"/>
            <ac:spMk id="54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0:59:42.916" v="5314" actId="790"/>
          <ac:spMkLst>
            <pc:docMk/>
            <pc:sldMk cId="0" sldId="2147483621"/>
            <ac:spMk id="55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22:47:01.011" v="4916" actId="1035"/>
          <ac:spMkLst>
            <pc:docMk/>
            <pc:sldMk cId="0" sldId="2147483621"/>
            <ac:spMk id="58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0:46:56.016" v="5211" actId="790"/>
          <ac:spMkLst>
            <pc:docMk/>
            <pc:sldMk cId="0" sldId="2147483621"/>
            <ac:spMk id="59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23:05:54.556" v="5095" actId="20577"/>
          <ac:spMkLst>
            <pc:docMk/>
            <pc:sldMk cId="0" sldId="2147483621"/>
            <ac:spMk id="60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0:59:48.116" v="5315" actId="790"/>
          <ac:spMkLst>
            <pc:docMk/>
            <pc:sldMk cId="0" sldId="2147483621"/>
            <ac:spMk id="62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0:46:29.485" v="5207" actId="2711"/>
          <ac:spMkLst>
            <pc:docMk/>
            <pc:sldMk cId="0" sldId="2147483621"/>
            <ac:spMk id="63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0:46:59.385" v="5212" actId="790"/>
          <ac:spMkLst>
            <pc:docMk/>
            <pc:sldMk cId="0" sldId="2147483621"/>
            <ac:spMk id="66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22:52:41.594" v="4975" actId="20577"/>
          <ac:spMkLst>
            <pc:docMk/>
            <pc:sldMk cId="0" sldId="2147483621"/>
            <ac:spMk id="67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22:47:01.011" v="4916" actId="1035"/>
          <ac:spMkLst>
            <pc:docMk/>
            <pc:sldMk cId="0" sldId="2147483621"/>
            <ac:spMk id="68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0:59:53.057" v="5316" actId="790"/>
          <ac:spMkLst>
            <pc:docMk/>
            <pc:sldMk cId="0" sldId="2147483621"/>
            <ac:spMk id="69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0:46:29.485" v="5207" actId="2711"/>
          <ac:spMkLst>
            <pc:docMk/>
            <pc:sldMk cId="0" sldId="2147483621"/>
            <ac:spMk id="71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22:51:32.002" v="4959" actId="790"/>
          <ac:spMkLst>
            <pc:docMk/>
            <pc:sldMk cId="0" sldId="2147483621"/>
            <ac:spMk id="73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0:46:29.485" v="5207" actId="2711"/>
          <ac:spMkLst>
            <pc:docMk/>
            <pc:sldMk cId="0" sldId="2147483621"/>
            <ac:spMk id="74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0:59:59.337" v="5317" actId="790"/>
          <ac:spMkLst>
            <pc:docMk/>
            <pc:sldMk cId="0" sldId="2147483621"/>
            <ac:spMk id="76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22:50:14.759" v="4941" actId="20577"/>
          <ac:spMkLst>
            <pc:docMk/>
            <pc:sldMk cId="0" sldId="2147483621"/>
            <ac:spMk id="80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8-31T22:50:08.873" v="4931" actId="478"/>
          <ac:spMkLst>
            <pc:docMk/>
            <pc:sldMk cId="0" sldId="2147483621"/>
            <ac:spMk id="81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1:00:03.907" v="5318" actId="790"/>
          <ac:spMkLst>
            <pc:docMk/>
            <pc:sldMk cId="0" sldId="2147483621"/>
            <ac:spMk id="83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22:47:01.011" v="4916" actId="1035"/>
          <ac:spMkLst>
            <pc:docMk/>
            <pc:sldMk cId="0" sldId="2147483621"/>
            <ac:spMk id="87" creationId="{00000000-0000-0000-0000-000000000000}"/>
          </ac:spMkLst>
        </pc:spChg>
        <pc:spChg chg="del mod">
          <ac:chgData name="Igor Dos Santos Oliveira" userId="b0c2fb47-b880-4cbf-af11-e7a3affee8ed" providerId="ADAL" clId="{494D6766-E60F-4C9C-8053-2F6D56CC7459}" dt="2026-08-31T20:48:38.343" v="3684" actId="478"/>
          <ac:spMkLst>
            <pc:docMk/>
            <pc:sldMk cId="0" sldId="2147483621"/>
            <ac:spMk id="93" creationId="{3AD44F02-510C-1318-B696-F14DD96D4F58}"/>
          </ac:spMkLst>
        </pc:spChg>
        <pc:spChg chg="add mod">
          <ac:chgData name="Igor Dos Santos Oliveira" userId="b0c2fb47-b880-4cbf-af11-e7a3affee8ed" providerId="ADAL" clId="{494D6766-E60F-4C9C-8053-2F6D56CC7459}" dt="2026-09-01T00:46:29.485" v="5207" actId="2711"/>
          <ac:spMkLst>
            <pc:docMk/>
            <pc:sldMk cId="0" sldId="2147483621"/>
            <ac:spMk id="94" creationId="{2722772F-3A7A-F040-F477-EF1FAC1FCCF4}"/>
          </ac:spMkLst>
        </pc:spChg>
        <pc:spChg chg="add mod">
          <ac:chgData name="Igor Dos Santos Oliveira" userId="b0c2fb47-b880-4cbf-af11-e7a3affee8ed" providerId="ADAL" clId="{494D6766-E60F-4C9C-8053-2F6D56CC7459}" dt="2026-09-01T01:36:06.417" v="5840" actId="404"/>
          <ac:spMkLst>
            <pc:docMk/>
            <pc:sldMk cId="0" sldId="2147483621"/>
            <ac:spMk id="95" creationId="{2C14E665-8234-6DEE-D6D8-63E363B069BE}"/>
          </ac:spMkLst>
        </pc:spChg>
        <pc:spChg chg="add mod">
          <ac:chgData name="Igor Dos Santos Oliveira" userId="b0c2fb47-b880-4cbf-af11-e7a3affee8ed" providerId="ADAL" clId="{494D6766-E60F-4C9C-8053-2F6D56CC7459}" dt="2026-09-01T00:47:44.637" v="5219" actId="1076"/>
          <ac:spMkLst>
            <pc:docMk/>
            <pc:sldMk cId="0" sldId="2147483621"/>
            <ac:spMk id="97" creationId="{7C99CA3C-BE13-C9E3-05AB-042DD8135B9E}"/>
          </ac:spMkLst>
        </pc:spChg>
        <pc:spChg chg="add mod">
          <ac:chgData name="Igor Dos Santos Oliveira" userId="b0c2fb47-b880-4cbf-af11-e7a3affee8ed" providerId="ADAL" clId="{494D6766-E60F-4C9C-8053-2F6D56CC7459}" dt="2026-09-01T00:47:50.919" v="5221" actId="1076"/>
          <ac:spMkLst>
            <pc:docMk/>
            <pc:sldMk cId="0" sldId="2147483621"/>
            <ac:spMk id="98" creationId="{B6A6DC8D-C192-09FD-7E7E-96DC5A24A85B}"/>
          </ac:spMkLst>
        </pc:spChg>
        <pc:picChg chg="add mod">
          <ac:chgData name="Igor Dos Santos Oliveira" userId="b0c2fb47-b880-4cbf-af11-e7a3affee8ed" providerId="ADAL" clId="{494D6766-E60F-4C9C-8053-2F6D56CC7459}" dt="2026-08-31T22:38:12.526" v="4509"/>
          <ac:picMkLst>
            <pc:docMk/>
            <pc:sldMk cId="0" sldId="2147483621"/>
            <ac:picMk id="96" creationId="{3CC78D00-592A-447B-13A9-5C321BAED14C}"/>
          </ac:picMkLst>
        </pc:picChg>
      </pc:sldChg>
      <pc:sldChg chg="addSp delSp modSp add del mod setBg">
        <pc:chgData name="Igor Dos Santos Oliveira" userId="b0c2fb47-b880-4cbf-af11-e7a3affee8ed" providerId="ADAL" clId="{494D6766-E60F-4C9C-8053-2F6D56CC7459}" dt="2026-08-31T17:42:01.604" v="2261" actId="47"/>
        <pc:sldMkLst>
          <pc:docMk/>
          <pc:sldMk cId="0" sldId="2147483622"/>
        </pc:sldMkLst>
        <pc:spChg chg="del">
          <ac:chgData name="Igor Dos Santos Oliveira" userId="b0c2fb47-b880-4cbf-af11-e7a3affee8ed" providerId="ADAL" clId="{494D6766-E60F-4C9C-8053-2F6D56CC7459}" dt="2026-08-31T14:52:56.567" v="1494" actId="478"/>
          <ac:spMkLst>
            <pc:docMk/>
            <pc:sldMk cId="0" sldId="2147483622"/>
            <ac:spMk id="2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8-31T14:53:07.911" v="1521" actId="478"/>
          <ac:spMkLst>
            <pc:docMk/>
            <pc:sldMk cId="0" sldId="2147483622"/>
            <ac:spMk id="3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8-31T14:53:10.461" v="1522" actId="478"/>
          <ac:spMkLst>
            <pc:docMk/>
            <pc:sldMk cId="0" sldId="2147483622"/>
            <ac:spMk id="4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8-31T17:33:37.672" v="2031" actId="478"/>
          <ac:spMkLst>
            <pc:docMk/>
            <pc:sldMk cId="0" sldId="2147483622"/>
            <ac:spMk id="6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4:53:04.151" v="1520" actId="1036"/>
          <ac:spMkLst>
            <pc:docMk/>
            <pc:sldMk cId="0" sldId="2147483622"/>
            <ac:spMk id="7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4:53:04.151" v="1520" actId="1036"/>
          <ac:spMkLst>
            <pc:docMk/>
            <pc:sldMk cId="0" sldId="2147483622"/>
            <ac:spMk id="8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7:40:27.716" v="2204" actId="1076"/>
          <ac:spMkLst>
            <pc:docMk/>
            <pc:sldMk cId="0" sldId="2147483622"/>
            <ac:spMk id="10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7:40:27.716" v="2204" actId="1076"/>
          <ac:spMkLst>
            <pc:docMk/>
            <pc:sldMk cId="0" sldId="2147483622"/>
            <ac:spMk id="11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8-31T17:33:17.690" v="1956" actId="478"/>
          <ac:spMkLst>
            <pc:docMk/>
            <pc:sldMk cId="0" sldId="2147483622"/>
            <ac:spMk id="17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8-31T17:33:17.690" v="1956" actId="478"/>
          <ac:spMkLst>
            <pc:docMk/>
            <pc:sldMk cId="0" sldId="2147483622"/>
            <ac:spMk id="19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8-31T17:33:17.690" v="1956" actId="478"/>
          <ac:spMkLst>
            <pc:docMk/>
            <pc:sldMk cId="0" sldId="2147483622"/>
            <ac:spMk id="20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8-31T17:33:17.690" v="1956" actId="478"/>
          <ac:spMkLst>
            <pc:docMk/>
            <pc:sldMk cId="0" sldId="2147483622"/>
            <ac:spMk id="21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8-31T17:33:17.690" v="1956" actId="478"/>
          <ac:spMkLst>
            <pc:docMk/>
            <pc:sldMk cId="0" sldId="2147483622"/>
            <ac:spMk id="30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8-31T17:33:17.690" v="1956" actId="478"/>
          <ac:spMkLst>
            <pc:docMk/>
            <pc:sldMk cId="0" sldId="2147483622"/>
            <ac:spMk id="31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8-31T17:33:17.690" v="1956" actId="478"/>
          <ac:spMkLst>
            <pc:docMk/>
            <pc:sldMk cId="0" sldId="2147483622"/>
            <ac:spMk id="32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8-31T17:33:17.690" v="1956" actId="478"/>
          <ac:spMkLst>
            <pc:docMk/>
            <pc:sldMk cId="0" sldId="2147483622"/>
            <ac:spMk id="34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8-31T17:33:17.690" v="1956" actId="478"/>
          <ac:spMkLst>
            <pc:docMk/>
            <pc:sldMk cId="0" sldId="2147483622"/>
            <ac:spMk id="35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8-31T17:33:17.690" v="1956" actId="478"/>
          <ac:spMkLst>
            <pc:docMk/>
            <pc:sldMk cId="0" sldId="2147483622"/>
            <ac:spMk id="38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7:33:34.494" v="2030" actId="1036"/>
          <ac:spMkLst>
            <pc:docMk/>
            <pc:sldMk cId="0" sldId="2147483622"/>
            <ac:spMk id="39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7:33:34.494" v="2030" actId="1036"/>
          <ac:spMkLst>
            <pc:docMk/>
            <pc:sldMk cId="0" sldId="2147483622"/>
            <ac:spMk id="40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7:33:34.494" v="2030" actId="1036"/>
          <ac:spMkLst>
            <pc:docMk/>
            <pc:sldMk cId="0" sldId="2147483622"/>
            <ac:spMk id="41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7:33:34.494" v="2030" actId="1036"/>
          <ac:spMkLst>
            <pc:docMk/>
            <pc:sldMk cId="0" sldId="2147483622"/>
            <ac:spMk id="42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7:33:34.494" v="2030" actId="1036"/>
          <ac:spMkLst>
            <pc:docMk/>
            <pc:sldMk cId="0" sldId="2147483622"/>
            <ac:spMk id="43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7:33:34.494" v="2030" actId="1036"/>
          <ac:spMkLst>
            <pc:docMk/>
            <pc:sldMk cId="0" sldId="2147483622"/>
            <ac:spMk id="44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7:33:34.494" v="2030" actId="1036"/>
          <ac:spMkLst>
            <pc:docMk/>
            <pc:sldMk cId="0" sldId="2147483622"/>
            <ac:spMk id="45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7:33:34.494" v="2030" actId="1036"/>
          <ac:spMkLst>
            <pc:docMk/>
            <pc:sldMk cId="0" sldId="2147483622"/>
            <ac:spMk id="46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7:33:34.494" v="2030" actId="1036"/>
          <ac:spMkLst>
            <pc:docMk/>
            <pc:sldMk cId="0" sldId="2147483622"/>
            <ac:spMk id="47" creationId="{00000000-0000-0000-0000-000000000000}"/>
          </ac:spMkLst>
        </pc:spChg>
        <pc:spChg chg="del mod">
          <ac:chgData name="Igor Dos Santos Oliveira" userId="b0c2fb47-b880-4cbf-af11-e7a3affee8ed" providerId="ADAL" clId="{494D6766-E60F-4C9C-8053-2F6D56CC7459}" dt="2026-08-31T14:52:58.955" v="1496" actId="478"/>
          <ac:spMkLst>
            <pc:docMk/>
            <pc:sldMk cId="0" sldId="2147483622"/>
            <ac:spMk id="48" creationId="{24861C46-E1D1-5B5D-D503-EC5D768C76B8}"/>
          </ac:spMkLst>
        </pc:spChg>
        <pc:spChg chg="add mod">
          <ac:chgData name="Igor Dos Santos Oliveira" userId="b0c2fb47-b880-4cbf-af11-e7a3affee8ed" providerId="ADAL" clId="{494D6766-E60F-4C9C-8053-2F6D56CC7459}" dt="2026-08-31T14:53:11.195" v="1523"/>
          <ac:spMkLst>
            <pc:docMk/>
            <pc:sldMk cId="0" sldId="2147483622"/>
            <ac:spMk id="49" creationId="{15C2AE17-5FAD-68F6-EE9B-2C51359FC033}"/>
          </ac:spMkLst>
        </pc:spChg>
        <pc:spChg chg="add mod">
          <ac:chgData name="Igor Dos Santos Oliveira" userId="b0c2fb47-b880-4cbf-af11-e7a3affee8ed" providerId="ADAL" clId="{494D6766-E60F-4C9C-8053-2F6D56CC7459}" dt="2026-08-31T14:53:15.244" v="1528" actId="20577"/>
          <ac:spMkLst>
            <pc:docMk/>
            <pc:sldMk cId="0" sldId="2147483622"/>
            <ac:spMk id="50" creationId="{4EFF892A-FCEC-2AE3-815D-F73B24C394C7}"/>
          </ac:spMkLst>
        </pc:spChg>
        <pc:spChg chg="add mod">
          <ac:chgData name="Igor Dos Santos Oliveira" userId="b0c2fb47-b880-4cbf-af11-e7a3affee8ed" providerId="ADAL" clId="{494D6766-E60F-4C9C-8053-2F6D56CC7459}" dt="2026-08-31T17:34:04.488" v="2033"/>
          <ac:spMkLst>
            <pc:docMk/>
            <pc:sldMk cId="0" sldId="2147483622"/>
            <ac:spMk id="52" creationId="{A4A9D30A-7316-A5E8-05D6-FC22F5FD043A}"/>
          </ac:spMkLst>
        </pc:spChg>
        <pc:spChg chg="add mod">
          <ac:chgData name="Igor Dos Santos Oliveira" userId="b0c2fb47-b880-4cbf-af11-e7a3affee8ed" providerId="ADAL" clId="{494D6766-E60F-4C9C-8053-2F6D56CC7459}" dt="2026-08-31T17:34:04.488" v="2033"/>
          <ac:spMkLst>
            <pc:docMk/>
            <pc:sldMk cId="0" sldId="2147483622"/>
            <ac:spMk id="53" creationId="{B8E90EE8-159A-DBCF-B082-5A183AB42FC0}"/>
          </ac:spMkLst>
        </pc:spChg>
        <pc:spChg chg="add mod">
          <ac:chgData name="Igor Dos Santos Oliveira" userId="b0c2fb47-b880-4cbf-af11-e7a3affee8ed" providerId="ADAL" clId="{494D6766-E60F-4C9C-8053-2F6D56CC7459}" dt="2026-08-31T17:34:04.488" v="2033"/>
          <ac:spMkLst>
            <pc:docMk/>
            <pc:sldMk cId="0" sldId="2147483622"/>
            <ac:spMk id="54" creationId="{98C52608-B7F3-10D1-6FD0-38A3E735FF97}"/>
          </ac:spMkLst>
        </pc:spChg>
        <pc:spChg chg="add mod">
          <ac:chgData name="Igor Dos Santos Oliveira" userId="b0c2fb47-b880-4cbf-af11-e7a3affee8ed" providerId="ADAL" clId="{494D6766-E60F-4C9C-8053-2F6D56CC7459}" dt="2026-08-31T17:34:04.488" v="2033"/>
          <ac:spMkLst>
            <pc:docMk/>
            <pc:sldMk cId="0" sldId="2147483622"/>
            <ac:spMk id="55" creationId="{17E39F65-A814-643B-248F-4B63849CA577}"/>
          </ac:spMkLst>
        </pc:spChg>
        <pc:spChg chg="add mod">
          <ac:chgData name="Igor Dos Santos Oliveira" userId="b0c2fb47-b880-4cbf-af11-e7a3affee8ed" providerId="ADAL" clId="{494D6766-E60F-4C9C-8053-2F6D56CC7459}" dt="2026-08-31T17:34:04.488" v="2033"/>
          <ac:spMkLst>
            <pc:docMk/>
            <pc:sldMk cId="0" sldId="2147483622"/>
            <ac:spMk id="56" creationId="{BA181D90-E75B-B4C4-B72A-2AE293B92083}"/>
          </ac:spMkLst>
        </pc:spChg>
        <pc:spChg chg="add mod">
          <ac:chgData name="Igor Dos Santos Oliveira" userId="b0c2fb47-b880-4cbf-af11-e7a3affee8ed" providerId="ADAL" clId="{494D6766-E60F-4C9C-8053-2F6D56CC7459}" dt="2026-08-31T17:34:04.488" v="2033"/>
          <ac:spMkLst>
            <pc:docMk/>
            <pc:sldMk cId="0" sldId="2147483622"/>
            <ac:spMk id="57" creationId="{51ACCE1C-7B1D-0A70-A3E3-4722BF384F15}"/>
          </ac:spMkLst>
        </pc:spChg>
        <pc:spChg chg="add mod">
          <ac:chgData name="Igor Dos Santos Oliveira" userId="b0c2fb47-b880-4cbf-af11-e7a3affee8ed" providerId="ADAL" clId="{494D6766-E60F-4C9C-8053-2F6D56CC7459}" dt="2026-08-31T17:34:04.488" v="2033"/>
          <ac:spMkLst>
            <pc:docMk/>
            <pc:sldMk cId="0" sldId="2147483622"/>
            <ac:spMk id="58" creationId="{D3B2901D-8AFD-E961-98DD-6F4BD097D684}"/>
          </ac:spMkLst>
        </pc:spChg>
        <pc:spChg chg="add mod">
          <ac:chgData name="Igor Dos Santos Oliveira" userId="b0c2fb47-b880-4cbf-af11-e7a3affee8ed" providerId="ADAL" clId="{494D6766-E60F-4C9C-8053-2F6D56CC7459}" dt="2026-08-31T17:34:04.488" v="2033"/>
          <ac:spMkLst>
            <pc:docMk/>
            <pc:sldMk cId="0" sldId="2147483622"/>
            <ac:spMk id="59" creationId="{E051FEEE-A1FC-2303-FCEA-9BF9886495A4}"/>
          </ac:spMkLst>
        </pc:spChg>
        <pc:spChg chg="add mod">
          <ac:chgData name="Igor Dos Santos Oliveira" userId="b0c2fb47-b880-4cbf-af11-e7a3affee8ed" providerId="ADAL" clId="{494D6766-E60F-4C9C-8053-2F6D56CC7459}" dt="2026-08-31T17:34:04.488" v="2033"/>
          <ac:spMkLst>
            <pc:docMk/>
            <pc:sldMk cId="0" sldId="2147483622"/>
            <ac:spMk id="60" creationId="{B1293C30-F877-1BA2-33F7-09BF4C69D64D}"/>
          </ac:spMkLst>
        </pc:spChg>
        <pc:picChg chg="add mod">
          <ac:chgData name="Igor Dos Santos Oliveira" userId="b0c2fb47-b880-4cbf-af11-e7a3affee8ed" providerId="ADAL" clId="{494D6766-E60F-4C9C-8053-2F6D56CC7459}" dt="2026-08-31T14:53:11.195" v="1523"/>
          <ac:picMkLst>
            <pc:docMk/>
            <pc:sldMk cId="0" sldId="2147483622"/>
            <ac:picMk id="51" creationId="{F8508014-C268-0798-6349-150D10B35709}"/>
          </ac:picMkLst>
        </pc:picChg>
      </pc:sldChg>
      <pc:sldChg chg="addSp delSp modSp add mod ord setBg modShow">
        <pc:chgData name="Igor Dos Santos Oliveira" userId="b0c2fb47-b880-4cbf-af11-e7a3affee8ed" providerId="ADAL" clId="{494D6766-E60F-4C9C-8053-2F6D56CC7459}" dt="2026-09-01T04:17:20.403" v="9211"/>
        <pc:sldMkLst>
          <pc:docMk/>
          <pc:sldMk cId="0" sldId="2147483623"/>
        </pc:sldMkLst>
        <pc:spChg chg="del">
          <ac:chgData name="Igor Dos Santos Oliveira" userId="b0c2fb47-b880-4cbf-af11-e7a3affee8ed" providerId="ADAL" clId="{494D6766-E60F-4C9C-8053-2F6D56CC7459}" dt="2026-08-31T22:39:11.418" v="4568" actId="478"/>
          <ac:spMkLst>
            <pc:docMk/>
            <pc:sldMk cId="0" sldId="2147483623"/>
            <ac:spMk id="3" creationId="{00000000-0000-0000-0000-000000000000}"/>
          </ac:spMkLst>
        </pc:spChg>
        <pc:spChg chg="add mod">
          <ac:chgData name="Igor Dos Santos Oliveira" userId="b0c2fb47-b880-4cbf-af11-e7a3affee8ed" providerId="ADAL" clId="{494D6766-E60F-4C9C-8053-2F6D56CC7459}" dt="2026-09-01T01:11:36.681" v="5458" actId="1076"/>
          <ac:spMkLst>
            <pc:docMk/>
            <pc:sldMk cId="0" sldId="2147483623"/>
            <ac:spMk id="3" creationId="{A902ED45-1D9C-A108-739D-3E09B9C07BB8}"/>
          </ac:spMkLst>
        </pc:spChg>
        <pc:spChg chg="del">
          <ac:chgData name="Igor Dos Santos Oliveira" userId="b0c2fb47-b880-4cbf-af11-e7a3affee8ed" providerId="ADAL" clId="{494D6766-E60F-4C9C-8053-2F6D56CC7459}" dt="2026-08-31T22:39:20.597" v="4571" actId="478"/>
          <ac:spMkLst>
            <pc:docMk/>
            <pc:sldMk cId="0" sldId="2147483623"/>
            <ac:spMk id="4" creationId="{00000000-0000-0000-0000-000000000000}"/>
          </ac:spMkLst>
        </pc:spChg>
        <pc:spChg chg="add mod">
          <ac:chgData name="Igor Dos Santos Oliveira" userId="b0c2fb47-b880-4cbf-af11-e7a3affee8ed" providerId="ADAL" clId="{494D6766-E60F-4C9C-8053-2F6D56CC7459}" dt="2026-09-01T01:11:43.898" v="5460" actId="1076"/>
          <ac:spMkLst>
            <pc:docMk/>
            <pc:sldMk cId="0" sldId="2147483623"/>
            <ac:spMk id="4" creationId="{B2CBBEAB-066F-E7B2-07A4-79A1B2354947}"/>
          </ac:spMkLst>
        </pc:spChg>
        <pc:spChg chg="del">
          <ac:chgData name="Igor Dos Santos Oliveira" userId="b0c2fb47-b880-4cbf-af11-e7a3affee8ed" providerId="ADAL" clId="{494D6766-E60F-4C9C-8053-2F6D56CC7459}" dt="2026-08-31T22:39:18.249" v="4570" actId="478"/>
          <ac:spMkLst>
            <pc:docMk/>
            <pc:sldMk cId="0" sldId="2147483623"/>
            <ac:spMk id="5" creationId="{00000000-0000-0000-0000-000000000000}"/>
          </ac:spMkLst>
        </pc:spChg>
        <pc:spChg chg="add mod">
          <ac:chgData name="Igor Dos Santos Oliveira" userId="b0c2fb47-b880-4cbf-af11-e7a3affee8ed" providerId="ADAL" clId="{494D6766-E60F-4C9C-8053-2F6D56CC7459}" dt="2026-09-01T01:30:01.185" v="5730"/>
          <ac:spMkLst>
            <pc:docMk/>
            <pc:sldMk cId="0" sldId="2147483623"/>
            <ac:spMk id="5" creationId="{11696689-52CF-C81F-C966-76B83B895834}"/>
          </ac:spMkLst>
        </pc:spChg>
        <pc:spChg chg="mod">
          <ac:chgData name="Igor Dos Santos Oliveira" userId="b0c2fb47-b880-4cbf-af11-e7a3affee8ed" providerId="ADAL" clId="{494D6766-E60F-4C9C-8053-2F6D56CC7459}" dt="2026-08-31T22:39:04.510" v="4566" actId="1036"/>
          <ac:spMkLst>
            <pc:docMk/>
            <pc:sldMk cId="0" sldId="2147483623"/>
            <ac:spMk id="7" creationId="{00000000-0000-0000-0000-000000000000}"/>
          </ac:spMkLst>
        </pc:spChg>
        <pc:spChg chg="del mod">
          <ac:chgData name="Igor Dos Santos Oliveira" userId="b0c2fb47-b880-4cbf-af11-e7a3affee8ed" providerId="ADAL" clId="{494D6766-E60F-4C9C-8053-2F6D56CC7459}" dt="2026-08-31T19:15:34.543" v="3205" actId="478"/>
          <ac:spMkLst>
            <pc:docMk/>
            <pc:sldMk cId="0" sldId="2147483623"/>
            <ac:spMk id="8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8-31T22:40:12.369" v="4574" actId="478"/>
          <ac:spMkLst>
            <pc:docMk/>
            <pc:sldMk cId="0" sldId="2147483623"/>
            <ac:spMk id="9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8-31T22:40:12.369" v="4574" actId="478"/>
          <ac:spMkLst>
            <pc:docMk/>
            <pc:sldMk cId="0" sldId="2147483623"/>
            <ac:spMk id="10" creationId="{00000000-0000-0000-0000-000000000000}"/>
          </ac:spMkLst>
        </pc:spChg>
        <pc:spChg chg="add mod">
          <ac:chgData name="Igor Dos Santos Oliveira" userId="b0c2fb47-b880-4cbf-af11-e7a3affee8ed" providerId="ADAL" clId="{494D6766-E60F-4C9C-8053-2F6D56CC7459}" dt="2026-09-01T01:30:01.185" v="5730"/>
          <ac:spMkLst>
            <pc:docMk/>
            <pc:sldMk cId="0" sldId="2147483623"/>
            <ac:spMk id="10" creationId="{20310C57-6284-34E3-FD8D-548084003C35}"/>
          </ac:spMkLst>
        </pc:spChg>
        <pc:spChg chg="del">
          <ac:chgData name="Igor Dos Santos Oliveira" userId="b0c2fb47-b880-4cbf-af11-e7a3affee8ed" providerId="ADAL" clId="{494D6766-E60F-4C9C-8053-2F6D56CC7459}" dt="2026-08-31T22:39:15.868" v="4569" actId="478"/>
          <ac:spMkLst>
            <pc:docMk/>
            <pc:sldMk cId="0" sldId="2147483623"/>
            <ac:spMk id="11" creationId="{00000000-0000-0000-0000-000000000000}"/>
          </ac:spMkLst>
        </pc:spChg>
        <pc:spChg chg="add mod">
          <ac:chgData name="Igor Dos Santos Oliveira" userId="b0c2fb47-b880-4cbf-af11-e7a3affee8ed" providerId="ADAL" clId="{494D6766-E60F-4C9C-8053-2F6D56CC7459}" dt="2026-09-01T01:30:01.185" v="5730"/>
          <ac:spMkLst>
            <pc:docMk/>
            <pc:sldMk cId="0" sldId="2147483623"/>
            <ac:spMk id="11" creationId="{DD60988D-9714-2F62-15AE-F0DE738372E1}"/>
          </ac:spMkLst>
        </pc:spChg>
        <pc:spChg chg="del">
          <ac:chgData name="Igor Dos Santos Oliveira" userId="b0c2fb47-b880-4cbf-af11-e7a3affee8ed" providerId="ADAL" clId="{494D6766-E60F-4C9C-8053-2F6D56CC7459}" dt="2026-08-31T22:39:07.050" v="4567" actId="478"/>
          <ac:spMkLst>
            <pc:docMk/>
            <pc:sldMk cId="0" sldId="2147483623"/>
            <ac:spMk id="12" creationId="{00000000-0000-0000-0000-000000000000}"/>
          </ac:spMkLst>
        </pc:spChg>
        <pc:spChg chg="add mod">
          <ac:chgData name="Igor Dos Santos Oliveira" userId="b0c2fb47-b880-4cbf-af11-e7a3affee8ed" providerId="ADAL" clId="{494D6766-E60F-4C9C-8053-2F6D56CC7459}" dt="2026-09-01T01:30:01.185" v="5730"/>
          <ac:spMkLst>
            <pc:docMk/>
            <pc:sldMk cId="0" sldId="2147483623"/>
            <ac:spMk id="12" creationId="{26CDFB52-1B59-6018-37F2-EF904498FC4F}"/>
          </ac:spMkLst>
        </pc:spChg>
        <pc:spChg chg="mod">
          <ac:chgData name="Igor Dos Santos Oliveira" userId="b0c2fb47-b880-4cbf-af11-e7a3affee8ed" providerId="ADAL" clId="{494D6766-E60F-4C9C-8053-2F6D56CC7459}" dt="2026-08-31T22:40:51.346" v="4592" actId="1035"/>
          <ac:spMkLst>
            <pc:docMk/>
            <pc:sldMk cId="0" sldId="2147483623"/>
            <ac:spMk id="15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1:20:51.046" v="5616" actId="790"/>
          <ac:spMkLst>
            <pc:docMk/>
            <pc:sldMk cId="0" sldId="2147483623"/>
            <ac:spMk id="17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1:23:38.156" v="5640" actId="20577"/>
          <ac:spMkLst>
            <pc:docMk/>
            <pc:sldMk cId="0" sldId="2147483623"/>
            <ac:spMk id="18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22:40:51.346" v="4592" actId="1035"/>
          <ac:spMkLst>
            <pc:docMk/>
            <pc:sldMk cId="0" sldId="2147483623"/>
            <ac:spMk id="19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9-01T01:11:30.564" v="5455" actId="478"/>
          <ac:spMkLst>
            <pc:docMk/>
            <pc:sldMk cId="0" sldId="2147483623"/>
            <ac:spMk id="21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1:11:26.515" v="5453" actId="207"/>
          <ac:spMkLst>
            <pc:docMk/>
            <pc:sldMk cId="0" sldId="2147483623"/>
            <ac:spMk id="22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1:20:47.276" v="5615" actId="790"/>
          <ac:spMkLst>
            <pc:docMk/>
            <pc:sldMk cId="0" sldId="2147483623"/>
            <ac:spMk id="24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1:23:15.489" v="5632" actId="20577"/>
          <ac:spMkLst>
            <pc:docMk/>
            <pc:sldMk cId="0" sldId="2147483623"/>
            <ac:spMk id="25" creationId="{00000000-0000-0000-0000-000000000000}"/>
          </ac:spMkLst>
        </pc:spChg>
        <pc:spChg chg="del mod">
          <ac:chgData name="Igor Dos Santos Oliveira" userId="b0c2fb47-b880-4cbf-af11-e7a3affee8ed" providerId="ADAL" clId="{494D6766-E60F-4C9C-8053-2F6D56CC7459}" dt="2026-09-01T01:30:00.730" v="5729" actId="478"/>
          <ac:spMkLst>
            <pc:docMk/>
            <pc:sldMk cId="0" sldId="2147483623"/>
            <ac:spMk id="26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9-01T01:30:00.730" v="5729" actId="478"/>
          <ac:spMkLst>
            <pc:docMk/>
            <pc:sldMk cId="0" sldId="2147483623"/>
            <ac:spMk id="27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9-01T01:11:31.268" v="5456" actId="478"/>
          <ac:spMkLst>
            <pc:docMk/>
            <pc:sldMk cId="0" sldId="2147483623"/>
            <ac:spMk id="28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1:11:28.915" v="5454" actId="207"/>
          <ac:spMkLst>
            <pc:docMk/>
            <pc:sldMk cId="0" sldId="2147483623"/>
            <ac:spMk id="29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22:40:51.346" v="4592" actId="1035"/>
          <ac:spMkLst>
            <pc:docMk/>
            <pc:sldMk cId="0" sldId="2147483623"/>
            <ac:spMk id="30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1:20:43.208" v="5614" actId="790"/>
          <ac:spMkLst>
            <pc:docMk/>
            <pc:sldMk cId="0" sldId="2147483623"/>
            <ac:spMk id="31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1:23:02.589" v="5624" actId="20577"/>
          <ac:spMkLst>
            <pc:docMk/>
            <pc:sldMk cId="0" sldId="2147483623"/>
            <ac:spMk id="32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9-01T01:30:00.730" v="5729" actId="478"/>
          <ac:spMkLst>
            <pc:docMk/>
            <pc:sldMk cId="0" sldId="2147483623"/>
            <ac:spMk id="34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1:20:39.170" v="5613" actId="790"/>
          <ac:spMkLst>
            <pc:docMk/>
            <pc:sldMk cId="0" sldId="2147483623"/>
            <ac:spMk id="38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1:19:32.069" v="5584" actId="20577"/>
          <ac:spMkLst>
            <pc:docMk/>
            <pc:sldMk cId="0" sldId="2147483623"/>
            <ac:spMk id="39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9-01T01:30:00.730" v="5729" actId="478"/>
          <ac:spMkLst>
            <pc:docMk/>
            <pc:sldMk cId="0" sldId="2147483623"/>
            <ac:spMk id="41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1:18:56.454" v="5570" actId="790"/>
          <ac:spMkLst>
            <pc:docMk/>
            <pc:sldMk cId="0" sldId="2147483623"/>
            <ac:spMk id="45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1:18:39.294" v="5567" actId="20577"/>
          <ac:spMkLst>
            <pc:docMk/>
            <pc:sldMk cId="0" sldId="2147483623"/>
            <ac:spMk id="46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9-01T01:30:00.730" v="5729" actId="478"/>
          <ac:spMkLst>
            <pc:docMk/>
            <pc:sldMk cId="0" sldId="2147483623"/>
            <ac:spMk id="47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1:11:14.206" v="5452" actId="2711"/>
          <ac:spMkLst>
            <pc:docMk/>
            <pc:sldMk cId="0" sldId="2147483623"/>
            <ac:spMk id="51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1:18:51.554" v="5569" actId="790"/>
          <ac:spMkLst>
            <pc:docMk/>
            <pc:sldMk cId="0" sldId="2147483623"/>
            <ac:spMk id="52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1:18:07.565" v="5551" actId="20577"/>
          <ac:spMkLst>
            <pc:docMk/>
            <pc:sldMk cId="0" sldId="2147483623"/>
            <ac:spMk id="53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22:40:51.346" v="4592" actId="1035"/>
          <ac:spMkLst>
            <pc:docMk/>
            <pc:sldMk cId="0" sldId="2147483623"/>
            <ac:spMk id="57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1:11:14.206" v="5452" actId="2711"/>
          <ac:spMkLst>
            <pc:docMk/>
            <pc:sldMk cId="0" sldId="2147483623"/>
            <ac:spMk id="58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1:18:47.244" v="5568" actId="790"/>
          <ac:spMkLst>
            <pc:docMk/>
            <pc:sldMk cId="0" sldId="2147483623"/>
            <ac:spMk id="59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1:17:25.284" v="5535" actId="20577"/>
          <ac:spMkLst>
            <pc:docMk/>
            <pc:sldMk cId="0" sldId="2147483623"/>
            <ac:spMk id="60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9-01T01:30:00.730" v="5729" actId="478"/>
          <ac:spMkLst>
            <pc:docMk/>
            <pc:sldMk cId="0" sldId="2147483623"/>
            <ac:spMk id="61" creationId="{00000000-0000-0000-0000-000000000000}"/>
          </ac:spMkLst>
        </pc:spChg>
        <pc:spChg chg="del mod">
          <ac:chgData name="Igor Dos Santos Oliveira" userId="b0c2fb47-b880-4cbf-af11-e7a3affee8ed" providerId="ADAL" clId="{494D6766-E60F-4C9C-8053-2F6D56CC7459}" dt="2026-09-01T01:30:00.730" v="5729" actId="478"/>
          <ac:spMkLst>
            <pc:docMk/>
            <pc:sldMk cId="0" sldId="2147483623"/>
            <ac:spMk id="62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1:15:46.690" v="5511" actId="790"/>
          <ac:spMkLst>
            <pc:docMk/>
            <pc:sldMk cId="0" sldId="2147483623"/>
            <ac:spMk id="66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1:16:00.078" v="5519" actId="20577"/>
          <ac:spMkLst>
            <pc:docMk/>
            <pc:sldMk cId="0" sldId="2147483623"/>
            <ac:spMk id="67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9-01T01:30:00.730" v="5729" actId="478"/>
          <ac:spMkLst>
            <pc:docMk/>
            <pc:sldMk cId="0" sldId="2147483623"/>
            <ac:spMk id="68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22:40:51.346" v="4592" actId="1035"/>
          <ac:spMkLst>
            <pc:docMk/>
            <pc:sldMk cId="0" sldId="2147483623"/>
            <ac:spMk id="69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1:11:14.206" v="5452" actId="2711"/>
          <ac:spMkLst>
            <pc:docMk/>
            <pc:sldMk cId="0" sldId="2147483623"/>
            <ac:spMk id="70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1:15:23.873" v="5502" actId="790"/>
          <ac:spMkLst>
            <pc:docMk/>
            <pc:sldMk cId="0" sldId="2147483623"/>
            <ac:spMk id="73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1:15:13.393" v="5501" actId="20577"/>
          <ac:spMkLst>
            <pc:docMk/>
            <pc:sldMk cId="0" sldId="2147483623"/>
            <ac:spMk id="74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1:11:14.206" v="5452" actId="2711"/>
          <ac:spMkLst>
            <pc:docMk/>
            <pc:sldMk cId="0" sldId="2147483623"/>
            <ac:spMk id="78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22:40:51.346" v="4592" actId="1035"/>
          <ac:spMkLst>
            <pc:docMk/>
            <pc:sldMk cId="0" sldId="2147483623"/>
            <ac:spMk id="79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1:12:41.147" v="5478" actId="20577"/>
          <ac:spMkLst>
            <pc:docMk/>
            <pc:sldMk cId="0" sldId="2147483623"/>
            <ac:spMk id="80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9-01T01:12:43.758" v="5479" actId="478"/>
          <ac:spMkLst>
            <pc:docMk/>
            <pc:sldMk cId="0" sldId="2147483623"/>
            <ac:spMk id="81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9-01T01:30:00.730" v="5729" actId="478"/>
          <ac:spMkLst>
            <pc:docMk/>
            <pc:sldMk cId="0" sldId="2147483623"/>
            <ac:spMk id="82" creationId="{00000000-0000-0000-0000-000000000000}"/>
          </ac:spMkLst>
        </pc:spChg>
        <pc:spChg chg="del mod">
          <ac:chgData name="Igor Dos Santos Oliveira" userId="b0c2fb47-b880-4cbf-af11-e7a3affee8ed" providerId="ADAL" clId="{494D6766-E60F-4C9C-8053-2F6D56CC7459}" dt="2026-09-01T01:30:00.730" v="5729" actId="478"/>
          <ac:spMkLst>
            <pc:docMk/>
            <pc:sldMk cId="0" sldId="2147483623"/>
            <ac:spMk id="83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1:11:14.206" v="5452" actId="2711"/>
          <ac:spMkLst>
            <pc:docMk/>
            <pc:sldMk cId="0" sldId="2147483623"/>
            <ac:spMk id="91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8-31T20:49:03.528" v="3686" actId="478"/>
          <ac:spMkLst>
            <pc:docMk/>
            <pc:sldMk cId="0" sldId="2147483623"/>
            <ac:spMk id="93" creationId="{AB0CE8BC-5221-636B-BC4C-E106C9A9C6CF}"/>
          </ac:spMkLst>
        </pc:spChg>
        <pc:spChg chg="add mod">
          <ac:chgData name="Igor Dos Santos Oliveira" userId="b0c2fb47-b880-4cbf-af11-e7a3affee8ed" providerId="ADAL" clId="{494D6766-E60F-4C9C-8053-2F6D56CC7459}" dt="2026-08-31T22:38:58.190" v="4540"/>
          <ac:spMkLst>
            <pc:docMk/>
            <pc:sldMk cId="0" sldId="2147483623"/>
            <ac:spMk id="94" creationId="{57B72D32-58CC-C47C-3C0D-23C56954DB3A}"/>
          </ac:spMkLst>
        </pc:spChg>
        <pc:spChg chg="add mod">
          <ac:chgData name="Igor Dos Santos Oliveira" userId="b0c2fb47-b880-4cbf-af11-e7a3affee8ed" providerId="ADAL" clId="{494D6766-E60F-4C9C-8053-2F6D56CC7459}" dt="2026-08-31T22:38:58.190" v="4540"/>
          <ac:spMkLst>
            <pc:docMk/>
            <pc:sldMk cId="0" sldId="2147483623"/>
            <ac:spMk id="95" creationId="{523EBAA9-BF8B-1807-396E-20FFD8A85E05}"/>
          </ac:spMkLst>
        </pc:spChg>
        <pc:spChg chg="add mod">
          <ac:chgData name="Igor Dos Santos Oliveira" userId="b0c2fb47-b880-4cbf-af11-e7a3affee8ed" providerId="ADAL" clId="{494D6766-E60F-4C9C-8053-2F6D56CC7459}" dt="2026-09-01T01:30:01.185" v="5730"/>
          <ac:spMkLst>
            <pc:docMk/>
            <pc:sldMk cId="0" sldId="2147483623"/>
            <ac:spMk id="95" creationId="{A32A6E04-6706-57BB-034A-79FB72BE1533}"/>
          </ac:spMkLst>
        </pc:spChg>
        <pc:spChg chg="add mod">
          <ac:chgData name="Igor Dos Santos Oliveira" userId="b0c2fb47-b880-4cbf-af11-e7a3affee8ed" providerId="ADAL" clId="{494D6766-E60F-4C9C-8053-2F6D56CC7459}" dt="2026-08-31T22:40:13.067" v="4575"/>
          <ac:spMkLst>
            <pc:docMk/>
            <pc:sldMk cId="0" sldId="2147483623"/>
            <ac:spMk id="97" creationId="{1F08203F-4AEA-8669-B82F-F8621F310D9A}"/>
          </ac:spMkLst>
        </pc:spChg>
        <pc:spChg chg="add mod">
          <ac:chgData name="Igor Dos Santos Oliveira" userId="b0c2fb47-b880-4cbf-af11-e7a3affee8ed" providerId="ADAL" clId="{494D6766-E60F-4C9C-8053-2F6D56CC7459}" dt="2026-08-31T22:40:13.067" v="4575"/>
          <ac:spMkLst>
            <pc:docMk/>
            <pc:sldMk cId="0" sldId="2147483623"/>
            <ac:spMk id="98" creationId="{571F220B-B8F6-17FB-5D5B-0FAA44A84F42}"/>
          </ac:spMkLst>
        </pc:spChg>
        <pc:spChg chg="add mod">
          <ac:chgData name="Igor Dos Santos Oliveira" userId="b0c2fb47-b880-4cbf-af11-e7a3affee8ed" providerId="ADAL" clId="{494D6766-E60F-4C9C-8053-2F6D56CC7459}" dt="2026-09-01T01:36:27.684" v="5845" actId="404"/>
          <ac:spMkLst>
            <pc:docMk/>
            <pc:sldMk cId="0" sldId="2147483623"/>
            <ac:spMk id="99" creationId="{289A8F2D-5D19-034C-260F-E5EB86C92DCF}"/>
          </ac:spMkLst>
        </pc:spChg>
        <pc:spChg chg="add mod">
          <ac:chgData name="Igor Dos Santos Oliveira" userId="b0c2fb47-b880-4cbf-af11-e7a3affee8ed" providerId="ADAL" clId="{494D6766-E60F-4C9C-8053-2F6D56CC7459}" dt="2026-09-01T01:30:01.185" v="5730"/>
          <ac:spMkLst>
            <pc:docMk/>
            <pc:sldMk cId="0" sldId="2147483623"/>
            <ac:spMk id="101" creationId="{802FE631-F10A-C4AC-2FEE-20C86A2BEF97}"/>
          </ac:spMkLst>
        </pc:spChg>
        <pc:spChg chg="add mod">
          <ac:chgData name="Igor Dos Santos Oliveira" userId="b0c2fb47-b880-4cbf-af11-e7a3affee8ed" providerId="ADAL" clId="{494D6766-E60F-4C9C-8053-2F6D56CC7459}" dt="2026-09-01T01:30:01.185" v="5730"/>
          <ac:spMkLst>
            <pc:docMk/>
            <pc:sldMk cId="0" sldId="2147483623"/>
            <ac:spMk id="104" creationId="{1530E530-4025-733D-0B39-BF24BBD720CB}"/>
          </ac:spMkLst>
        </pc:spChg>
        <pc:spChg chg="add mod">
          <ac:chgData name="Igor Dos Santos Oliveira" userId="b0c2fb47-b880-4cbf-af11-e7a3affee8ed" providerId="ADAL" clId="{494D6766-E60F-4C9C-8053-2F6D56CC7459}" dt="2026-09-01T01:30:01.185" v="5730"/>
          <ac:spMkLst>
            <pc:docMk/>
            <pc:sldMk cId="0" sldId="2147483623"/>
            <ac:spMk id="106" creationId="{024B64FE-FF29-2276-DD5E-386A51B1CFAB}"/>
          </ac:spMkLst>
        </pc:spChg>
        <pc:spChg chg="add mod">
          <ac:chgData name="Igor Dos Santos Oliveira" userId="b0c2fb47-b880-4cbf-af11-e7a3affee8ed" providerId="ADAL" clId="{494D6766-E60F-4C9C-8053-2F6D56CC7459}" dt="2026-09-01T01:30:01.185" v="5730"/>
          <ac:spMkLst>
            <pc:docMk/>
            <pc:sldMk cId="0" sldId="2147483623"/>
            <ac:spMk id="107" creationId="{29CA0F93-E24B-4DF6-E68B-1083182342F7}"/>
          </ac:spMkLst>
        </pc:spChg>
        <pc:spChg chg="add mod">
          <ac:chgData name="Igor Dos Santos Oliveira" userId="b0c2fb47-b880-4cbf-af11-e7a3affee8ed" providerId="ADAL" clId="{494D6766-E60F-4C9C-8053-2F6D56CC7459}" dt="2026-09-01T01:30:01.185" v="5730"/>
          <ac:spMkLst>
            <pc:docMk/>
            <pc:sldMk cId="0" sldId="2147483623"/>
            <ac:spMk id="108" creationId="{2101E156-9CCB-D4F8-4FAF-6233A44B46B4}"/>
          </ac:spMkLst>
        </pc:spChg>
        <pc:spChg chg="add mod">
          <ac:chgData name="Igor Dos Santos Oliveira" userId="b0c2fb47-b880-4cbf-af11-e7a3affee8ed" providerId="ADAL" clId="{494D6766-E60F-4C9C-8053-2F6D56CC7459}" dt="2026-09-01T04:17:20.403" v="9211"/>
          <ac:spMkLst>
            <pc:docMk/>
            <pc:sldMk cId="0" sldId="2147483623"/>
            <ac:spMk id="109" creationId="{FAC3B8CD-A2D0-77FA-9AAC-D67A6C8072E8}"/>
          </ac:spMkLst>
        </pc:spChg>
        <pc:picChg chg="add mod">
          <ac:chgData name="Igor Dos Santos Oliveira" userId="b0c2fb47-b880-4cbf-af11-e7a3affee8ed" providerId="ADAL" clId="{494D6766-E60F-4C9C-8053-2F6D56CC7459}" dt="2026-08-31T22:38:58.190" v="4540"/>
          <ac:picMkLst>
            <pc:docMk/>
            <pc:sldMk cId="0" sldId="2147483623"/>
            <ac:picMk id="96" creationId="{F0AB707A-63F1-300E-2E21-462CD05DCAE8}"/>
          </ac:picMkLst>
        </pc:picChg>
        <pc:picChg chg="add mod">
          <ac:chgData name="Igor Dos Santos Oliveira" userId="b0c2fb47-b880-4cbf-af11-e7a3affee8ed" providerId="ADAL" clId="{494D6766-E60F-4C9C-8053-2F6D56CC7459}" dt="2026-08-31T22:40:13.067" v="4575"/>
          <ac:picMkLst>
            <pc:docMk/>
            <pc:sldMk cId="0" sldId="2147483623"/>
            <ac:picMk id="100" creationId="{53AAF54C-1BCF-661F-4128-657588955540}"/>
          </ac:picMkLst>
        </pc:picChg>
      </pc:sldChg>
      <pc:sldChg chg="addSp delSp modSp add del mod setBg">
        <pc:chgData name="Igor Dos Santos Oliveira" userId="b0c2fb47-b880-4cbf-af11-e7a3affee8ed" providerId="ADAL" clId="{494D6766-E60F-4C9C-8053-2F6D56CC7459}" dt="2026-08-31T17:43:58.847" v="2466" actId="47"/>
        <pc:sldMkLst>
          <pc:docMk/>
          <pc:sldMk cId="0" sldId="2147483624"/>
        </pc:sldMkLst>
        <pc:spChg chg="del">
          <ac:chgData name="Igor Dos Santos Oliveira" userId="b0c2fb47-b880-4cbf-af11-e7a3affee8ed" providerId="ADAL" clId="{494D6766-E60F-4C9C-8053-2F6D56CC7459}" dt="2026-08-31T17:30:39.871" v="1937" actId="478"/>
          <ac:spMkLst>
            <pc:docMk/>
            <pc:sldMk cId="0" sldId="2147483624"/>
            <ac:spMk id="3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8-31T17:30:37.985" v="1936" actId="478"/>
          <ac:spMkLst>
            <pc:docMk/>
            <pc:sldMk cId="0" sldId="2147483624"/>
            <ac:spMk id="4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8-31T17:29:36.692" v="1876" actId="478"/>
          <ac:spMkLst>
            <pc:docMk/>
            <pc:sldMk cId="0" sldId="2147483624"/>
            <ac:spMk id="6" creationId="{67C68024-15F9-76B5-9234-333824A85419}"/>
          </ac:spMkLst>
        </pc:spChg>
        <pc:spChg chg="mod">
          <ac:chgData name="Igor Dos Santos Oliveira" userId="b0c2fb47-b880-4cbf-af11-e7a3affee8ed" providerId="ADAL" clId="{494D6766-E60F-4C9C-8053-2F6D56CC7459}" dt="2026-08-31T17:30:19.659" v="1935" actId="1036"/>
          <ac:spMkLst>
            <pc:docMk/>
            <pc:sldMk cId="0" sldId="2147483624"/>
            <ac:spMk id="7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7:30:19.659" v="1935" actId="1036"/>
          <ac:spMkLst>
            <pc:docMk/>
            <pc:sldMk cId="0" sldId="2147483624"/>
            <ac:spMk id="8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8-31T17:29:46.974" v="1911" actId="478"/>
          <ac:spMkLst>
            <pc:docMk/>
            <pc:sldMk cId="0" sldId="2147483624"/>
            <ac:spMk id="17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8-31T17:29:46.974" v="1911" actId="478"/>
          <ac:spMkLst>
            <pc:docMk/>
            <pc:sldMk cId="0" sldId="2147483624"/>
            <ac:spMk id="19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8-31T17:29:46.974" v="1911" actId="478"/>
          <ac:spMkLst>
            <pc:docMk/>
            <pc:sldMk cId="0" sldId="2147483624"/>
            <ac:spMk id="20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8-31T17:29:46.974" v="1911" actId="478"/>
          <ac:spMkLst>
            <pc:docMk/>
            <pc:sldMk cId="0" sldId="2147483624"/>
            <ac:spMk id="22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8-31T17:29:46.974" v="1911" actId="478"/>
          <ac:spMkLst>
            <pc:docMk/>
            <pc:sldMk cId="0" sldId="2147483624"/>
            <ac:spMk id="23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8-31T17:29:46.974" v="1911" actId="478"/>
          <ac:spMkLst>
            <pc:docMk/>
            <pc:sldMk cId="0" sldId="2147483624"/>
            <ac:spMk id="26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8-31T17:29:46.974" v="1911" actId="478"/>
          <ac:spMkLst>
            <pc:docMk/>
            <pc:sldMk cId="0" sldId="2147483624"/>
            <ac:spMk id="27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8-31T17:29:46.974" v="1911" actId="478"/>
          <ac:spMkLst>
            <pc:docMk/>
            <pc:sldMk cId="0" sldId="2147483624"/>
            <ac:spMk id="31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8-31T17:29:46.974" v="1911" actId="478"/>
          <ac:spMkLst>
            <pc:docMk/>
            <pc:sldMk cId="0" sldId="2147483624"/>
            <ac:spMk id="34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8-31T17:29:46.974" v="1911" actId="478"/>
          <ac:spMkLst>
            <pc:docMk/>
            <pc:sldMk cId="0" sldId="2147483624"/>
            <ac:spMk id="38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7:29:43.309" v="1910" actId="1036"/>
          <ac:spMkLst>
            <pc:docMk/>
            <pc:sldMk cId="0" sldId="2147483624"/>
            <ac:spMk id="39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7:29:43.309" v="1910" actId="1036"/>
          <ac:spMkLst>
            <pc:docMk/>
            <pc:sldMk cId="0" sldId="2147483624"/>
            <ac:spMk id="40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7:29:43.309" v="1910" actId="1036"/>
          <ac:spMkLst>
            <pc:docMk/>
            <pc:sldMk cId="0" sldId="2147483624"/>
            <ac:spMk id="41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7:29:43.309" v="1910" actId="1036"/>
          <ac:spMkLst>
            <pc:docMk/>
            <pc:sldMk cId="0" sldId="2147483624"/>
            <ac:spMk id="42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7:29:43.309" v="1910" actId="1036"/>
          <ac:spMkLst>
            <pc:docMk/>
            <pc:sldMk cId="0" sldId="2147483624"/>
            <ac:spMk id="43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7:29:43.309" v="1910" actId="1036"/>
          <ac:spMkLst>
            <pc:docMk/>
            <pc:sldMk cId="0" sldId="2147483624"/>
            <ac:spMk id="44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7:29:43.309" v="1910" actId="1036"/>
          <ac:spMkLst>
            <pc:docMk/>
            <pc:sldMk cId="0" sldId="2147483624"/>
            <ac:spMk id="45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7:29:43.309" v="1910" actId="1036"/>
          <ac:spMkLst>
            <pc:docMk/>
            <pc:sldMk cId="0" sldId="2147483624"/>
            <ac:spMk id="46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7:29:43.309" v="1910" actId="1036"/>
          <ac:spMkLst>
            <pc:docMk/>
            <pc:sldMk cId="0" sldId="2147483624"/>
            <ac:spMk id="47" creationId="{00000000-0000-0000-0000-000000000000}"/>
          </ac:spMkLst>
        </pc:spChg>
        <pc:spChg chg="add mod">
          <ac:chgData name="Igor Dos Santos Oliveira" userId="b0c2fb47-b880-4cbf-af11-e7a3affee8ed" providerId="ADAL" clId="{494D6766-E60F-4C9C-8053-2F6D56CC7459}" dt="2026-08-31T17:34:30.595" v="2067" actId="14100"/>
          <ac:spMkLst>
            <pc:docMk/>
            <pc:sldMk cId="0" sldId="2147483624"/>
            <ac:spMk id="48" creationId="{BEB51E9D-5A31-A239-87CB-C25C5EE73697}"/>
          </ac:spMkLst>
        </pc:spChg>
        <pc:spChg chg="add mod">
          <ac:chgData name="Igor Dos Santos Oliveira" userId="b0c2fb47-b880-4cbf-af11-e7a3affee8ed" providerId="ADAL" clId="{494D6766-E60F-4C9C-8053-2F6D56CC7459}" dt="2026-08-31T17:34:24.729" v="2066" actId="1035"/>
          <ac:spMkLst>
            <pc:docMk/>
            <pc:sldMk cId="0" sldId="2147483624"/>
            <ac:spMk id="49" creationId="{64967BE5-9061-D0B7-E936-A19CFAEB2165}"/>
          </ac:spMkLst>
        </pc:spChg>
        <pc:spChg chg="add mod">
          <ac:chgData name="Igor Dos Santos Oliveira" userId="b0c2fb47-b880-4cbf-af11-e7a3affee8ed" providerId="ADAL" clId="{494D6766-E60F-4C9C-8053-2F6D56CC7459}" dt="2026-08-31T17:34:24.729" v="2066" actId="1035"/>
          <ac:spMkLst>
            <pc:docMk/>
            <pc:sldMk cId="0" sldId="2147483624"/>
            <ac:spMk id="50" creationId="{B2AC846F-A694-64A4-042B-E147BE71380F}"/>
          </ac:spMkLst>
        </pc:spChg>
        <pc:spChg chg="add mod">
          <ac:chgData name="Igor Dos Santos Oliveira" userId="b0c2fb47-b880-4cbf-af11-e7a3affee8ed" providerId="ADAL" clId="{494D6766-E60F-4C9C-8053-2F6D56CC7459}" dt="2026-08-31T17:34:24.729" v="2066" actId="1035"/>
          <ac:spMkLst>
            <pc:docMk/>
            <pc:sldMk cId="0" sldId="2147483624"/>
            <ac:spMk id="51" creationId="{AA86E9F5-3C85-9590-2FDF-8FDCCD185C42}"/>
          </ac:spMkLst>
        </pc:spChg>
        <pc:spChg chg="add mod">
          <ac:chgData name="Igor Dos Santos Oliveira" userId="b0c2fb47-b880-4cbf-af11-e7a3affee8ed" providerId="ADAL" clId="{494D6766-E60F-4C9C-8053-2F6D56CC7459}" dt="2026-08-31T17:34:24.729" v="2066" actId="1035"/>
          <ac:spMkLst>
            <pc:docMk/>
            <pc:sldMk cId="0" sldId="2147483624"/>
            <ac:spMk id="52" creationId="{AD7721A9-56F8-CCE5-2F52-07D025C497E7}"/>
          </ac:spMkLst>
        </pc:spChg>
        <pc:spChg chg="add mod">
          <ac:chgData name="Igor Dos Santos Oliveira" userId="b0c2fb47-b880-4cbf-af11-e7a3affee8ed" providerId="ADAL" clId="{494D6766-E60F-4C9C-8053-2F6D56CC7459}" dt="2026-08-31T17:34:24.729" v="2066" actId="1035"/>
          <ac:spMkLst>
            <pc:docMk/>
            <pc:sldMk cId="0" sldId="2147483624"/>
            <ac:spMk id="53" creationId="{471AC091-C8A6-0204-88F5-615F6876FA60}"/>
          </ac:spMkLst>
        </pc:spChg>
        <pc:spChg chg="add mod">
          <ac:chgData name="Igor Dos Santos Oliveira" userId="b0c2fb47-b880-4cbf-af11-e7a3affee8ed" providerId="ADAL" clId="{494D6766-E60F-4C9C-8053-2F6D56CC7459}" dt="2026-08-31T17:34:24.729" v="2066" actId="1035"/>
          <ac:spMkLst>
            <pc:docMk/>
            <pc:sldMk cId="0" sldId="2147483624"/>
            <ac:spMk id="54" creationId="{E68B81F6-45E1-1479-B577-33F7BB12E71D}"/>
          </ac:spMkLst>
        </pc:spChg>
        <pc:spChg chg="add mod">
          <ac:chgData name="Igor Dos Santos Oliveira" userId="b0c2fb47-b880-4cbf-af11-e7a3affee8ed" providerId="ADAL" clId="{494D6766-E60F-4C9C-8053-2F6D56CC7459}" dt="2026-08-31T17:34:24.729" v="2066" actId="1035"/>
          <ac:spMkLst>
            <pc:docMk/>
            <pc:sldMk cId="0" sldId="2147483624"/>
            <ac:spMk id="55" creationId="{86C0B08B-EB4C-815A-97CD-F76863FAE0F5}"/>
          </ac:spMkLst>
        </pc:spChg>
        <pc:spChg chg="add mod">
          <ac:chgData name="Igor Dos Santos Oliveira" userId="b0c2fb47-b880-4cbf-af11-e7a3affee8ed" providerId="ADAL" clId="{494D6766-E60F-4C9C-8053-2F6D56CC7459}" dt="2026-08-31T17:30:02.108" v="1912"/>
          <ac:spMkLst>
            <pc:docMk/>
            <pc:sldMk cId="0" sldId="2147483624"/>
            <ac:spMk id="56" creationId="{1ED2E77F-02EB-EDC9-EDDB-22607E4AEBA1}"/>
          </ac:spMkLst>
        </pc:spChg>
        <pc:spChg chg="add mod">
          <ac:chgData name="Igor Dos Santos Oliveira" userId="b0c2fb47-b880-4cbf-af11-e7a3affee8ed" providerId="ADAL" clId="{494D6766-E60F-4C9C-8053-2F6D56CC7459}" dt="2026-08-31T17:31:43.871" v="1938"/>
          <ac:spMkLst>
            <pc:docMk/>
            <pc:sldMk cId="0" sldId="2147483624"/>
            <ac:spMk id="57" creationId="{56CC998D-1928-DBB3-E209-091CA83D3C82}"/>
          </ac:spMkLst>
        </pc:spChg>
        <pc:spChg chg="add mod">
          <ac:chgData name="Igor Dos Santos Oliveira" userId="b0c2fb47-b880-4cbf-af11-e7a3affee8ed" providerId="ADAL" clId="{494D6766-E60F-4C9C-8053-2F6D56CC7459}" dt="2026-08-31T17:31:50.181" v="1951" actId="20577"/>
          <ac:spMkLst>
            <pc:docMk/>
            <pc:sldMk cId="0" sldId="2147483624"/>
            <ac:spMk id="58" creationId="{72568BA5-77E0-881A-D374-3F0B90DED0BE}"/>
          </ac:spMkLst>
        </pc:spChg>
        <pc:picChg chg="add mod">
          <ac:chgData name="Igor Dos Santos Oliveira" userId="b0c2fb47-b880-4cbf-af11-e7a3affee8ed" providerId="ADAL" clId="{494D6766-E60F-4C9C-8053-2F6D56CC7459}" dt="2026-08-31T17:31:43.871" v="1938"/>
          <ac:picMkLst>
            <pc:docMk/>
            <pc:sldMk cId="0" sldId="2147483624"/>
            <ac:picMk id="59" creationId="{D969CA7B-3A3F-C008-4F9F-029F3BED4D86}"/>
          </ac:picMkLst>
        </pc:picChg>
      </pc:sldChg>
      <pc:sldChg chg="addSp delSp modSp add mod ord setBg modShow">
        <pc:chgData name="Igor Dos Santos Oliveira" userId="b0c2fb47-b880-4cbf-af11-e7a3affee8ed" providerId="ADAL" clId="{494D6766-E60F-4C9C-8053-2F6D56CC7459}" dt="2026-09-01T04:17:25.942" v="9212"/>
        <pc:sldMkLst>
          <pc:docMk/>
          <pc:sldMk cId="0" sldId="2147483625"/>
        </pc:sldMkLst>
        <pc:spChg chg="add mod">
          <ac:chgData name="Igor Dos Santos Oliveira" userId="b0c2fb47-b880-4cbf-af11-e7a3affee8ed" providerId="ADAL" clId="{494D6766-E60F-4C9C-8053-2F6D56CC7459}" dt="2026-09-01T01:25:42.864" v="5679" actId="2711"/>
          <ac:spMkLst>
            <pc:docMk/>
            <pc:sldMk cId="0" sldId="2147483625"/>
            <ac:spMk id="2" creationId="{06450441-768F-07E0-1CDA-8AEABC8C559C}"/>
          </ac:spMkLst>
        </pc:spChg>
        <pc:spChg chg="del">
          <ac:chgData name="Igor Dos Santos Oliveira" userId="b0c2fb47-b880-4cbf-af11-e7a3affee8ed" providerId="ADAL" clId="{494D6766-E60F-4C9C-8053-2F6D56CC7459}" dt="2026-08-31T20:49:17.580" v="3689" actId="478"/>
          <ac:spMkLst>
            <pc:docMk/>
            <pc:sldMk cId="0" sldId="2147483625"/>
            <ac:spMk id="2" creationId="{F60A9FF4-F591-B693-3688-C3DADACAC582}"/>
          </ac:spMkLst>
        </pc:spChg>
        <pc:spChg chg="add mod">
          <ac:chgData name="Igor Dos Santos Oliveira" userId="b0c2fb47-b880-4cbf-af11-e7a3affee8ed" providerId="ADAL" clId="{494D6766-E60F-4C9C-8053-2F6D56CC7459}" dt="2026-09-01T01:24:47.664" v="5663" actId="555"/>
          <ac:spMkLst>
            <pc:docMk/>
            <pc:sldMk cId="0" sldId="2147483625"/>
            <ac:spMk id="3" creationId="{BDEF263C-CB7E-1FBE-387B-D1B5EA1B1867}"/>
          </ac:spMkLst>
        </pc:spChg>
        <pc:spChg chg="del">
          <ac:chgData name="Igor Dos Santos Oliveira" userId="b0c2fb47-b880-4cbf-af11-e7a3affee8ed" providerId="ADAL" clId="{494D6766-E60F-4C9C-8053-2F6D56CC7459}" dt="2026-08-31T22:40:04.863" v="4572" actId="478"/>
          <ac:spMkLst>
            <pc:docMk/>
            <pc:sldMk cId="0" sldId="2147483625"/>
            <ac:spMk id="4" creationId="{00000000-0000-0000-0000-000000000000}"/>
          </ac:spMkLst>
        </pc:spChg>
        <pc:spChg chg="add mod">
          <ac:chgData name="Igor Dos Santos Oliveira" userId="b0c2fb47-b880-4cbf-af11-e7a3affee8ed" providerId="ADAL" clId="{494D6766-E60F-4C9C-8053-2F6D56CC7459}" dt="2026-09-01T01:30:19.669" v="5731" actId="555"/>
          <ac:spMkLst>
            <pc:docMk/>
            <pc:sldMk cId="0" sldId="2147483625"/>
            <ac:spMk id="4" creationId="{4F4D19C5-CC58-662E-1982-F2A264FA0009}"/>
          </ac:spMkLst>
        </pc:spChg>
        <pc:spChg chg="del">
          <ac:chgData name="Igor Dos Santos Oliveira" userId="b0c2fb47-b880-4cbf-af11-e7a3affee8ed" providerId="ADAL" clId="{494D6766-E60F-4C9C-8053-2F6D56CC7459}" dt="2026-08-31T22:40:04.863" v="4572" actId="478"/>
          <ac:spMkLst>
            <pc:docMk/>
            <pc:sldMk cId="0" sldId="2147483625"/>
            <ac:spMk id="5" creationId="{00000000-0000-0000-0000-000000000000}"/>
          </ac:spMkLst>
        </pc:spChg>
        <pc:spChg chg="add mod">
          <ac:chgData name="Igor Dos Santos Oliveira" userId="b0c2fb47-b880-4cbf-af11-e7a3affee8ed" providerId="ADAL" clId="{494D6766-E60F-4C9C-8053-2F6D56CC7459}" dt="2026-09-01T01:29:54.215" v="5728"/>
          <ac:spMkLst>
            <pc:docMk/>
            <pc:sldMk cId="0" sldId="2147483625"/>
            <ac:spMk id="5" creationId="{DCF025BE-DA84-6E56-B81A-C1D4F64037EB}"/>
          </ac:spMkLst>
        </pc:spChg>
        <pc:spChg chg="mod">
          <ac:chgData name="Igor Dos Santos Oliveira" userId="b0c2fb47-b880-4cbf-af11-e7a3affee8ed" providerId="ADAL" clId="{494D6766-E60F-4C9C-8053-2F6D56CC7459}" dt="2026-08-31T22:41:12.375" v="4625" actId="1036"/>
          <ac:spMkLst>
            <pc:docMk/>
            <pc:sldMk cId="0" sldId="2147483625"/>
            <ac:spMk id="7" creationId="{00000000-0000-0000-0000-000000000000}"/>
          </ac:spMkLst>
        </pc:spChg>
        <pc:spChg chg="del mod">
          <ac:chgData name="Igor Dos Santos Oliveira" userId="b0c2fb47-b880-4cbf-af11-e7a3affee8ed" providerId="ADAL" clId="{494D6766-E60F-4C9C-8053-2F6D56CC7459}" dt="2026-08-31T20:18:01.965" v="3627" actId="478"/>
          <ac:spMkLst>
            <pc:docMk/>
            <pc:sldMk cId="0" sldId="2147483625"/>
            <ac:spMk id="8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8-31T22:40:08.647" v="4573" actId="478"/>
          <ac:spMkLst>
            <pc:docMk/>
            <pc:sldMk cId="0" sldId="2147483625"/>
            <ac:spMk id="9" creationId="{00000000-0000-0000-0000-000000000000}"/>
          </ac:spMkLst>
        </pc:spChg>
        <pc:spChg chg="add mod">
          <ac:chgData name="Igor Dos Santos Oliveira" userId="b0c2fb47-b880-4cbf-af11-e7a3affee8ed" providerId="ADAL" clId="{494D6766-E60F-4C9C-8053-2F6D56CC7459}" dt="2026-09-01T01:29:54.215" v="5728"/>
          <ac:spMkLst>
            <pc:docMk/>
            <pc:sldMk cId="0" sldId="2147483625"/>
            <ac:spMk id="9" creationId="{DA08780A-F48D-D7F3-A9CA-B07AA2EBCE3C}"/>
          </ac:spMkLst>
        </pc:spChg>
        <pc:spChg chg="del">
          <ac:chgData name="Igor Dos Santos Oliveira" userId="b0c2fb47-b880-4cbf-af11-e7a3affee8ed" providerId="ADAL" clId="{494D6766-E60F-4C9C-8053-2F6D56CC7459}" dt="2026-08-31T22:40:08.647" v="4573" actId="478"/>
          <ac:spMkLst>
            <pc:docMk/>
            <pc:sldMk cId="0" sldId="2147483625"/>
            <ac:spMk id="10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8-31T22:40:04.863" v="4572" actId="478"/>
          <ac:spMkLst>
            <pc:docMk/>
            <pc:sldMk cId="0" sldId="2147483625"/>
            <ac:spMk id="11" creationId="{00000000-0000-0000-0000-000000000000}"/>
          </ac:spMkLst>
        </pc:spChg>
        <pc:spChg chg="add mod">
          <ac:chgData name="Igor Dos Santos Oliveira" userId="b0c2fb47-b880-4cbf-af11-e7a3affee8ed" providerId="ADAL" clId="{494D6766-E60F-4C9C-8053-2F6D56CC7459}" dt="2026-09-01T01:29:54.215" v="5728"/>
          <ac:spMkLst>
            <pc:docMk/>
            <pc:sldMk cId="0" sldId="2147483625"/>
            <ac:spMk id="11" creationId="{B3304C97-8C04-4B38-147D-C40106BBF1EA}"/>
          </ac:spMkLst>
        </pc:spChg>
        <pc:spChg chg="del">
          <ac:chgData name="Igor Dos Santos Oliveira" userId="b0c2fb47-b880-4cbf-af11-e7a3affee8ed" providerId="ADAL" clId="{494D6766-E60F-4C9C-8053-2F6D56CC7459}" dt="2026-08-31T22:40:04.863" v="4572" actId="478"/>
          <ac:spMkLst>
            <pc:docMk/>
            <pc:sldMk cId="0" sldId="2147483625"/>
            <ac:spMk id="12" creationId="{00000000-0000-0000-0000-000000000000}"/>
          </ac:spMkLst>
        </pc:spChg>
        <pc:spChg chg="add mod">
          <ac:chgData name="Igor Dos Santos Oliveira" userId="b0c2fb47-b880-4cbf-af11-e7a3affee8ed" providerId="ADAL" clId="{494D6766-E60F-4C9C-8053-2F6D56CC7459}" dt="2026-09-01T01:29:54.215" v="5728"/>
          <ac:spMkLst>
            <pc:docMk/>
            <pc:sldMk cId="0" sldId="2147483625"/>
            <ac:spMk id="12" creationId="{83930B3E-CC81-51BB-1364-7EDE96A98FD6}"/>
          </ac:spMkLst>
        </pc:spChg>
        <pc:spChg chg="mod">
          <ac:chgData name="Igor Dos Santos Oliveira" userId="b0c2fb47-b880-4cbf-af11-e7a3affee8ed" providerId="ADAL" clId="{494D6766-E60F-4C9C-8053-2F6D56CC7459}" dt="2026-09-01T01:25:42.864" v="5679" actId="2711"/>
          <ac:spMkLst>
            <pc:docMk/>
            <pc:sldMk cId="0" sldId="2147483625"/>
            <ac:spMk id="13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1:33:47.900" v="5810" actId="20577"/>
          <ac:spMkLst>
            <pc:docMk/>
            <pc:sldMk cId="0" sldId="2147483625"/>
            <ac:spMk id="17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1:34:20.820" v="5822" actId="20577"/>
          <ac:spMkLst>
            <pc:docMk/>
            <pc:sldMk cId="0" sldId="2147483625"/>
            <ac:spMk id="18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1:30:43.293" v="5739" actId="1036"/>
          <ac:spMkLst>
            <pc:docMk/>
            <pc:sldMk cId="0" sldId="2147483625"/>
            <ac:spMk id="19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1:30:50.135" v="5740" actId="14100"/>
          <ac:spMkLst>
            <pc:docMk/>
            <pc:sldMk cId="0" sldId="2147483625"/>
            <ac:spMk id="20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9-01T01:24:24.125" v="5660" actId="478"/>
          <ac:spMkLst>
            <pc:docMk/>
            <pc:sldMk cId="0" sldId="2147483625"/>
            <ac:spMk id="21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1:24:14.802" v="5658" actId="207"/>
          <ac:spMkLst>
            <pc:docMk/>
            <pc:sldMk cId="0" sldId="2147483625"/>
            <ac:spMk id="22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1:34:25.619" v="5826" actId="20577"/>
          <ac:spMkLst>
            <pc:docMk/>
            <pc:sldMk cId="0" sldId="2147483625"/>
            <ac:spMk id="24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1:33:34.932" v="5802" actId="20577"/>
          <ac:spMkLst>
            <pc:docMk/>
            <pc:sldMk cId="0" sldId="2147483625"/>
            <ac:spMk id="25" creationId="{00000000-0000-0000-0000-000000000000}"/>
          </ac:spMkLst>
        </pc:spChg>
        <pc:spChg chg="del mod">
          <ac:chgData name="Igor Dos Santos Oliveira" userId="b0c2fb47-b880-4cbf-af11-e7a3affee8ed" providerId="ADAL" clId="{494D6766-E60F-4C9C-8053-2F6D56CC7459}" dt="2026-09-01T01:24:24.125" v="5660" actId="478"/>
          <ac:spMkLst>
            <pc:docMk/>
            <pc:sldMk cId="0" sldId="2147483625"/>
            <ac:spMk id="28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1:24:20.129" v="5659" actId="207"/>
          <ac:spMkLst>
            <pc:docMk/>
            <pc:sldMk cId="0" sldId="2147483625"/>
            <ac:spMk id="29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1:32:42.315" v="5782" actId="20577"/>
          <ac:spMkLst>
            <pc:docMk/>
            <pc:sldMk cId="0" sldId="2147483625"/>
            <ac:spMk id="31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1:32:58.258" v="5786" actId="20577"/>
          <ac:spMkLst>
            <pc:docMk/>
            <pc:sldMk cId="0" sldId="2147483625"/>
            <ac:spMk id="32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9-01T01:29:53.756" v="5727" actId="478"/>
          <ac:spMkLst>
            <pc:docMk/>
            <pc:sldMk cId="0" sldId="2147483625"/>
            <ac:spMk id="33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1:24:47.664" v="5663" actId="555"/>
          <ac:spMkLst>
            <pc:docMk/>
            <pc:sldMk cId="0" sldId="2147483625"/>
            <ac:spMk id="35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1:32:11.185" v="5774" actId="790"/>
          <ac:spMkLst>
            <pc:docMk/>
            <pc:sldMk cId="0" sldId="2147483625"/>
            <ac:spMk id="38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1:31:43.435" v="5764" actId="20577"/>
          <ac:spMkLst>
            <pc:docMk/>
            <pc:sldMk cId="0" sldId="2147483625"/>
            <ac:spMk id="39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22:41:01.686" v="4613" actId="1036"/>
          <ac:spMkLst>
            <pc:docMk/>
            <pc:sldMk cId="0" sldId="2147483625"/>
            <ac:spMk id="41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22:41:01.686" v="4613" actId="1036"/>
          <ac:spMkLst>
            <pc:docMk/>
            <pc:sldMk cId="0" sldId="2147483625"/>
            <ac:spMk id="44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1:32:06.645" v="5773" actId="790"/>
          <ac:spMkLst>
            <pc:docMk/>
            <pc:sldMk cId="0" sldId="2147483625"/>
            <ac:spMk id="45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1:31:29.035" v="5756" actId="20577"/>
          <ac:spMkLst>
            <pc:docMk/>
            <pc:sldMk cId="0" sldId="2147483625"/>
            <ac:spMk id="46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9-01T01:29:53.756" v="5727" actId="478"/>
          <ac:spMkLst>
            <pc:docMk/>
            <pc:sldMk cId="0" sldId="2147483625"/>
            <ac:spMk id="47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9-01T01:29:53.756" v="5727" actId="478"/>
          <ac:spMkLst>
            <pc:docMk/>
            <pc:sldMk cId="0" sldId="2147483625"/>
            <ac:spMk id="48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1:25:42.864" v="5679" actId="2711"/>
          <ac:spMkLst>
            <pc:docMk/>
            <pc:sldMk cId="0" sldId="2147483625"/>
            <ac:spMk id="49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1:29:23.779" v="5726" actId="790"/>
          <ac:spMkLst>
            <pc:docMk/>
            <pc:sldMk cId="0" sldId="2147483625"/>
            <ac:spMk id="52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1:29:16.865" v="5725" actId="20577"/>
          <ac:spMkLst>
            <pc:docMk/>
            <pc:sldMk cId="0" sldId="2147483625"/>
            <ac:spMk id="53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9-01T01:29:53.756" v="5727" actId="478"/>
          <ac:spMkLst>
            <pc:docMk/>
            <pc:sldMk cId="0" sldId="2147483625"/>
            <ac:spMk id="54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1:27:09.679" v="5707" actId="790"/>
          <ac:spMkLst>
            <pc:docMk/>
            <pc:sldMk cId="0" sldId="2147483625"/>
            <ac:spMk id="59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1:27:00.506" v="5705" actId="20577"/>
          <ac:spMkLst>
            <pc:docMk/>
            <pc:sldMk cId="0" sldId="2147483625"/>
            <ac:spMk id="60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9-01T01:29:53.756" v="5727" actId="478"/>
          <ac:spMkLst>
            <pc:docMk/>
            <pc:sldMk cId="0" sldId="2147483625"/>
            <ac:spMk id="62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22:41:01.686" v="4613" actId="1036"/>
          <ac:spMkLst>
            <pc:docMk/>
            <pc:sldMk cId="0" sldId="2147483625"/>
            <ac:spMk id="65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1:27:05.526" v="5706" actId="790"/>
          <ac:spMkLst>
            <pc:docMk/>
            <pc:sldMk cId="0" sldId="2147483625"/>
            <ac:spMk id="66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1:26:27.178" v="5687" actId="20577"/>
          <ac:spMkLst>
            <pc:docMk/>
            <pc:sldMk cId="0" sldId="2147483625"/>
            <ac:spMk id="67" creationId="{00000000-0000-0000-0000-000000000000}"/>
          </ac:spMkLst>
        </pc:spChg>
        <pc:spChg chg="del mod">
          <ac:chgData name="Igor Dos Santos Oliveira" userId="b0c2fb47-b880-4cbf-af11-e7a3affee8ed" providerId="ADAL" clId="{494D6766-E60F-4C9C-8053-2F6D56CC7459}" dt="2026-09-01T01:29:53.756" v="5727" actId="478"/>
          <ac:spMkLst>
            <pc:docMk/>
            <pc:sldMk cId="0" sldId="2147483625"/>
            <ac:spMk id="68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1:25:42.864" v="5679" actId="2711"/>
          <ac:spMkLst>
            <pc:docMk/>
            <pc:sldMk cId="0" sldId="2147483625"/>
            <ac:spMk id="70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1:25:11.616" v="5670" actId="790"/>
          <ac:spMkLst>
            <pc:docMk/>
            <pc:sldMk cId="0" sldId="2147483625"/>
            <ac:spMk id="73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1:25:34.607" v="5678" actId="20577"/>
          <ac:spMkLst>
            <pc:docMk/>
            <pc:sldMk cId="0" sldId="2147483625"/>
            <ac:spMk id="74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9-01T01:29:53.756" v="5727" actId="478"/>
          <ac:spMkLst>
            <pc:docMk/>
            <pc:sldMk cId="0" sldId="2147483625"/>
            <ac:spMk id="75" creationId="{00000000-0000-0000-0000-000000000000}"/>
          </ac:spMkLst>
        </pc:spChg>
        <pc:spChg chg="del mod">
          <ac:chgData name="Igor Dos Santos Oliveira" userId="b0c2fb47-b880-4cbf-af11-e7a3affee8ed" providerId="ADAL" clId="{494D6766-E60F-4C9C-8053-2F6D56CC7459}" dt="2026-09-01T01:29:53.756" v="5727" actId="478"/>
          <ac:spMkLst>
            <pc:docMk/>
            <pc:sldMk cId="0" sldId="2147483625"/>
            <ac:spMk id="76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1:25:42.864" v="5679" actId="2711"/>
          <ac:spMkLst>
            <pc:docMk/>
            <pc:sldMk cId="0" sldId="2147483625"/>
            <ac:spMk id="79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1:24:08.277" v="5656" actId="20577"/>
          <ac:spMkLst>
            <pc:docMk/>
            <pc:sldMk cId="0" sldId="2147483625"/>
            <ac:spMk id="80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9-01T01:24:11.476" v="5657" actId="478"/>
          <ac:spMkLst>
            <pc:docMk/>
            <pc:sldMk cId="0" sldId="2147483625"/>
            <ac:spMk id="81" creationId="{00000000-0000-0000-0000-000000000000}"/>
          </ac:spMkLst>
        </pc:spChg>
        <pc:spChg chg="del mod">
          <ac:chgData name="Igor Dos Santos Oliveira" userId="b0c2fb47-b880-4cbf-af11-e7a3affee8ed" providerId="ADAL" clId="{494D6766-E60F-4C9C-8053-2F6D56CC7459}" dt="2026-09-01T01:29:53.756" v="5727" actId="478"/>
          <ac:spMkLst>
            <pc:docMk/>
            <pc:sldMk cId="0" sldId="2147483625"/>
            <ac:spMk id="82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9-01T01:29:53.756" v="5727" actId="478"/>
          <ac:spMkLst>
            <pc:docMk/>
            <pc:sldMk cId="0" sldId="2147483625"/>
            <ac:spMk id="83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1:25:42.864" v="5679" actId="2711"/>
          <ac:spMkLst>
            <pc:docMk/>
            <pc:sldMk cId="0" sldId="2147483625"/>
            <ac:spMk id="91" creationId="{00000000-0000-0000-0000-000000000000}"/>
          </ac:spMkLst>
        </pc:spChg>
        <pc:spChg chg="add mod">
          <ac:chgData name="Igor Dos Santos Oliveira" userId="b0c2fb47-b880-4cbf-af11-e7a3affee8ed" providerId="ADAL" clId="{494D6766-E60F-4C9C-8053-2F6D56CC7459}" dt="2026-08-30T18:48:04.641" v="332" actId="1035"/>
          <ac:spMkLst>
            <pc:docMk/>
            <pc:sldMk cId="0" sldId="2147483625"/>
            <ac:spMk id="93" creationId="{BBBD6C25-E12C-0226-233E-EDAB2F998642}"/>
          </ac:spMkLst>
        </pc:spChg>
        <pc:spChg chg="add mod">
          <ac:chgData name="Igor Dos Santos Oliveira" userId="b0c2fb47-b880-4cbf-af11-e7a3affee8ed" providerId="ADAL" clId="{494D6766-E60F-4C9C-8053-2F6D56CC7459}" dt="2026-09-01T01:36:35.003" v="5847" actId="404"/>
          <ac:spMkLst>
            <pc:docMk/>
            <pc:sldMk cId="0" sldId="2147483625"/>
            <ac:spMk id="94" creationId="{01B25C59-BC59-BCB6-AFAB-41AD87462E80}"/>
          </ac:spMkLst>
        </pc:spChg>
        <pc:spChg chg="add mod">
          <ac:chgData name="Igor Dos Santos Oliveira" userId="b0c2fb47-b880-4cbf-af11-e7a3affee8ed" providerId="ADAL" clId="{494D6766-E60F-4C9C-8053-2F6D56CC7459}" dt="2026-09-01T01:29:54.215" v="5728"/>
          <ac:spMkLst>
            <pc:docMk/>
            <pc:sldMk cId="0" sldId="2147483625"/>
            <ac:spMk id="98" creationId="{E71B0C75-C018-C0EF-B7A9-3E91F8D9174B}"/>
          </ac:spMkLst>
        </pc:spChg>
        <pc:spChg chg="add mod">
          <ac:chgData name="Igor Dos Santos Oliveira" userId="b0c2fb47-b880-4cbf-af11-e7a3affee8ed" providerId="ADAL" clId="{494D6766-E60F-4C9C-8053-2F6D56CC7459}" dt="2026-09-01T01:29:54.215" v="5728"/>
          <ac:spMkLst>
            <pc:docMk/>
            <pc:sldMk cId="0" sldId="2147483625"/>
            <ac:spMk id="99" creationId="{A5AE5455-FD27-CC21-78EC-8D87A5C9AB62}"/>
          </ac:spMkLst>
        </pc:spChg>
        <pc:spChg chg="add mod">
          <ac:chgData name="Igor Dos Santos Oliveira" userId="b0c2fb47-b880-4cbf-af11-e7a3affee8ed" providerId="ADAL" clId="{494D6766-E60F-4C9C-8053-2F6D56CC7459}" dt="2026-09-01T01:29:54.215" v="5728"/>
          <ac:spMkLst>
            <pc:docMk/>
            <pc:sldMk cId="0" sldId="2147483625"/>
            <ac:spMk id="100" creationId="{15B3CA58-D39F-E03D-694F-CF842C99C7E1}"/>
          </ac:spMkLst>
        </pc:spChg>
        <pc:spChg chg="add mod">
          <ac:chgData name="Igor Dos Santos Oliveira" userId="b0c2fb47-b880-4cbf-af11-e7a3affee8ed" providerId="ADAL" clId="{494D6766-E60F-4C9C-8053-2F6D56CC7459}" dt="2026-09-01T01:29:54.215" v="5728"/>
          <ac:spMkLst>
            <pc:docMk/>
            <pc:sldMk cId="0" sldId="2147483625"/>
            <ac:spMk id="101" creationId="{537B6B4D-35A4-25A8-535D-B5967A22C40D}"/>
          </ac:spMkLst>
        </pc:spChg>
        <pc:spChg chg="add mod">
          <ac:chgData name="Igor Dos Santos Oliveira" userId="b0c2fb47-b880-4cbf-af11-e7a3affee8ed" providerId="ADAL" clId="{494D6766-E60F-4C9C-8053-2F6D56CC7459}" dt="2026-09-01T01:29:54.215" v="5728"/>
          <ac:spMkLst>
            <pc:docMk/>
            <pc:sldMk cId="0" sldId="2147483625"/>
            <ac:spMk id="104" creationId="{3C4FC807-4583-39BD-533C-D1998FCF0988}"/>
          </ac:spMkLst>
        </pc:spChg>
        <pc:spChg chg="add mod">
          <ac:chgData name="Igor Dos Santos Oliveira" userId="b0c2fb47-b880-4cbf-af11-e7a3affee8ed" providerId="ADAL" clId="{494D6766-E60F-4C9C-8053-2F6D56CC7459}" dt="2026-09-01T04:17:25.942" v="9212"/>
          <ac:spMkLst>
            <pc:docMk/>
            <pc:sldMk cId="0" sldId="2147483625"/>
            <ac:spMk id="106" creationId="{8A21E8B8-4DBB-BAA4-3315-83C195918172}"/>
          </ac:spMkLst>
        </pc:spChg>
        <pc:picChg chg="add mod">
          <ac:chgData name="Igor Dos Santos Oliveira" userId="b0c2fb47-b880-4cbf-af11-e7a3affee8ed" providerId="ADAL" clId="{494D6766-E60F-4C9C-8053-2F6D56CC7459}" dt="2026-08-30T18:48:04.641" v="332" actId="1035"/>
          <ac:picMkLst>
            <pc:docMk/>
            <pc:sldMk cId="0" sldId="2147483625"/>
            <ac:picMk id="95" creationId="{7B9ACFC5-F42F-0ADE-885E-044F3F109E50}"/>
          </ac:picMkLst>
        </pc:picChg>
      </pc:sldChg>
      <pc:sldChg chg="addSp delSp modSp add del mod ord setBg modShow">
        <pc:chgData name="Igor Dos Santos Oliveira" userId="b0c2fb47-b880-4cbf-af11-e7a3affee8ed" providerId="ADAL" clId="{494D6766-E60F-4C9C-8053-2F6D56CC7459}" dt="2026-09-01T02:50:58.155" v="7564" actId="47"/>
        <pc:sldMkLst>
          <pc:docMk/>
          <pc:sldMk cId="0" sldId="2147483626"/>
        </pc:sldMkLst>
        <pc:spChg chg="del">
          <ac:chgData name="Igor Dos Santos Oliveira" userId="b0c2fb47-b880-4cbf-af11-e7a3affee8ed" providerId="ADAL" clId="{494D6766-E60F-4C9C-8053-2F6D56CC7459}" dt="2026-08-31T22:53:04.082" v="4986" actId="478"/>
          <ac:spMkLst>
            <pc:docMk/>
            <pc:sldMk cId="0" sldId="2147483626"/>
            <ac:spMk id="5" creationId="{00000000-0000-0000-0000-000000000000}"/>
          </ac:spMkLst>
        </pc:spChg>
        <pc:spChg chg="add mod">
          <ac:chgData name="Igor Dos Santos Oliveira" userId="b0c2fb47-b880-4cbf-af11-e7a3affee8ed" providerId="ADAL" clId="{494D6766-E60F-4C9C-8053-2F6D56CC7459}" dt="2026-08-31T17:47:11.867" v="2486"/>
          <ac:spMkLst>
            <pc:docMk/>
            <pc:sldMk cId="0" sldId="2147483626"/>
            <ac:spMk id="6" creationId="{FBED2969-0834-BD70-ED4B-38871297AFED}"/>
          </ac:spMkLst>
        </pc:spChg>
        <pc:spChg chg="mod">
          <ac:chgData name="Igor Dos Santos Oliveira" userId="b0c2fb47-b880-4cbf-af11-e7a3affee8ed" providerId="ADAL" clId="{494D6766-E60F-4C9C-8053-2F6D56CC7459}" dt="2026-08-31T19:18:55.549" v="3352"/>
          <ac:spMkLst>
            <pc:docMk/>
            <pc:sldMk cId="0" sldId="2147483626"/>
            <ac:spMk id="7" creationId="{00000000-0000-0000-0000-000000000000}"/>
          </ac:spMkLst>
        </pc:spChg>
        <pc:spChg chg="del mod">
          <ac:chgData name="Igor Dos Santos Oliveira" userId="b0c2fb47-b880-4cbf-af11-e7a3affee8ed" providerId="ADAL" clId="{494D6766-E60F-4C9C-8053-2F6D56CC7459}" dt="2026-08-31T19:18:24.933" v="3321" actId="478"/>
          <ac:spMkLst>
            <pc:docMk/>
            <pc:sldMk cId="0" sldId="2147483626"/>
            <ac:spMk id="8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8-31T22:53:08.695" v="4987" actId="478"/>
          <ac:spMkLst>
            <pc:docMk/>
            <pc:sldMk cId="0" sldId="2147483626"/>
            <ac:spMk id="9" creationId="{00000000-0000-0000-0000-000000000000}"/>
          </ac:spMkLst>
        </pc:spChg>
        <pc:spChg chg="del mod">
          <ac:chgData name="Igor Dos Santos Oliveira" userId="b0c2fb47-b880-4cbf-af11-e7a3affee8ed" providerId="ADAL" clId="{494D6766-E60F-4C9C-8053-2F6D56CC7459}" dt="2026-08-31T22:53:08.695" v="4987" actId="478"/>
          <ac:spMkLst>
            <pc:docMk/>
            <pc:sldMk cId="0" sldId="2147483626"/>
            <ac:spMk id="10" creationId="{00000000-0000-0000-0000-000000000000}"/>
          </ac:spMkLst>
        </pc:spChg>
        <pc:spChg chg="del mod">
          <ac:chgData name="Igor Dos Santos Oliveira" userId="b0c2fb47-b880-4cbf-af11-e7a3affee8ed" providerId="ADAL" clId="{494D6766-E60F-4C9C-8053-2F6D56CC7459}" dt="2026-08-31T22:53:08.695" v="4987" actId="478"/>
          <ac:spMkLst>
            <pc:docMk/>
            <pc:sldMk cId="0" sldId="2147483626"/>
            <ac:spMk id="11" creationId="{00000000-0000-0000-0000-000000000000}"/>
          </ac:spMkLst>
        </pc:spChg>
        <pc:spChg chg="mod ord">
          <ac:chgData name="Igor Dos Santos Oliveira" userId="b0c2fb47-b880-4cbf-af11-e7a3affee8ed" providerId="ADAL" clId="{494D6766-E60F-4C9C-8053-2F6D56CC7459}" dt="2026-08-31T22:55:07.023" v="5025" actId="1035"/>
          <ac:spMkLst>
            <pc:docMk/>
            <pc:sldMk cId="0" sldId="2147483626"/>
            <ac:spMk id="38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22:55:07.023" v="5025" actId="1035"/>
          <ac:spMkLst>
            <pc:docMk/>
            <pc:sldMk cId="0" sldId="2147483626"/>
            <ac:spMk id="49" creationId="{00000000-0000-0000-0000-000000000000}"/>
          </ac:spMkLst>
        </pc:spChg>
        <pc:spChg chg="mod ord">
          <ac:chgData name="Igor Dos Santos Oliveira" userId="b0c2fb47-b880-4cbf-af11-e7a3affee8ed" providerId="ADAL" clId="{494D6766-E60F-4C9C-8053-2F6D56CC7459}" dt="2026-08-31T22:55:07.023" v="5025" actId="1035"/>
          <ac:spMkLst>
            <pc:docMk/>
            <pc:sldMk cId="0" sldId="2147483626"/>
            <ac:spMk id="69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22:55:07.023" v="5025" actId="1035"/>
          <ac:spMkLst>
            <pc:docMk/>
            <pc:sldMk cId="0" sldId="2147483626"/>
            <ac:spMk id="83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22:55:07.023" v="5025" actId="1035"/>
          <ac:spMkLst>
            <pc:docMk/>
            <pc:sldMk cId="0" sldId="2147483626"/>
            <ac:spMk id="91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22:55:07.023" v="5025" actId="1035"/>
          <ac:spMkLst>
            <pc:docMk/>
            <pc:sldMk cId="0" sldId="2147483626"/>
            <ac:spMk id="110" creationId="{00000000-0000-0000-0000-000000000000}"/>
          </ac:spMkLst>
        </pc:spChg>
        <pc:spChg chg="mod ord">
          <ac:chgData name="Igor Dos Santos Oliveira" userId="b0c2fb47-b880-4cbf-af11-e7a3affee8ed" providerId="ADAL" clId="{494D6766-E60F-4C9C-8053-2F6D56CC7459}" dt="2026-08-31T18:04:25.217" v="2549" actId="14100"/>
          <ac:spMkLst>
            <pc:docMk/>
            <pc:sldMk cId="0" sldId="2147483626"/>
            <ac:spMk id="117" creationId="{00000000-0000-0000-0000-000000000000}"/>
          </ac:spMkLst>
        </pc:spChg>
        <pc:spChg chg="mod ord">
          <ac:chgData name="Igor Dos Santos Oliveira" userId="b0c2fb47-b880-4cbf-af11-e7a3affee8ed" providerId="ADAL" clId="{494D6766-E60F-4C9C-8053-2F6D56CC7459}" dt="2026-08-31T18:04:05.912" v="2546" actId="12788"/>
          <ac:spMkLst>
            <pc:docMk/>
            <pc:sldMk cId="0" sldId="2147483626"/>
            <ac:spMk id="118" creationId="{00000000-0000-0000-0000-000000000000}"/>
          </ac:spMkLst>
        </pc:spChg>
        <pc:spChg chg="mod ord">
          <ac:chgData name="Igor Dos Santos Oliveira" userId="b0c2fb47-b880-4cbf-af11-e7a3affee8ed" providerId="ADAL" clId="{494D6766-E60F-4C9C-8053-2F6D56CC7459}" dt="2026-08-31T18:04:14.489" v="2548" actId="12788"/>
          <ac:spMkLst>
            <pc:docMk/>
            <pc:sldMk cId="0" sldId="2147483626"/>
            <ac:spMk id="119" creationId="{00000000-0000-0000-0000-000000000000}"/>
          </ac:spMkLst>
        </pc:spChg>
        <pc:spChg chg="mod ord">
          <ac:chgData name="Igor Dos Santos Oliveira" userId="b0c2fb47-b880-4cbf-af11-e7a3affee8ed" providerId="ADAL" clId="{494D6766-E60F-4C9C-8053-2F6D56CC7459}" dt="2026-08-31T18:04:14.489" v="2548" actId="12788"/>
          <ac:spMkLst>
            <pc:docMk/>
            <pc:sldMk cId="0" sldId="2147483626"/>
            <ac:spMk id="120" creationId="{00000000-0000-0000-0000-000000000000}"/>
          </ac:spMkLst>
        </pc:spChg>
        <pc:spChg chg="mod ord">
          <ac:chgData name="Igor Dos Santos Oliveira" userId="b0c2fb47-b880-4cbf-af11-e7a3affee8ed" providerId="ADAL" clId="{494D6766-E60F-4C9C-8053-2F6D56CC7459}" dt="2026-08-31T18:03:03.112" v="2543" actId="255"/>
          <ac:spMkLst>
            <pc:docMk/>
            <pc:sldMk cId="0" sldId="2147483626"/>
            <ac:spMk id="121" creationId="{00000000-0000-0000-0000-000000000000}"/>
          </ac:spMkLst>
        </pc:spChg>
        <pc:spChg chg="mod ord">
          <ac:chgData name="Igor Dos Santos Oliveira" userId="b0c2fb47-b880-4cbf-af11-e7a3affee8ed" providerId="ADAL" clId="{494D6766-E60F-4C9C-8053-2F6D56CC7459}" dt="2026-08-31T21:43:53.724" v="3873" actId="1037"/>
          <ac:spMkLst>
            <pc:docMk/>
            <pc:sldMk cId="0" sldId="2147483626"/>
            <ac:spMk id="125" creationId="{00000000-0000-0000-0000-000000000000}"/>
          </ac:spMkLst>
        </pc:spChg>
        <pc:spChg chg="mod ord">
          <ac:chgData name="Igor Dos Santos Oliveira" userId="b0c2fb47-b880-4cbf-af11-e7a3affee8ed" providerId="ADAL" clId="{494D6766-E60F-4C9C-8053-2F6D56CC7459}" dt="2026-08-31T21:43:53.724" v="3873" actId="1037"/>
          <ac:spMkLst>
            <pc:docMk/>
            <pc:sldMk cId="0" sldId="2147483626"/>
            <ac:spMk id="126" creationId="{00000000-0000-0000-0000-000000000000}"/>
          </ac:spMkLst>
        </pc:spChg>
        <pc:spChg chg="mod ord">
          <ac:chgData name="Igor Dos Santos Oliveira" userId="b0c2fb47-b880-4cbf-af11-e7a3affee8ed" providerId="ADAL" clId="{494D6766-E60F-4C9C-8053-2F6D56CC7459}" dt="2026-08-31T18:44:20.142" v="2735" actId="12788"/>
          <ac:spMkLst>
            <pc:docMk/>
            <pc:sldMk cId="0" sldId="2147483626"/>
            <ac:spMk id="127" creationId="{00000000-0000-0000-0000-000000000000}"/>
          </ac:spMkLst>
        </pc:spChg>
        <pc:spChg chg="mod ord">
          <ac:chgData name="Igor Dos Santos Oliveira" userId="b0c2fb47-b880-4cbf-af11-e7a3affee8ed" providerId="ADAL" clId="{494D6766-E60F-4C9C-8053-2F6D56CC7459}" dt="2026-08-31T22:55:07.023" v="5025" actId="1035"/>
          <ac:spMkLst>
            <pc:docMk/>
            <pc:sldMk cId="0" sldId="2147483626"/>
            <ac:spMk id="128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3:00:19.818" v="841" actId="1076"/>
          <ac:spMkLst>
            <pc:docMk/>
            <pc:sldMk cId="0" sldId="2147483626"/>
            <ac:spMk id="129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3:00:19.818" v="841" actId="1076"/>
          <ac:spMkLst>
            <pc:docMk/>
            <pc:sldMk cId="0" sldId="2147483626"/>
            <ac:spMk id="130" creationId="{00000000-0000-0000-0000-000000000000}"/>
          </ac:spMkLst>
        </pc:spChg>
        <pc:spChg chg="mod ord">
          <ac:chgData name="Igor Dos Santos Oliveira" userId="b0c2fb47-b880-4cbf-af11-e7a3affee8ed" providerId="ADAL" clId="{494D6766-E60F-4C9C-8053-2F6D56CC7459}" dt="2026-08-31T18:05:53.090" v="2597" actId="12788"/>
          <ac:spMkLst>
            <pc:docMk/>
            <pc:sldMk cId="0" sldId="2147483626"/>
            <ac:spMk id="133" creationId="{00000000-0000-0000-0000-000000000000}"/>
          </ac:spMkLst>
        </pc:spChg>
        <pc:spChg chg="mod ord">
          <ac:chgData name="Igor Dos Santos Oliveira" userId="b0c2fb47-b880-4cbf-af11-e7a3affee8ed" providerId="ADAL" clId="{494D6766-E60F-4C9C-8053-2F6D56CC7459}" dt="2026-08-31T18:05:53.090" v="2597" actId="12788"/>
          <ac:spMkLst>
            <pc:docMk/>
            <pc:sldMk cId="0" sldId="2147483626"/>
            <ac:spMk id="134" creationId="{00000000-0000-0000-0000-000000000000}"/>
          </ac:spMkLst>
        </pc:spChg>
        <pc:spChg chg="mod ord">
          <ac:chgData name="Igor Dos Santos Oliveira" userId="b0c2fb47-b880-4cbf-af11-e7a3affee8ed" providerId="ADAL" clId="{494D6766-E60F-4C9C-8053-2F6D56CC7459}" dt="2026-08-31T18:03:03.112" v="2543" actId="255"/>
          <ac:spMkLst>
            <pc:docMk/>
            <pc:sldMk cId="0" sldId="2147483626"/>
            <ac:spMk id="136" creationId="{00000000-0000-0000-0000-000000000000}"/>
          </ac:spMkLst>
        </pc:spChg>
        <pc:spChg chg="mod ord">
          <ac:chgData name="Igor Dos Santos Oliveira" userId="b0c2fb47-b880-4cbf-af11-e7a3affee8ed" providerId="ADAL" clId="{494D6766-E60F-4C9C-8053-2F6D56CC7459}" dt="2026-08-31T21:44:12.546" v="3875" actId="12788"/>
          <ac:spMkLst>
            <pc:docMk/>
            <pc:sldMk cId="0" sldId="2147483626"/>
            <ac:spMk id="141" creationId="{00000000-0000-0000-0000-000000000000}"/>
          </ac:spMkLst>
        </pc:spChg>
        <pc:spChg chg="mod ord">
          <ac:chgData name="Igor Dos Santos Oliveira" userId="b0c2fb47-b880-4cbf-af11-e7a3affee8ed" providerId="ADAL" clId="{494D6766-E60F-4C9C-8053-2F6D56CC7459}" dt="2026-08-31T21:44:12.546" v="3875" actId="12788"/>
          <ac:spMkLst>
            <pc:docMk/>
            <pc:sldMk cId="0" sldId="2147483626"/>
            <ac:spMk id="142" creationId="{00000000-0000-0000-0000-000000000000}"/>
          </ac:spMkLst>
        </pc:spChg>
        <pc:spChg chg="mod ord">
          <ac:chgData name="Igor Dos Santos Oliveira" userId="b0c2fb47-b880-4cbf-af11-e7a3affee8ed" providerId="ADAL" clId="{494D6766-E60F-4C9C-8053-2F6D56CC7459}" dt="2026-08-31T18:48:42.341" v="2845" actId="12788"/>
          <ac:spMkLst>
            <pc:docMk/>
            <pc:sldMk cId="0" sldId="2147483626"/>
            <ac:spMk id="143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8:48:42.341" v="2845" actId="12788"/>
          <ac:spMkLst>
            <pc:docMk/>
            <pc:sldMk cId="0" sldId="2147483626"/>
            <ac:spMk id="144" creationId="{00000000-0000-0000-0000-000000000000}"/>
          </ac:spMkLst>
        </pc:spChg>
        <pc:spChg chg="mod ord">
          <ac:chgData name="Igor Dos Santos Oliveira" userId="b0c2fb47-b880-4cbf-af11-e7a3affee8ed" providerId="ADAL" clId="{494D6766-E60F-4C9C-8053-2F6D56CC7459}" dt="2026-08-31T18:14:15.323" v="2686" actId="14100"/>
          <ac:spMkLst>
            <pc:docMk/>
            <pc:sldMk cId="0" sldId="2147483626"/>
            <ac:spMk id="150" creationId="{00000000-0000-0000-0000-000000000000}"/>
          </ac:spMkLst>
        </pc:spChg>
        <pc:spChg chg="mod ord">
          <ac:chgData name="Igor Dos Santos Oliveira" userId="b0c2fb47-b880-4cbf-af11-e7a3affee8ed" providerId="ADAL" clId="{494D6766-E60F-4C9C-8053-2F6D56CC7459}" dt="2026-08-31T18:07:20.061" v="2642" actId="12788"/>
          <ac:spMkLst>
            <pc:docMk/>
            <pc:sldMk cId="0" sldId="2147483626"/>
            <ac:spMk id="151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8:57:07.686" v="2970" actId="12788"/>
          <ac:spMkLst>
            <pc:docMk/>
            <pc:sldMk cId="0" sldId="2147483626"/>
            <ac:spMk id="152" creationId="{00000000-0000-0000-0000-000000000000}"/>
          </ac:spMkLst>
        </pc:spChg>
        <pc:spChg chg="mod ord">
          <ac:chgData name="Igor Dos Santos Oliveira" userId="b0c2fb47-b880-4cbf-af11-e7a3affee8ed" providerId="ADAL" clId="{494D6766-E60F-4C9C-8053-2F6D56CC7459}" dt="2026-08-31T22:55:07.023" v="5025" actId="1035"/>
          <ac:spMkLst>
            <pc:docMk/>
            <pc:sldMk cId="0" sldId="2147483626"/>
            <ac:spMk id="153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22:55:07.023" v="5025" actId="1035"/>
          <ac:spMkLst>
            <pc:docMk/>
            <pc:sldMk cId="0" sldId="2147483626"/>
            <ac:spMk id="154" creationId="{00000000-0000-0000-0000-000000000000}"/>
          </ac:spMkLst>
        </pc:spChg>
        <pc:spChg chg="mod ord">
          <ac:chgData name="Igor Dos Santos Oliveira" userId="b0c2fb47-b880-4cbf-af11-e7a3affee8ed" providerId="ADAL" clId="{494D6766-E60F-4C9C-8053-2F6D56CC7459}" dt="2026-08-31T18:14:05.677" v="2685" actId="1038"/>
          <ac:spMkLst>
            <pc:docMk/>
            <pc:sldMk cId="0" sldId="2147483626"/>
            <ac:spMk id="155" creationId="{00000000-0000-0000-0000-000000000000}"/>
          </ac:spMkLst>
        </pc:spChg>
        <pc:spChg chg="mod ord">
          <ac:chgData name="Igor Dos Santos Oliveira" userId="b0c2fb47-b880-4cbf-af11-e7a3affee8ed" providerId="ADAL" clId="{494D6766-E60F-4C9C-8053-2F6D56CC7459}" dt="2026-08-31T18:14:34.497" v="2689" actId="14100"/>
          <ac:spMkLst>
            <pc:docMk/>
            <pc:sldMk cId="0" sldId="2147483626"/>
            <ac:spMk id="156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8:14:05.677" v="2685" actId="1038"/>
          <ac:spMkLst>
            <pc:docMk/>
            <pc:sldMk cId="0" sldId="2147483626"/>
            <ac:spMk id="157" creationId="{00000000-0000-0000-0000-000000000000}"/>
          </ac:spMkLst>
        </pc:spChg>
        <pc:spChg chg="mod ord">
          <ac:chgData name="Igor Dos Santos Oliveira" userId="b0c2fb47-b880-4cbf-af11-e7a3affee8ed" providerId="ADAL" clId="{494D6766-E60F-4C9C-8053-2F6D56CC7459}" dt="2026-08-31T21:43:40.950" v="3847" actId="12788"/>
          <ac:spMkLst>
            <pc:docMk/>
            <pc:sldMk cId="0" sldId="2147483626"/>
            <ac:spMk id="158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21:43:40.950" v="3847" actId="12788"/>
          <ac:spMkLst>
            <pc:docMk/>
            <pc:sldMk cId="0" sldId="2147483626"/>
            <ac:spMk id="159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8:45:39.846" v="2770" actId="1035"/>
          <ac:spMkLst>
            <pc:docMk/>
            <pc:sldMk cId="0" sldId="2147483626"/>
            <ac:spMk id="160" creationId="{00000000-0000-0000-0000-000000000000}"/>
          </ac:spMkLst>
        </pc:spChg>
        <pc:spChg chg="mod ord">
          <ac:chgData name="Igor Dos Santos Oliveira" userId="b0c2fb47-b880-4cbf-af11-e7a3affee8ed" providerId="ADAL" clId="{494D6766-E60F-4C9C-8053-2F6D56CC7459}" dt="2026-08-31T18:45:39.846" v="2770" actId="1035"/>
          <ac:spMkLst>
            <pc:docMk/>
            <pc:sldMk cId="0" sldId="2147483626"/>
            <ac:spMk id="161" creationId="{00000000-0000-0000-0000-000000000000}"/>
          </ac:spMkLst>
        </pc:spChg>
        <pc:spChg chg="mod ord">
          <ac:chgData name="Igor Dos Santos Oliveira" userId="b0c2fb47-b880-4cbf-af11-e7a3affee8ed" providerId="ADAL" clId="{494D6766-E60F-4C9C-8053-2F6D56CC7459}" dt="2026-08-31T18:05:46.181" v="2595" actId="12788"/>
          <ac:spMkLst>
            <pc:docMk/>
            <pc:sldMk cId="0" sldId="2147483626"/>
            <ac:spMk id="166" creationId="{00000000-0000-0000-0000-000000000000}"/>
          </ac:spMkLst>
        </pc:spChg>
        <pc:spChg chg="mod ord">
          <ac:chgData name="Igor Dos Santos Oliveira" userId="b0c2fb47-b880-4cbf-af11-e7a3affee8ed" providerId="ADAL" clId="{494D6766-E60F-4C9C-8053-2F6D56CC7459}" dt="2026-08-31T18:05:46.181" v="2595" actId="12788"/>
          <ac:spMkLst>
            <pc:docMk/>
            <pc:sldMk cId="0" sldId="2147483626"/>
            <ac:spMk id="167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8:55:11.006" v="2967" actId="12788"/>
          <ac:spMkLst>
            <pc:docMk/>
            <pc:sldMk cId="0" sldId="2147483626"/>
            <ac:spMk id="168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8:55:11.006" v="2967" actId="12788"/>
          <ac:spMkLst>
            <pc:docMk/>
            <pc:sldMk cId="0" sldId="2147483626"/>
            <ac:spMk id="169" creationId="{00000000-0000-0000-0000-000000000000}"/>
          </ac:spMkLst>
        </pc:spChg>
        <pc:spChg chg="mod ord">
          <ac:chgData name="Igor Dos Santos Oliveira" userId="b0c2fb47-b880-4cbf-af11-e7a3affee8ed" providerId="ADAL" clId="{494D6766-E60F-4C9C-8053-2F6D56CC7459}" dt="2026-08-31T18:53:57.003" v="2955" actId="12788"/>
          <ac:spMkLst>
            <pc:docMk/>
            <pc:sldMk cId="0" sldId="2147483626"/>
            <ac:spMk id="170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8:53:57.003" v="2955" actId="12788"/>
          <ac:spMkLst>
            <pc:docMk/>
            <pc:sldMk cId="0" sldId="2147483626"/>
            <ac:spMk id="171" creationId="{00000000-0000-0000-0000-000000000000}"/>
          </ac:spMkLst>
        </pc:spChg>
        <pc:spChg chg="mod ord">
          <ac:chgData name="Igor Dos Santos Oliveira" userId="b0c2fb47-b880-4cbf-af11-e7a3affee8ed" providerId="ADAL" clId="{494D6766-E60F-4C9C-8053-2F6D56CC7459}" dt="2026-08-31T18:52:17.894" v="2951" actId="12788"/>
          <ac:spMkLst>
            <pc:docMk/>
            <pc:sldMk cId="0" sldId="2147483626"/>
            <ac:spMk id="172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8:52:17.894" v="2951" actId="12788"/>
          <ac:spMkLst>
            <pc:docMk/>
            <pc:sldMk cId="0" sldId="2147483626"/>
            <ac:spMk id="173" creationId="{00000000-0000-0000-0000-000000000000}"/>
          </ac:spMkLst>
        </pc:spChg>
        <pc:spChg chg="mod ord">
          <ac:chgData name="Igor Dos Santos Oliveira" userId="b0c2fb47-b880-4cbf-af11-e7a3affee8ed" providerId="ADAL" clId="{494D6766-E60F-4C9C-8053-2F6D56CC7459}" dt="2026-08-31T18:50:07.125" v="2898" actId="1037"/>
          <ac:spMkLst>
            <pc:docMk/>
            <pc:sldMk cId="0" sldId="2147483626"/>
            <ac:spMk id="174" creationId="{00000000-0000-0000-0000-000000000000}"/>
          </ac:spMkLst>
        </pc:spChg>
        <pc:spChg chg="mod ord">
          <ac:chgData name="Igor Dos Santos Oliveira" userId="b0c2fb47-b880-4cbf-af11-e7a3affee8ed" providerId="ADAL" clId="{494D6766-E60F-4C9C-8053-2F6D56CC7459}" dt="2026-08-31T18:50:07.125" v="2898" actId="1037"/>
          <ac:spMkLst>
            <pc:docMk/>
            <pc:sldMk cId="0" sldId="2147483626"/>
            <ac:spMk id="175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22:55:07.023" v="5025" actId="1035"/>
          <ac:spMkLst>
            <pc:docMk/>
            <pc:sldMk cId="0" sldId="2147483626"/>
            <ac:spMk id="176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8:47:38.526" v="2810" actId="12788"/>
          <ac:spMkLst>
            <pc:docMk/>
            <pc:sldMk cId="0" sldId="2147483626"/>
            <ac:spMk id="177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8:57:56.666" v="3005" actId="1036"/>
          <ac:spMkLst>
            <pc:docMk/>
            <pc:sldMk cId="0" sldId="2147483626"/>
            <ac:spMk id="182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8:57:56.666" v="3005" actId="1036"/>
          <ac:spMkLst>
            <pc:docMk/>
            <pc:sldMk cId="0" sldId="2147483626"/>
            <ac:spMk id="183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8:57:39.295" v="2986" actId="1036"/>
          <ac:spMkLst>
            <pc:docMk/>
            <pc:sldMk cId="0" sldId="2147483626"/>
            <ac:spMk id="184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8:57:56.666" v="3005" actId="1036"/>
          <ac:spMkLst>
            <pc:docMk/>
            <pc:sldMk cId="0" sldId="2147483626"/>
            <ac:spMk id="185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8:57:46.702" v="2987" actId="14100"/>
          <ac:spMkLst>
            <pc:docMk/>
            <pc:sldMk cId="0" sldId="2147483626"/>
            <ac:spMk id="186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8:57:56.666" v="3005" actId="1036"/>
          <ac:spMkLst>
            <pc:docMk/>
            <pc:sldMk cId="0" sldId="2147483626"/>
            <ac:spMk id="188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8:57:56.666" v="3005" actId="1036"/>
          <ac:spMkLst>
            <pc:docMk/>
            <pc:sldMk cId="0" sldId="2147483626"/>
            <ac:spMk id="189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8:57:56.666" v="3005" actId="1036"/>
          <ac:spMkLst>
            <pc:docMk/>
            <pc:sldMk cId="0" sldId="2147483626"/>
            <ac:spMk id="190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8:57:56.666" v="3005" actId="1036"/>
          <ac:spMkLst>
            <pc:docMk/>
            <pc:sldMk cId="0" sldId="2147483626"/>
            <ac:spMk id="191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8:57:56.666" v="3005" actId="1036"/>
          <ac:spMkLst>
            <pc:docMk/>
            <pc:sldMk cId="0" sldId="2147483626"/>
            <ac:spMk id="194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8:57:56.666" v="3005" actId="1036"/>
          <ac:spMkLst>
            <pc:docMk/>
            <pc:sldMk cId="0" sldId="2147483626"/>
            <ac:spMk id="195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8:57:56.666" v="3005" actId="1036"/>
          <ac:spMkLst>
            <pc:docMk/>
            <pc:sldMk cId="0" sldId="2147483626"/>
            <ac:spMk id="197" creationId="{00000000-0000-0000-0000-000000000000}"/>
          </ac:spMkLst>
        </pc:spChg>
        <pc:spChg chg="del mod topLvl">
          <ac:chgData name="Igor Dos Santos Oliveira" userId="b0c2fb47-b880-4cbf-af11-e7a3affee8ed" providerId="ADAL" clId="{494D6766-E60F-4C9C-8053-2F6D56CC7459}" dt="2026-08-31T15:27:26.661" v="1615" actId="478"/>
          <ac:spMkLst>
            <pc:docMk/>
            <pc:sldMk cId="0" sldId="2147483626"/>
            <ac:spMk id="204" creationId="{89C389E6-7168-755F-ABB1-0A9C9390EE08}"/>
          </ac:spMkLst>
        </pc:spChg>
        <pc:spChg chg="del mod topLvl">
          <ac:chgData name="Igor Dos Santos Oliveira" userId="b0c2fb47-b880-4cbf-af11-e7a3affee8ed" providerId="ADAL" clId="{494D6766-E60F-4C9C-8053-2F6D56CC7459}" dt="2026-08-31T15:27:24.883" v="1614" actId="478"/>
          <ac:spMkLst>
            <pc:docMk/>
            <pc:sldMk cId="0" sldId="2147483626"/>
            <ac:spMk id="205" creationId="{4EB42B25-CD35-C45B-0081-FB5223EE17DC}"/>
          </ac:spMkLst>
        </pc:spChg>
        <pc:spChg chg="add mod">
          <ac:chgData name="Igor Dos Santos Oliveira" userId="b0c2fb47-b880-4cbf-af11-e7a3affee8ed" providerId="ADAL" clId="{494D6766-E60F-4C9C-8053-2F6D56CC7459}" dt="2026-09-01T01:36:38.645" v="5848" actId="404"/>
          <ac:spMkLst>
            <pc:docMk/>
            <pc:sldMk cId="0" sldId="2147483626"/>
            <ac:spMk id="210" creationId="{AFD71D3D-1D6F-1C26-2307-422D3B653386}"/>
          </ac:spMkLst>
        </pc:spChg>
        <pc:grpChg chg="add del mod">
          <ac:chgData name="Igor Dos Santos Oliveira" userId="b0c2fb47-b880-4cbf-af11-e7a3affee8ed" providerId="ADAL" clId="{494D6766-E60F-4C9C-8053-2F6D56CC7459}" dt="2026-08-31T15:27:19.391" v="1613" actId="478"/>
          <ac:grpSpMkLst>
            <pc:docMk/>
            <pc:sldMk cId="0" sldId="2147483626"/>
            <ac:grpSpMk id="199" creationId="{218E513F-2E13-F151-658D-1267D585BB25}"/>
          </ac:grpSpMkLst>
        </pc:grpChg>
        <pc:grpChg chg="add del mod">
          <ac:chgData name="Igor Dos Santos Oliveira" userId="b0c2fb47-b880-4cbf-af11-e7a3affee8ed" providerId="ADAL" clId="{494D6766-E60F-4C9C-8053-2F6D56CC7459}" dt="2026-08-31T15:27:19.391" v="1613" actId="478"/>
          <ac:grpSpMkLst>
            <pc:docMk/>
            <pc:sldMk cId="0" sldId="2147483626"/>
            <ac:grpSpMk id="200" creationId="{2C490734-15F5-A4A5-25C9-D5121DDE84EC}"/>
          </ac:grpSpMkLst>
        </pc:grpChg>
        <pc:grpChg chg="add del mod">
          <ac:chgData name="Igor Dos Santos Oliveira" userId="b0c2fb47-b880-4cbf-af11-e7a3affee8ed" providerId="ADAL" clId="{494D6766-E60F-4C9C-8053-2F6D56CC7459}" dt="2026-08-31T15:27:24.883" v="1614" actId="478"/>
          <ac:grpSpMkLst>
            <pc:docMk/>
            <pc:sldMk cId="0" sldId="2147483626"/>
            <ac:grpSpMk id="203" creationId="{3D758146-A094-239A-82C4-2155B3563F25}"/>
          </ac:grpSpMkLst>
        </pc:grpChg>
        <pc:grpChg chg="add del mod">
          <ac:chgData name="Igor Dos Santos Oliveira" userId="b0c2fb47-b880-4cbf-af11-e7a3affee8ed" providerId="ADAL" clId="{494D6766-E60F-4C9C-8053-2F6D56CC7459}" dt="2026-08-31T15:27:29.131" v="1616" actId="478"/>
          <ac:grpSpMkLst>
            <pc:docMk/>
            <pc:sldMk cId="0" sldId="2147483626"/>
            <ac:grpSpMk id="206" creationId="{D4791016-8F81-03B2-21BC-0DC53688F972}"/>
          </ac:grpSpMkLst>
        </pc:grpChg>
        <pc:picChg chg="add mod">
          <ac:chgData name="Igor Dos Santos Oliveira" userId="b0c2fb47-b880-4cbf-af11-e7a3affee8ed" providerId="ADAL" clId="{494D6766-E60F-4C9C-8053-2F6D56CC7459}" dt="2026-08-31T18:54:21.854" v="2956" actId="553"/>
          <ac:picMkLst>
            <pc:docMk/>
            <pc:sldMk cId="0" sldId="2147483626"/>
            <ac:picMk id="2" creationId="{017649A9-4C31-9204-BE8D-9A6EA5FCA423}"/>
          </ac:picMkLst>
        </pc:picChg>
        <pc:picChg chg="add mod">
          <ac:chgData name="Igor Dos Santos Oliveira" userId="b0c2fb47-b880-4cbf-af11-e7a3affee8ed" providerId="ADAL" clId="{494D6766-E60F-4C9C-8053-2F6D56CC7459}" dt="2026-08-31T18:54:21.854" v="2956" actId="553"/>
          <ac:picMkLst>
            <pc:docMk/>
            <pc:sldMk cId="0" sldId="2147483626"/>
            <ac:picMk id="3" creationId="{44A0CC5F-9AA0-B62A-78D2-0DD678062771}"/>
          </ac:picMkLst>
        </pc:picChg>
        <pc:picChg chg="add mod">
          <ac:chgData name="Igor Dos Santos Oliveira" userId="b0c2fb47-b880-4cbf-af11-e7a3affee8ed" providerId="ADAL" clId="{494D6766-E60F-4C9C-8053-2F6D56CC7459}" dt="2026-08-31T18:47:43.640" v="2838" actId="1037"/>
          <ac:picMkLst>
            <pc:docMk/>
            <pc:sldMk cId="0" sldId="2147483626"/>
            <ac:picMk id="4" creationId="{00871B14-FC88-8E8F-3257-B3118BBB9C67}"/>
          </ac:picMkLst>
        </pc:picChg>
        <pc:picChg chg="add mod">
          <ac:chgData name="Igor Dos Santos Oliveira" userId="b0c2fb47-b880-4cbf-af11-e7a3affee8ed" providerId="ADAL" clId="{494D6766-E60F-4C9C-8053-2F6D56CC7459}" dt="2026-08-31T15:28:04.171" v="1624" actId="1038"/>
          <ac:picMkLst>
            <pc:docMk/>
            <pc:sldMk cId="0" sldId="2147483626"/>
            <ac:picMk id="213" creationId="{8BD9231C-3701-7D25-825E-E2DA5DAF9468}"/>
          </ac:picMkLst>
        </pc:picChg>
      </pc:sldChg>
      <pc:sldChg chg="modSp del mod">
        <pc:chgData name="Igor Dos Santos Oliveira" userId="b0c2fb47-b880-4cbf-af11-e7a3affee8ed" providerId="ADAL" clId="{494D6766-E60F-4C9C-8053-2F6D56CC7459}" dt="2026-08-31T15:18:31.510" v="1565" actId="47"/>
        <pc:sldMkLst>
          <pc:docMk/>
          <pc:sldMk cId="2397930725" sldId="2147483627"/>
        </pc:sldMkLst>
        <pc:spChg chg="mod">
          <ac:chgData name="Igor Dos Santos Oliveira" userId="b0c2fb47-b880-4cbf-af11-e7a3affee8ed" providerId="ADAL" clId="{494D6766-E60F-4C9C-8053-2F6D56CC7459}" dt="2026-08-31T14:01:27.023" v="938" actId="1076"/>
          <ac:spMkLst>
            <pc:docMk/>
            <pc:sldMk cId="2397930725" sldId="2147483627"/>
            <ac:spMk id="2" creationId="{45089D79-3564-FFE4-F2D2-C3D2CEEA9353}"/>
          </ac:spMkLst>
        </pc:spChg>
      </pc:sldChg>
      <pc:sldChg chg="add">
        <pc:chgData name="Igor Dos Santos Oliveira" userId="b0c2fb47-b880-4cbf-af11-e7a3affee8ed" providerId="ADAL" clId="{494D6766-E60F-4C9C-8053-2F6D56CC7459}" dt="2026-08-31T15:26:22.375" v="1612" actId="2890"/>
        <pc:sldMkLst>
          <pc:docMk/>
          <pc:sldMk cId="3780211178" sldId="2147483627"/>
        </pc:sldMkLst>
      </pc:sldChg>
      <pc:sldChg chg="addSp delSp modSp add mod setBg">
        <pc:chgData name="Igor Dos Santos Oliveira" userId="b0c2fb47-b880-4cbf-af11-e7a3affee8ed" providerId="ADAL" clId="{494D6766-E60F-4C9C-8053-2F6D56CC7459}" dt="2026-09-01T04:22:17.786" v="9341" actId="552"/>
        <pc:sldMkLst>
          <pc:docMk/>
          <pc:sldMk cId="0" sldId="2147483628"/>
        </pc:sldMkLst>
        <pc:spChg chg="mod">
          <ac:chgData name="Igor Dos Santos Oliveira" userId="b0c2fb47-b880-4cbf-af11-e7a3affee8ed" providerId="ADAL" clId="{494D6766-E60F-4C9C-8053-2F6D56CC7459}" dt="2026-08-31T22:43:10.702" v="4657" actId="14100"/>
          <ac:spMkLst>
            <pc:docMk/>
            <pc:sldMk cId="0" sldId="2147483628"/>
            <ac:spMk id="3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5:54:27.054" v="1712" actId="27636"/>
          <ac:spMkLst>
            <pc:docMk/>
            <pc:sldMk cId="0" sldId="2147483628"/>
            <ac:spMk id="4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9:14:52.372" v="3201"/>
          <ac:spMkLst>
            <pc:docMk/>
            <pc:sldMk cId="0" sldId="2147483628"/>
            <ac:spMk id="6" creationId="{00000000-0000-0000-0000-000000000000}"/>
          </ac:spMkLst>
        </pc:spChg>
        <pc:spChg chg="del mod">
          <ac:chgData name="Igor Dos Santos Oliveira" userId="b0c2fb47-b880-4cbf-af11-e7a3affee8ed" providerId="ADAL" clId="{494D6766-E60F-4C9C-8053-2F6D56CC7459}" dt="2026-08-31T19:14:13.938" v="3171" actId="478"/>
          <ac:spMkLst>
            <pc:docMk/>
            <pc:sldMk cId="0" sldId="2147483628"/>
            <ac:spMk id="7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2:36:16.855" v="7287" actId="790"/>
          <ac:spMkLst>
            <pc:docMk/>
            <pc:sldMk cId="0" sldId="2147483628"/>
            <ac:spMk id="17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2:36:20.889" v="7288" actId="313"/>
          <ac:spMkLst>
            <pc:docMk/>
            <pc:sldMk cId="0" sldId="2147483628"/>
            <ac:spMk id="18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4:22:17.786" v="9341" actId="552"/>
          <ac:spMkLst>
            <pc:docMk/>
            <pc:sldMk cId="0" sldId="2147483628"/>
            <ac:spMk id="19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7:14:09.246" v="1808" actId="1076"/>
          <ac:spMkLst>
            <pc:docMk/>
            <pc:sldMk cId="0" sldId="2147483628"/>
            <ac:spMk id="21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8-31T15:57:30.152" v="1713" actId="478"/>
          <ac:spMkLst>
            <pc:docMk/>
            <pc:sldMk cId="0" sldId="2147483628"/>
            <ac:spMk id="24" creationId="{00000000-0000-0000-0000-000000000000}"/>
          </ac:spMkLst>
        </pc:spChg>
        <pc:spChg chg="add mod">
          <ac:chgData name="Igor Dos Santos Oliveira" userId="b0c2fb47-b880-4cbf-af11-e7a3affee8ed" providerId="ADAL" clId="{494D6766-E60F-4C9C-8053-2F6D56CC7459}" dt="2026-08-31T19:11:15.145" v="3106" actId="1076"/>
          <ac:spMkLst>
            <pc:docMk/>
            <pc:sldMk cId="0" sldId="2147483628"/>
            <ac:spMk id="24" creationId="{4E4B0EE2-8FAF-7F09-D5F0-DE8438324863}"/>
          </ac:spMkLst>
        </pc:spChg>
        <pc:spChg chg="add mod">
          <ac:chgData name="Igor Dos Santos Oliveira" userId="b0c2fb47-b880-4cbf-af11-e7a3affee8ed" providerId="ADAL" clId="{494D6766-E60F-4C9C-8053-2F6D56CC7459}" dt="2026-08-31T19:11:15.145" v="3106" actId="1076"/>
          <ac:spMkLst>
            <pc:docMk/>
            <pc:sldMk cId="0" sldId="2147483628"/>
            <ac:spMk id="25" creationId="{320D16AB-291E-70FF-066D-21589814A15B}"/>
          </ac:spMkLst>
        </pc:spChg>
        <pc:spChg chg="add mod">
          <ac:chgData name="Igor Dos Santos Oliveira" userId="b0c2fb47-b880-4cbf-af11-e7a3affee8ed" providerId="ADAL" clId="{494D6766-E60F-4C9C-8053-2F6D56CC7459}" dt="2026-08-31T19:13:58.807" v="3169"/>
          <ac:spMkLst>
            <pc:docMk/>
            <pc:sldMk cId="0" sldId="2147483628"/>
            <ac:spMk id="26" creationId="{6792F314-824D-D2C3-4A40-F36BC41F178D}"/>
          </ac:spMkLst>
        </pc:spChg>
        <pc:spChg chg="del">
          <ac:chgData name="Igor Dos Santos Oliveira" userId="b0c2fb47-b880-4cbf-af11-e7a3affee8ed" providerId="ADAL" clId="{494D6766-E60F-4C9C-8053-2F6D56CC7459}" dt="2026-08-31T15:57:30.152" v="1713" actId="478"/>
          <ac:spMkLst>
            <pc:docMk/>
            <pc:sldMk cId="0" sldId="2147483628"/>
            <ac:spMk id="27" creationId="{00000000-0000-0000-0000-000000000000}"/>
          </ac:spMkLst>
        </pc:spChg>
        <pc:spChg chg="add del mod">
          <ac:chgData name="Igor Dos Santos Oliveira" userId="b0c2fb47-b880-4cbf-af11-e7a3affee8ed" providerId="ADAL" clId="{494D6766-E60F-4C9C-8053-2F6D56CC7459}" dt="2026-08-31T19:12:02.555" v="3126" actId="478"/>
          <ac:spMkLst>
            <pc:docMk/>
            <pc:sldMk cId="0" sldId="2147483628"/>
            <ac:spMk id="27" creationId="{DFE9CF0B-6DF8-A43D-198A-823AAC654F9C}"/>
          </ac:spMkLst>
        </pc:spChg>
        <pc:spChg chg="del">
          <ac:chgData name="Igor Dos Santos Oliveira" userId="b0c2fb47-b880-4cbf-af11-e7a3affee8ed" providerId="ADAL" clId="{494D6766-E60F-4C9C-8053-2F6D56CC7459}" dt="2026-08-31T15:57:30.152" v="1713" actId="478"/>
          <ac:spMkLst>
            <pc:docMk/>
            <pc:sldMk cId="0" sldId="2147483628"/>
            <ac:spMk id="28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8-31T15:57:30.152" v="1713" actId="478"/>
          <ac:spMkLst>
            <pc:docMk/>
            <pc:sldMk cId="0" sldId="2147483628"/>
            <ac:spMk id="30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8-31T15:57:30.152" v="1713" actId="478"/>
          <ac:spMkLst>
            <pc:docMk/>
            <pc:sldMk cId="0" sldId="2147483628"/>
            <ac:spMk id="31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8-31T15:57:30.152" v="1713" actId="478"/>
          <ac:spMkLst>
            <pc:docMk/>
            <pc:sldMk cId="0" sldId="2147483628"/>
            <ac:spMk id="32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8-31T15:57:30.152" v="1713" actId="478"/>
          <ac:spMkLst>
            <pc:docMk/>
            <pc:sldMk cId="0" sldId="2147483628"/>
            <ac:spMk id="33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8-31T15:57:30.152" v="1713" actId="478"/>
          <ac:spMkLst>
            <pc:docMk/>
            <pc:sldMk cId="0" sldId="2147483628"/>
            <ac:spMk id="34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8-31T15:57:30.152" v="1713" actId="478"/>
          <ac:spMkLst>
            <pc:docMk/>
            <pc:sldMk cId="0" sldId="2147483628"/>
            <ac:spMk id="36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8-31T15:57:30.152" v="1713" actId="478"/>
          <ac:spMkLst>
            <pc:docMk/>
            <pc:sldMk cId="0" sldId="2147483628"/>
            <ac:spMk id="38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9:11:17.237" v="3108" actId="1037"/>
          <ac:spMkLst>
            <pc:docMk/>
            <pc:sldMk cId="0" sldId="2147483628"/>
            <ac:spMk id="40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9:11:17.237" v="3108" actId="1037"/>
          <ac:spMkLst>
            <pc:docMk/>
            <pc:sldMk cId="0" sldId="2147483628"/>
            <ac:spMk id="41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9:11:17.237" v="3108" actId="1037"/>
          <ac:spMkLst>
            <pc:docMk/>
            <pc:sldMk cId="0" sldId="2147483628"/>
            <ac:spMk id="42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9:11:17.237" v="3108" actId="1037"/>
          <ac:spMkLst>
            <pc:docMk/>
            <pc:sldMk cId="0" sldId="2147483628"/>
            <ac:spMk id="43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9:11:17.237" v="3108" actId="1037"/>
          <ac:spMkLst>
            <pc:docMk/>
            <pc:sldMk cId="0" sldId="2147483628"/>
            <ac:spMk id="44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9:11:17.237" v="3108" actId="1037"/>
          <ac:spMkLst>
            <pc:docMk/>
            <pc:sldMk cId="0" sldId="2147483628"/>
            <ac:spMk id="45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19:13:20.558" v="3167" actId="555"/>
          <ac:spMkLst>
            <pc:docMk/>
            <pc:sldMk cId="0" sldId="2147483628"/>
            <ac:spMk id="46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2:39:35.579" v="7302"/>
          <ac:spMkLst>
            <pc:docMk/>
            <pc:sldMk cId="0" sldId="2147483628"/>
            <ac:spMk id="47" creationId="{00000000-0000-0000-0000-000000000000}"/>
          </ac:spMkLst>
        </pc:spChg>
        <pc:spChg chg="del mod">
          <ac:chgData name="Igor Dos Santos Oliveira" userId="b0c2fb47-b880-4cbf-af11-e7a3affee8ed" providerId="ADAL" clId="{494D6766-E60F-4C9C-8053-2F6D56CC7459}" dt="2026-08-31T19:12:35.847" v="3141" actId="478"/>
          <ac:spMkLst>
            <pc:docMk/>
            <pc:sldMk cId="0" sldId="2147483628"/>
            <ac:spMk id="48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8-31T17:46:27.114" v="2475" actId="478"/>
          <ac:spMkLst>
            <pc:docMk/>
            <pc:sldMk cId="0" sldId="2147483628"/>
            <ac:spMk id="49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4:22:17.786" v="9341" actId="552"/>
          <ac:spMkLst>
            <pc:docMk/>
            <pc:sldMk cId="0" sldId="2147483628"/>
            <ac:spMk id="50" creationId="{DE53848A-7ABE-D053-40EB-E243AF915B1B}"/>
          </ac:spMkLst>
        </pc:spChg>
        <pc:spChg chg="add mod">
          <ac:chgData name="Igor Dos Santos Oliveira" userId="b0c2fb47-b880-4cbf-af11-e7a3affee8ed" providerId="ADAL" clId="{494D6766-E60F-4C9C-8053-2F6D56CC7459}" dt="2026-08-31T17:47:03.929" v="2482"/>
          <ac:spMkLst>
            <pc:docMk/>
            <pc:sldMk cId="0" sldId="2147483628"/>
            <ac:spMk id="51" creationId="{2F43AEDB-9B89-D2D0-01B6-EF6CFAE2117C}"/>
          </ac:spMkLst>
        </pc:spChg>
      </pc:sldChg>
      <pc:sldChg chg="new del">
        <pc:chgData name="Igor Dos Santos Oliveira" userId="b0c2fb47-b880-4cbf-af11-e7a3affee8ed" providerId="ADAL" clId="{494D6766-E60F-4C9C-8053-2F6D56CC7459}" dt="2026-08-31T14:26:55.822" v="1066" actId="47"/>
        <pc:sldMkLst>
          <pc:docMk/>
          <pc:sldMk cId="352446767" sldId="2147483628"/>
        </pc:sldMkLst>
      </pc:sldChg>
      <pc:sldChg chg="addSp delSp modSp add del mod">
        <pc:chgData name="Igor Dos Santos Oliveira" userId="b0c2fb47-b880-4cbf-af11-e7a3affee8ed" providerId="ADAL" clId="{494D6766-E60F-4C9C-8053-2F6D56CC7459}" dt="2026-08-31T14:05:08.432" v="966" actId="47"/>
        <pc:sldMkLst>
          <pc:docMk/>
          <pc:sldMk cId="2376203516" sldId="2147483628"/>
        </pc:sldMkLst>
        <pc:spChg chg="mod">
          <ac:chgData name="Igor Dos Santos Oliveira" userId="b0c2fb47-b880-4cbf-af11-e7a3affee8ed" providerId="ADAL" clId="{494D6766-E60F-4C9C-8053-2F6D56CC7459}" dt="2026-08-31T14:04:37.127" v="965" actId="20577"/>
          <ac:spMkLst>
            <pc:docMk/>
            <pc:sldMk cId="2376203516" sldId="2147483628"/>
            <ac:spMk id="17" creationId="{DEEF9449-27A7-1269-1CCB-B090A19AEB76}"/>
          </ac:spMkLst>
        </pc:spChg>
        <pc:spChg chg="del">
          <ac:chgData name="Igor Dos Santos Oliveira" userId="b0c2fb47-b880-4cbf-af11-e7a3affee8ed" providerId="ADAL" clId="{494D6766-E60F-4C9C-8053-2F6D56CC7459}" dt="2026-08-31T14:04:15.099" v="950" actId="478"/>
          <ac:spMkLst>
            <pc:docMk/>
            <pc:sldMk cId="2376203516" sldId="2147483628"/>
            <ac:spMk id="29" creationId="{9CCEF48B-9EA7-40AC-44D1-C281C0E6C9C4}"/>
          </ac:spMkLst>
        </pc:spChg>
        <pc:spChg chg="del">
          <ac:chgData name="Igor Dos Santos Oliveira" userId="b0c2fb47-b880-4cbf-af11-e7a3affee8ed" providerId="ADAL" clId="{494D6766-E60F-4C9C-8053-2F6D56CC7459}" dt="2026-08-31T14:04:15.099" v="950" actId="478"/>
          <ac:spMkLst>
            <pc:docMk/>
            <pc:sldMk cId="2376203516" sldId="2147483628"/>
            <ac:spMk id="30" creationId="{9EE0D314-B552-B425-0BD7-9A61376B653B}"/>
          </ac:spMkLst>
        </pc:spChg>
        <pc:spChg chg="del">
          <ac:chgData name="Igor Dos Santos Oliveira" userId="b0c2fb47-b880-4cbf-af11-e7a3affee8ed" providerId="ADAL" clId="{494D6766-E60F-4C9C-8053-2F6D56CC7459}" dt="2026-08-31T14:04:15.099" v="950" actId="478"/>
          <ac:spMkLst>
            <pc:docMk/>
            <pc:sldMk cId="2376203516" sldId="2147483628"/>
            <ac:spMk id="31" creationId="{343F1BD4-2A7E-1449-366F-3487ACB5FB7A}"/>
          </ac:spMkLst>
        </pc:spChg>
        <pc:spChg chg="del">
          <ac:chgData name="Igor Dos Santos Oliveira" userId="b0c2fb47-b880-4cbf-af11-e7a3affee8ed" providerId="ADAL" clId="{494D6766-E60F-4C9C-8053-2F6D56CC7459}" dt="2026-08-31T14:04:15.099" v="950" actId="478"/>
          <ac:spMkLst>
            <pc:docMk/>
            <pc:sldMk cId="2376203516" sldId="2147483628"/>
            <ac:spMk id="32" creationId="{FD1D3CA1-7DC7-9580-45D9-9E8C28CD71BF}"/>
          </ac:spMkLst>
        </pc:spChg>
        <pc:spChg chg="del">
          <ac:chgData name="Igor Dos Santos Oliveira" userId="b0c2fb47-b880-4cbf-af11-e7a3affee8ed" providerId="ADAL" clId="{494D6766-E60F-4C9C-8053-2F6D56CC7459}" dt="2026-08-31T14:04:15.099" v="950" actId="478"/>
          <ac:spMkLst>
            <pc:docMk/>
            <pc:sldMk cId="2376203516" sldId="2147483628"/>
            <ac:spMk id="33" creationId="{C59A74EE-077B-C3A1-67F9-41275CD19ED8}"/>
          </ac:spMkLst>
        </pc:spChg>
        <pc:spChg chg="del">
          <ac:chgData name="Igor Dos Santos Oliveira" userId="b0c2fb47-b880-4cbf-af11-e7a3affee8ed" providerId="ADAL" clId="{494D6766-E60F-4C9C-8053-2F6D56CC7459}" dt="2026-08-31T14:04:15.099" v="950" actId="478"/>
          <ac:spMkLst>
            <pc:docMk/>
            <pc:sldMk cId="2376203516" sldId="2147483628"/>
            <ac:spMk id="34" creationId="{772A74AB-F5DC-9052-B876-975F8F970310}"/>
          </ac:spMkLst>
        </pc:spChg>
        <pc:spChg chg="del">
          <ac:chgData name="Igor Dos Santos Oliveira" userId="b0c2fb47-b880-4cbf-af11-e7a3affee8ed" providerId="ADAL" clId="{494D6766-E60F-4C9C-8053-2F6D56CC7459}" dt="2026-08-31T14:04:15.099" v="950" actId="478"/>
          <ac:spMkLst>
            <pc:docMk/>
            <pc:sldMk cId="2376203516" sldId="2147483628"/>
            <ac:spMk id="35" creationId="{45135756-023A-6EFC-0537-8FA1C6A0DABD}"/>
          </ac:spMkLst>
        </pc:spChg>
        <pc:spChg chg="del">
          <ac:chgData name="Igor Dos Santos Oliveira" userId="b0c2fb47-b880-4cbf-af11-e7a3affee8ed" providerId="ADAL" clId="{494D6766-E60F-4C9C-8053-2F6D56CC7459}" dt="2026-08-31T14:04:15.099" v="950" actId="478"/>
          <ac:spMkLst>
            <pc:docMk/>
            <pc:sldMk cId="2376203516" sldId="2147483628"/>
            <ac:spMk id="36" creationId="{7F66E8AF-42C3-2AEB-61B9-37F0610226C0}"/>
          </ac:spMkLst>
        </pc:spChg>
        <pc:spChg chg="del">
          <ac:chgData name="Igor Dos Santos Oliveira" userId="b0c2fb47-b880-4cbf-af11-e7a3affee8ed" providerId="ADAL" clId="{494D6766-E60F-4C9C-8053-2F6D56CC7459}" dt="2026-08-31T14:04:15.099" v="950" actId="478"/>
          <ac:spMkLst>
            <pc:docMk/>
            <pc:sldMk cId="2376203516" sldId="2147483628"/>
            <ac:spMk id="37" creationId="{BB82A31F-4AEF-8124-329F-595D95FA0B22}"/>
          </ac:spMkLst>
        </pc:spChg>
        <pc:spChg chg="del">
          <ac:chgData name="Igor Dos Santos Oliveira" userId="b0c2fb47-b880-4cbf-af11-e7a3affee8ed" providerId="ADAL" clId="{494D6766-E60F-4C9C-8053-2F6D56CC7459}" dt="2026-08-31T14:04:15.099" v="950" actId="478"/>
          <ac:spMkLst>
            <pc:docMk/>
            <pc:sldMk cId="2376203516" sldId="2147483628"/>
            <ac:spMk id="38" creationId="{BABFA906-39A0-C21F-019B-40F387F50A09}"/>
          </ac:spMkLst>
        </pc:spChg>
        <pc:spChg chg="add mod ord">
          <ac:chgData name="Igor Dos Santos Oliveira" userId="b0c2fb47-b880-4cbf-af11-e7a3affee8ed" providerId="ADAL" clId="{494D6766-E60F-4C9C-8053-2F6D56CC7459}" dt="2026-08-31T14:04:29.683" v="954" actId="167"/>
          <ac:spMkLst>
            <pc:docMk/>
            <pc:sldMk cId="2376203516" sldId="2147483628"/>
            <ac:spMk id="48" creationId="{742B708B-0160-97B3-B580-F5315598E581}"/>
          </ac:spMkLst>
        </pc:spChg>
      </pc:sldChg>
      <pc:sldChg chg="addSp delSp modSp add del mod">
        <pc:chgData name="Igor Dos Santos Oliveira" userId="b0c2fb47-b880-4cbf-af11-e7a3affee8ed" providerId="ADAL" clId="{494D6766-E60F-4C9C-8053-2F6D56CC7459}" dt="2026-08-31T14:24:02.580" v="1055" actId="47"/>
        <pc:sldMkLst>
          <pc:docMk/>
          <pc:sldMk cId="3066453817" sldId="2147483628"/>
        </pc:sldMkLst>
        <pc:spChg chg="mod ord">
          <ac:chgData name="Igor Dos Santos Oliveira" userId="b0c2fb47-b880-4cbf-af11-e7a3affee8ed" providerId="ADAL" clId="{494D6766-E60F-4C9C-8053-2F6D56CC7459}" dt="2026-08-31T14:24:00.184" v="1054" actId="14100"/>
          <ac:spMkLst>
            <pc:docMk/>
            <pc:sldMk cId="3066453817" sldId="2147483628"/>
            <ac:spMk id="34" creationId="{594E3DE6-674E-4217-E3FA-8B145F7E5E7A}"/>
          </ac:spMkLst>
        </pc:spChg>
        <pc:spChg chg="ord">
          <ac:chgData name="Igor Dos Santos Oliveira" userId="b0c2fb47-b880-4cbf-af11-e7a3affee8ed" providerId="ADAL" clId="{494D6766-E60F-4C9C-8053-2F6D56CC7459}" dt="2026-08-31T14:23:59.432" v="1053" actId="166"/>
          <ac:spMkLst>
            <pc:docMk/>
            <pc:sldMk cId="3066453817" sldId="2147483628"/>
            <ac:spMk id="35" creationId="{23730BB1-32A3-32D2-4061-EEEA2ADD277C}"/>
          </ac:spMkLst>
        </pc:spChg>
        <pc:spChg chg="ord">
          <ac:chgData name="Igor Dos Santos Oliveira" userId="b0c2fb47-b880-4cbf-af11-e7a3affee8ed" providerId="ADAL" clId="{494D6766-E60F-4C9C-8053-2F6D56CC7459}" dt="2026-08-31T14:23:59.432" v="1053" actId="166"/>
          <ac:spMkLst>
            <pc:docMk/>
            <pc:sldMk cId="3066453817" sldId="2147483628"/>
            <ac:spMk id="36" creationId="{4FD2F1EF-18EC-4B53-2F85-4C129F08B6D5}"/>
          </ac:spMkLst>
        </pc:spChg>
        <pc:spChg chg="del">
          <ac:chgData name="Igor Dos Santos Oliveira" userId="b0c2fb47-b880-4cbf-af11-e7a3affee8ed" providerId="ADAL" clId="{494D6766-E60F-4C9C-8053-2F6D56CC7459}" dt="2026-08-31T14:22:13.628" v="1050" actId="478"/>
          <ac:spMkLst>
            <pc:docMk/>
            <pc:sldMk cId="3066453817" sldId="2147483628"/>
            <ac:spMk id="43" creationId="{5106F698-7519-B4CB-AF3C-6797A44FA6EE}"/>
          </ac:spMkLst>
        </pc:spChg>
        <pc:spChg chg="del">
          <ac:chgData name="Igor Dos Santos Oliveira" userId="b0c2fb47-b880-4cbf-af11-e7a3affee8ed" providerId="ADAL" clId="{494D6766-E60F-4C9C-8053-2F6D56CC7459}" dt="2026-08-31T14:22:13.628" v="1050" actId="478"/>
          <ac:spMkLst>
            <pc:docMk/>
            <pc:sldMk cId="3066453817" sldId="2147483628"/>
            <ac:spMk id="44" creationId="{3BD30816-FBA8-716A-621B-CF1BFCE7D72C}"/>
          </ac:spMkLst>
        </pc:spChg>
        <pc:spChg chg="del">
          <ac:chgData name="Igor Dos Santos Oliveira" userId="b0c2fb47-b880-4cbf-af11-e7a3affee8ed" providerId="ADAL" clId="{494D6766-E60F-4C9C-8053-2F6D56CC7459}" dt="2026-08-31T14:22:13.628" v="1050" actId="478"/>
          <ac:spMkLst>
            <pc:docMk/>
            <pc:sldMk cId="3066453817" sldId="2147483628"/>
            <ac:spMk id="45" creationId="{082D7FE2-4527-5B94-3C05-9FE6349A1C29}"/>
          </ac:spMkLst>
        </pc:spChg>
        <pc:spChg chg="add del">
          <ac:chgData name="Igor Dos Santos Oliveira" userId="b0c2fb47-b880-4cbf-af11-e7a3affee8ed" providerId="ADAL" clId="{494D6766-E60F-4C9C-8053-2F6D56CC7459}" dt="2026-08-31T14:20:31.022" v="1048" actId="478"/>
          <ac:spMkLst>
            <pc:docMk/>
            <pc:sldMk cId="3066453817" sldId="2147483628"/>
            <ac:spMk id="57" creationId="{E3E4ADD7-D8B4-33DE-1965-4D05C3DB23F7}"/>
          </ac:spMkLst>
        </pc:spChg>
        <pc:spChg chg="del">
          <ac:chgData name="Igor Dos Santos Oliveira" userId="b0c2fb47-b880-4cbf-af11-e7a3affee8ed" providerId="ADAL" clId="{494D6766-E60F-4C9C-8053-2F6D56CC7459}" dt="2026-08-31T14:20:25.311" v="1045" actId="478"/>
          <ac:spMkLst>
            <pc:docMk/>
            <pc:sldMk cId="3066453817" sldId="2147483628"/>
            <ac:spMk id="60" creationId="{6A8372DD-1F92-A3D3-D497-19D3173B63FF}"/>
          </ac:spMkLst>
        </pc:spChg>
        <pc:spChg chg="del">
          <ac:chgData name="Igor Dos Santos Oliveira" userId="b0c2fb47-b880-4cbf-af11-e7a3affee8ed" providerId="ADAL" clId="{494D6766-E60F-4C9C-8053-2F6D56CC7459}" dt="2026-08-31T14:20:34.544" v="1049" actId="478"/>
          <ac:spMkLst>
            <pc:docMk/>
            <pc:sldMk cId="3066453817" sldId="2147483628"/>
            <ac:spMk id="61" creationId="{2944D470-F2CD-E640-FB2E-D417D515E340}"/>
          </ac:spMkLst>
        </pc:spChg>
        <pc:spChg chg="del">
          <ac:chgData name="Igor Dos Santos Oliveira" userId="b0c2fb47-b880-4cbf-af11-e7a3affee8ed" providerId="ADAL" clId="{494D6766-E60F-4C9C-8053-2F6D56CC7459}" dt="2026-08-31T14:20:27.438" v="1046" actId="478"/>
          <ac:spMkLst>
            <pc:docMk/>
            <pc:sldMk cId="3066453817" sldId="2147483628"/>
            <ac:spMk id="62" creationId="{818DC8BE-2EFF-44DA-2BE5-2C69AF4C59FF}"/>
          </ac:spMkLst>
        </pc:spChg>
      </pc:sldChg>
      <pc:sldChg chg="addSp delSp modSp add mod modShow">
        <pc:chgData name="Igor Dos Santos Oliveira" userId="b0c2fb47-b880-4cbf-af11-e7a3affee8ed" providerId="ADAL" clId="{494D6766-E60F-4C9C-8053-2F6D56CC7459}" dt="2026-09-01T04:22:07.174" v="9334" actId="552"/>
        <pc:sldMkLst>
          <pc:docMk/>
          <pc:sldMk cId="469932869" sldId="2147483629"/>
        </pc:sldMkLst>
        <pc:spChg chg="mod">
          <ac:chgData name="Igor Dos Santos Oliveira" userId="b0c2fb47-b880-4cbf-af11-e7a3affee8ed" providerId="ADAL" clId="{494D6766-E60F-4C9C-8053-2F6D56CC7459}" dt="2026-08-31T22:30:44.768" v="4376" actId="255"/>
          <ac:spMkLst>
            <pc:docMk/>
            <pc:sldMk cId="469932869" sldId="2147483629"/>
            <ac:spMk id="3" creationId="{AAFD2E8C-C3F6-A12B-1644-260D86A41205}"/>
          </ac:spMkLst>
        </pc:spChg>
        <pc:spChg chg="add mod">
          <ac:chgData name="Igor Dos Santos Oliveira" userId="b0c2fb47-b880-4cbf-af11-e7a3affee8ed" providerId="ADAL" clId="{494D6766-E60F-4C9C-8053-2F6D56CC7459}" dt="2026-08-31T19:29:07.382" v="3453"/>
          <ac:spMkLst>
            <pc:docMk/>
            <pc:sldMk cId="469932869" sldId="2147483629"/>
            <ac:spMk id="4" creationId="{086BB922-8825-8FBA-7EF4-628F17EA894B}"/>
          </ac:spMkLst>
        </pc:spChg>
        <pc:spChg chg="del">
          <ac:chgData name="Igor Dos Santos Oliveira" userId="b0c2fb47-b880-4cbf-af11-e7a3affee8ed" providerId="ADAL" clId="{494D6766-E60F-4C9C-8053-2F6D56CC7459}" dt="2026-08-31T17:38:34.268" v="2184" actId="478"/>
          <ac:spMkLst>
            <pc:docMk/>
            <pc:sldMk cId="469932869" sldId="2147483629"/>
            <ac:spMk id="4" creationId="{3F0BA553-2B16-FB3F-0EE3-E20F9C351687}"/>
          </ac:spMkLst>
        </pc:spChg>
        <pc:spChg chg="del">
          <ac:chgData name="Igor Dos Santos Oliveira" userId="b0c2fb47-b880-4cbf-af11-e7a3affee8ed" providerId="ADAL" clId="{494D6766-E60F-4C9C-8053-2F6D56CC7459}" dt="2026-08-31T19:29:06.986" v="3452" actId="478"/>
          <ac:spMkLst>
            <pc:docMk/>
            <pc:sldMk cId="469932869" sldId="2147483629"/>
            <ac:spMk id="6" creationId="{20A49864-9ED1-4CA4-0B6B-81626468978F}"/>
          </ac:spMkLst>
        </pc:spChg>
        <pc:spChg chg="del">
          <ac:chgData name="Igor Dos Santos Oliveira" userId="b0c2fb47-b880-4cbf-af11-e7a3affee8ed" providerId="ADAL" clId="{494D6766-E60F-4C9C-8053-2F6D56CC7459}" dt="2026-08-31T19:29:06.986" v="3452" actId="478"/>
          <ac:spMkLst>
            <pc:docMk/>
            <pc:sldMk cId="469932869" sldId="2147483629"/>
            <ac:spMk id="7" creationId="{840F319C-055F-16C5-5349-40BB702CA52C}"/>
          </ac:spMkLst>
        </pc:spChg>
        <pc:spChg chg="del">
          <ac:chgData name="Igor Dos Santos Oliveira" userId="b0c2fb47-b880-4cbf-af11-e7a3affee8ed" providerId="ADAL" clId="{494D6766-E60F-4C9C-8053-2F6D56CC7459}" dt="2026-08-31T17:37:06.215" v="2113" actId="478"/>
          <ac:spMkLst>
            <pc:docMk/>
            <pc:sldMk cId="469932869" sldId="2147483629"/>
            <ac:spMk id="9" creationId="{C2025080-B944-EA85-6752-CA7B9FFEE05E}"/>
          </ac:spMkLst>
        </pc:spChg>
        <pc:spChg chg="add mod">
          <ac:chgData name="Igor Dos Santos Oliveira" userId="b0c2fb47-b880-4cbf-af11-e7a3affee8ed" providerId="ADAL" clId="{494D6766-E60F-4C9C-8053-2F6D56CC7459}" dt="2026-09-01T02:39:41.533" v="7303"/>
          <ac:spMkLst>
            <pc:docMk/>
            <pc:sldMk cId="469932869" sldId="2147483629"/>
            <ac:spMk id="9" creationId="{FA33E5AE-7B74-0B4F-5B10-9551C17ACF42}"/>
          </ac:spMkLst>
        </pc:spChg>
        <pc:spChg chg="del">
          <ac:chgData name="Igor Dos Santos Oliveira" userId="b0c2fb47-b880-4cbf-af11-e7a3affee8ed" providerId="ADAL" clId="{494D6766-E60F-4C9C-8053-2F6D56CC7459}" dt="2026-08-31T17:37:09.465" v="2114" actId="478"/>
          <ac:spMkLst>
            <pc:docMk/>
            <pc:sldMk cId="469932869" sldId="2147483629"/>
            <ac:spMk id="10" creationId="{48D3540C-D095-7470-2B9E-9D9D0E7943EE}"/>
          </ac:spMkLst>
        </pc:spChg>
        <pc:spChg chg="mod">
          <ac:chgData name="Igor Dos Santos Oliveira" userId="b0c2fb47-b880-4cbf-af11-e7a3affee8ed" providerId="ADAL" clId="{494D6766-E60F-4C9C-8053-2F6D56CC7459}" dt="2026-08-31T17:36:34.383" v="2110"/>
          <ac:spMkLst>
            <pc:docMk/>
            <pc:sldMk cId="469932869" sldId="2147483629"/>
            <ac:spMk id="12" creationId="{B3B0248E-BF9B-33A3-4C22-2D68CDCA9745}"/>
          </ac:spMkLst>
        </pc:spChg>
        <pc:spChg chg="mod">
          <ac:chgData name="Igor Dos Santos Oliveira" userId="b0c2fb47-b880-4cbf-af11-e7a3affee8ed" providerId="ADAL" clId="{494D6766-E60F-4C9C-8053-2F6D56CC7459}" dt="2026-08-31T17:36:40.898" v="2111"/>
          <ac:spMkLst>
            <pc:docMk/>
            <pc:sldMk cId="469932869" sldId="2147483629"/>
            <ac:spMk id="15" creationId="{7A105D50-20E7-859B-D2A6-1283590C7F0E}"/>
          </ac:spMkLst>
        </pc:spChg>
        <pc:spChg chg="mod">
          <ac:chgData name="Igor Dos Santos Oliveira" userId="b0c2fb47-b880-4cbf-af11-e7a3affee8ed" providerId="ADAL" clId="{494D6766-E60F-4C9C-8053-2F6D56CC7459}" dt="2026-09-01T02:36:33.206" v="7290" actId="313"/>
          <ac:spMkLst>
            <pc:docMk/>
            <pc:sldMk cId="469932869" sldId="2147483629"/>
            <ac:spMk id="17" creationId="{B6B05FCF-450B-C718-556A-8745C04CE8A1}"/>
          </ac:spMkLst>
        </pc:spChg>
        <pc:spChg chg="mod">
          <ac:chgData name="Igor Dos Santos Oliveira" userId="b0c2fb47-b880-4cbf-af11-e7a3affee8ed" providerId="ADAL" clId="{494D6766-E60F-4C9C-8053-2F6D56CC7459}" dt="2026-09-01T02:36:34.786" v="7291" actId="313"/>
          <ac:spMkLst>
            <pc:docMk/>
            <pc:sldMk cId="469932869" sldId="2147483629"/>
            <ac:spMk id="18" creationId="{B1C70243-F8C4-2713-4BB4-7E50F11EFE01}"/>
          </ac:spMkLst>
        </pc:spChg>
        <pc:spChg chg="mod">
          <ac:chgData name="Igor Dos Santos Oliveira" userId="b0c2fb47-b880-4cbf-af11-e7a3affee8ed" providerId="ADAL" clId="{494D6766-E60F-4C9C-8053-2F6D56CC7459}" dt="2026-09-01T04:22:07.174" v="9334" actId="552"/>
          <ac:spMkLst>
            <pc:docMk/>
            <pc:sldMk cId="469932869" sldId="2147483629"/>
            <ac:spMk id="19" creationId="{9A6FC170-3387-E44D-1A32-151D9F4BFB20}"/>
          </ac:spMkLst>
        </pc:spChg>
        <pc:spChg chg="mod">
          <ac:chgData name="Igor Dos Santos Oliveira" userId="b0c2fb47-b880-4cbf-af11-e7a3affee8ed" providerId="ADAL" clId="{494D6766-E60F-4C9C-8053-2F6D56CC7459}" dt="2026-08-31T17:45:35.767" v="2472" actId="208"/>
          <ac:spMkLst>
            <pc:docMk/>
            <pc:sldMk cId="469932869" sldId="2147483629"/>
            <ac:spMk id="20" creationId="{5B3E84F8-E54B-DA90-D9C8-F115CB64B7DA}"/>
          </ac:spMkLst>
        </pc:spChg>
        <pc:spChg chg="mod">
          <ac:chgData name="Igor Dos Santos Oliveira" userId="b0c2fb47-b880-4cbf-af11-e7a3affee8ed" providerId="ADAL" clId="{494D6766-E60F-4C9C-8053-2F6D56CC7459}" dt="2026-09-01T02:37:14.900" v="7293" actId="114"/>
          <ac:spMkLst>
            <pc:docMk/>
            <pc:sldMk cId="469932869" sldId="2147483629"/>
            <ac:spMk id="23" creationId="{F82170E7-80E4-BD29-FC15-279718241D6C}"/>
          </ac:spMkLst>
        </pc:spChg>
        <pc:spChg chg="add del mod">
          <ac:chgData name="Igor Dos Santos Oliveira" userId="b0c2fb47-b880-4cbf-af11-e7a3affee8ed" providerId="ADAL" clId="{494D6766-E60F-4C9C-8053-2F6D56CC7459}" dt="2026-08-31T17:35:47.604" v="2101" actId="478"/>
          <ac:spMkLst>
            <pc:docMk/>
            <pc:sldMk cId="469932869" sldId="2147483629"/>
            <ac:spMk id="24" creationId="{EF50814C-8420-122F-A8C8-947C1FA27207}"/>
          </ac:spMkLst>
        </pc:spChg>
        <pc:spChg chg="add del mod">
          <ac:chgData name="Igor Dos Santos Oliveira" userId="b0c2fb47-b880-4cbf-af11-e7a3affee8ed" providerId="ADAL" clId="{494D6766-E60F-4C9C-8053-2F6D56CC7459}" dt="2026-08-31T17:35:47.604" v="2101" actId="478"/>
          <ac:spMkLst>
            <pc:docMk/>
            <pc:sldMk cId="469932869" sldId="2147483629"/>
            <ac:spMk id="25" creationId="{2E71C1AB-3629-DF53-3CEA-938807B4F47A}"/>
          </ac:spMkLst>
        </pc:spChg>
        <pc:spChg chg="add del mod">
          <ac:chgData name="Igor Dos Santos Oliveira" userId="b0c2fb47-b880-4cbf-af11-e7a3affee8ed" providerId="ADAL" clId="{494D6766-E60F-4C9C-8053-2F6D56CC7459}" dt="2026-08-31T17:35:47.604" v="2101" actId="478"/>
          <ac:spMkLst>
            <pc:docMk/>
            <pc:sldMk cId="469932869" sldId="2147483629"/>
            <ac:spMk id="26" creationId="{82E7BFF8-6BDA-428E-EBBB-8DA5716C83C2}"/>
          </ac:spMkLst>
        </pc:spChg>
        <pc:spChg chg="add del mod">
          <ac:chgData name="Igor Dos Santos Oliveira" userId="b0c2fb47-b880-4cbf-af11-e7a3affee8ed" providerId="ADAL" clId="{494D6766-E60F-4C9C-8053-2F6D56CC7459}" dt="2026-08-31T17:35:47.604" v="2101" actId="478"/>
          <ac:spMkLst>
            <pc:docMk/>
            <pc:sldMk cId="469932869" sldId="2147483629"/>
            <ac:spMk id="27" creationId="{614C62AA-0F4F-6F4A-127D-3DBA50AD164F}"/>
          </ac:spMkLst>
        </pc:spChg>
        <pc:spChg chg="add del mod">
          <ac:chgData name="Igor Dos Santos Oliveira" userId="b0c2fb47-b880-4cbf-af11-e7a3affee8ed" providerId="ADAL" clId="{494D6766-E60F-4C9C-8053-2F6D56CC7459}" dt="2026-08-31T17:35:47.604" v="2101" actId="478"/>
          <ac:spMkLst>
            <pc:docMk/>
            <pc:sldMk cId="469932869" sldId="2147483629"/>
            <ac:spMk id="28" creationId="{875F298F-9C75-B1DB-CDD3-C2E2491C65BF}"/>
          </ac:spMkLst>
        </pc:spChg>
        <pc:spChg chg="add del mod">
          <ac:chgData name="Igor Dos Santos Oliveira" userId="b0c2fb47-b880-4cbf-af11-e7a3affee8ed" providerId="ADAL" clId="{494D6766-E60F-4C9C-8053-2F6D56CC7459}" dt="2026-08-31T17:35:47.604" v="2101" actId="478"/>
          <ac:spMkLst>
            <pc:docMk/>
            <pc:sldMk cId="469932869" sldId="2147483629"/>
            <ac:spMk id="29" creationId="{5049CED1-FA5F-6B1E-91C4-713E9B57EC4B}"/>
          </ac:spMkLst>
        </pc:spChg>
        <pc:spChg chg="add del mod">
          <ac:chgData name="Igor Dos Santos Oliveira" userId="b0c2fb47-b880-4cbf-af11-e7a3affee8ed" providerId="ADAL" clId="{494D6766-E60F-4C9C-8053-2F6D56CC7459}" dt="2026-08-31T17:35:47.604" v="2101" actId="478"/>
          <ac:spMkLst>
            <pc:docMk/>
            <pc:sldMk cId="469932869" sldId="2147483629"/>
            <ac:spMk id="30" creationId="{85000639-26E2-6B84-0A4F-1B9CB490CFFF}"/>
          </ac:spMkLst>
        </pc:spChg>
        <pc:spChg chg="add del mod">
          <ac:chgData name="Igor Dos Santos Oliveira" userId="b0c2fb47-b880-4cbf-af11-e7a3affee8ed" providerId="ADAL" clId="{494D6766-E60F-4C9C-8053-2F6D56CC7459}" dt="2026-08-31T17:35:47.604" v="2101" actId="478"/>
          <ac:spMkLst>
            <pc:docMk/>
            <pc:sldMk cId="469932869" sldId="2147483629"/>
            <ac:spMk id="31" creationId="{F2761127-EA64-019B-0810-A54A66DF3D70}"/>
          </ac:spMkLst>
        </pc:spChg>
        <pc:spChg chg="add del mod">
          <ac:chgData name="Igor Dos Santos Oliveira" userId="b0c2fb47-b880-4cbf-af11-e7a3affee8ed" providerId="ADAL" clId="{494D6766-E60F-4C9C-8053-2F6D56CC7459}" dt="2026-08-31T17:35:47.604" v="2101" actId="478"/>
          <ac:spMkLst>
            <pc:docMk/>
            <pc:sldMk cId="469932869" sldId="2147483629"/>
            <ac:spMk id="32" creationId="{1D47D345-0C74-4D19-B5AB-24F61F822DA1}"/>
          </ac:spMkLst>
        </pc:spChg>
        <pc:spChg chg="add mod">
          <ac:chgData name="Igor Dos Santos Oliveira" userId="b0c2fb47-b880-4cbf-af11-e7a3affee8ed" providerId="ADAL" clId="{494D6766-E60F-4C9C-8053-2F6D56CC7459}" dt="2026-08-31T17:36:16.368" v="2109" actId="1035"/>
          <ac:spMkLst>
            <pc:docMk/>
            <pc:sldMk cId="469932869" sldId="2147483629"/>
            <ac:spMk id="33" creationId="{766EA2C0-7320-F821-F360-DEEE49CC8367}"/>
          </ac:spMkLst>
        </pc:spChg>
        <pc:spChg chg="add mod">
          <ac:chgData name="Igor Dos Santos Oliveira" userId="b0c2fb47-b880-4cbf-af11-e7a3affee8ed" providerId="ADAL" clId="{494D6766-E60F-4C9C-8053-2F6D56CC7459}" dt="2026-08-31T17:36:16.368" v="2109" actId="1035"/>
          <ac:spMkLst>
            <pc:docMk/>
            <pc:sldMk cId="469932869" sldId="2147483629"/>
            <ac:spMk id="34" creationId="{9B660986-5A1A-8FE5-6515-AC699D742885}"/>
          </ac:spMkLst>
        </pc:spChg>
        <pc:spChg chg="add mod">
          <ac:chgData name="Igor Dos Santos Oliveira" userId="b0c2fb47-b880-4cbf-af11-e7a3affee8ed" providerId="ADAL" clId="{494D6766-E60F-4C9C-8053-2F6D56CC7459}" dt="2026-08-31T17:36:16.368" v="2109" actId="1035"/>
          <ac:spMkLst>
            <pc:docMk/>
            <pc:sldMk cId="469932869" sldId="2147483629"/>
            <ac:spMk id="35" creationId="{5E1E6AE8-67A3-8EB8-6B4A-4D4C7F80BD95}"/>
          </ac:spMkLst>
        </pc:spChg>
        <pc:spChg chg="add mod">
          <ac:chgData name="Igor Dos Santos Oliveira" userId="b0c2fb47-b880-4cbf-af11-e7a3affee8ed" providerId="ADAL" clId="{494D6766-E60F-4C9C-8053-2F6D56CC7459}" dt="2026-08-31T17:36:16.368" v="2109" actId="1035"/>
          <ac:spMkLst>
            <pc:docMk/>
            <pc:sldMk cId="469932869" sldId="2147483629"/>
            <ac:spMk id="36" creationId="{FAE62B71-14D2-C07A-D93B-BA491D6B3D66}"/>
          </ac:spMkLst>
        </pc:spChg>
        <pc:spChg chg="add mod">
          <ac:chgData name="Igor Dos Santos Oliveira" userId="b0c2fb47-b880-4cbf-af11-e7a3affee8ed" providerId="ADAL" clId="{494D6766-E60F-4C9C-8053-2F6D56CC7459}" dt="2026-08-31T17:36:16.368" v="2109" actId="1035"/>
          <ac:spMkLst>
            <pc:docMk/>
            <pc:sldMk cId="469932869" sldId="2147483629"/>
            <ac:spMk id="37" creationId="{36999370-E622-984C-C103-03490484DB16}"/>
          </ac:spMkLst>
        </pc:spChg>
        <pc:spChg chg="add mod">
          <ac:chgData name="Igor Dos Santos Oliveira" userId="b0c2fb47-b880-4cbf-af11-e7a3affee8ed" providerId="ADAL" clId="{494D6766-E60F-4C9C-8053-2F6D56CC7459}" dt="2026-08-31T17:36:16.368" v="2109" actId="1035"/>
          <ac:spMkLst>
            <pc:docMk/>
            <pc:sldMk cId="469932869" sldId="2147483629"/>
            <ac:spMk id="38" creationId="{393C9202-7ECD-B89F-1B40-CC88A0C50A35}"/>
          </ac:spMkLst>
        </pc:spChg>
        <pc:spChg chg="add mod">
          <ac:chgData name="Igor Dos Santos Oliveira" userId="b0c2fb47-b880-4cbf-af11-e7a3affee8ed" providerId="ADAL" clId="{494D6766-E60F-4C9C-8053-2F6D56CC7459}" dt="2026-08-31T17:36:16.368" v="2109" actId="1035"/>
          <ac:spMkLst>
            <pc:docMk/>
            <pc:sldMk cId="469932869" sldId="2147483629"/>
            <ac:spMk id="39" creationId="{80C2B729-D3B8-FDE2-0209-A4FE810BB49F}"/>
          </ac:spMkLst>
        </pc:spChg>
        <pc:spChg chg="del">
          <ac:chgData name="Igor Dos Santos Oliveira" userId="b0c2fb47-b880-4cbf-af11-e7a3affee8ed" providerId="ADAL" clId="{494D6766-E60F-4C9C-8053-2F6D56CC7459}" dt="2026-08-31T17:36:08.537" v="2105" actId="478"/>
          <ac:spMkLst>
            <pc:docMk/>
            <pc:sldMk cId="469932869" sldId="2147483629"/>
            <ac:spMk id="40" creationId="{4D8FB875-5247-5489-F3F9-FEBD23FC6B73}"/>
          </ac:spMkLst>
        </pc:spChg>
        <pc:spChg chg="del">
          <ac:chgData name="Igor Dos Santos Oliveira" userId="b0c2fb47-b880-4cbf-af11-e7a3affee8ed" providerId="ADAL" clId="{494D6766-E60F-4C9C-8053-2F6D56CC7459}" dt="2026-08-31T17:35:52.798" v="2102" actId="478"/>
          <ac:spMkLst>
            <pc:docMk/>
            <pc:sldMk cId="469932869" sldId="2147483629"/>
            <ac:spMk id="41" creationId="{7278303A-D54B-9F67-2CA0-D3E73C47B8D5}"/>
          </ac:spMkLst>
        </pc:spChg>
        <pc:spChg chg="del">
          <ac:chgData name="Igor Dos Santos Oliveira" userId="b0c2fb47-b880-4cbf-af11-e7a3affee8ed" providerId="ADAL" clId="{494D6766-E60F-4C9C-8053-2F6D56CC7459}" dt="2026-08-31T17:35:52.798" v="2102" actId="478"/>
          <ac:spMkLst>
            <pc:docMk/>
            <pc:sldMk cId="469932869" sldId="2147483629"/>
            <ac:spMk id="42" creationId="{B0CB7859-2D17-30F2-554D-8BB81838FDD5}"/>
          </ac:spMkLst>
        </pc:spChg>
        <pc:spChg chg="del">
          <ac:chgData name="Igor Dos Santos Oliveira" userId="b0c2fb47-b880-4cbf-af11-e7a3affee8ed" providerId="ADAL" clId="{494D6766-E60F-4C9C-8053-2F6D56CC7459}" dt="2026-08-31T17:35:52.798" v="2102" actId="478"/>
          <ac:spMkLst>
            <pc:docMk/>
            <pc:sldMk cId="469932869" sldId="2147483629"/>
            <ac:spMk id="43" creationId="{FDF821E2-2BC1-72CD-144F-8F741039E56D}"/>
          </ac:spMkLst>
        </pc:spChg>
        <pc:spChg chg="del">
          <ac:chgData name="Igor Dos Santos Oliveira" userId="b0c2fb47-b880-4cbf-af11-e7a3affee8ed" providerId="ADAL" clId="{494D6766-E60F-4C9C-8053-2F6D56CC7459}" dt="2026-08-31T17:35:52.798" v="2102" actId="478"/>
          <ac:spMkLst>
            <pc:docMk/>
            <pc:sldMk cId="469932869" sldId="2147483629"/>
            <ac:spMk id="44" creationId="{AC323C92-B30B-14A0-6012-D660FDA9D650}"/>
          </ac:spMkLst>
        </pc:spChg>
        <pc:spChg chg="del">
          <ac:chgData name="Igor Dos Santos Oliveira" userId="b0c2fb47-b880-4cbf-af11-e7a3affee8ed" providerId="ADAL" clId="{494D6766-E60F-4C9C-8053-2F6D56CC7459}" dt="2026-08-31T17:35:52.798" v="2102" actId="478"/>
          <ac:spMkLst>
            <pc:docMk/>
            <pc:sldMk cId="469932869" sldId="2147483629"/>
            <ac:spMk id="45" creationId="{F131DEF4-773D-BEA6-86B4-92C7CAE4C072}"/>
          </ac:spMkLst>
        </pc:spChg>
        <pc:spChg chg="del">
          <ac:chgData name="Igor Dos Santos Oliveira" userId="b0c2fb47-b880-4cbf-af11-e7a3affee8ed" providerId="ADAL" clId="{494D6766-E60F-4C9C-8053-2F6D56CC7459}" dt="2026-08-31T17:35:52.798" v="2102" actId="478"/>
          <ac:spMkLst>
            <pc:docMk/>
            <pc:sldMk cId="469932869" sldId="2147483629"/>
            <ac:spMk id="46" creationId="{884D9C6B-0435-348D-DE8E-04C9028522C3}"/>
          </ac:spMkLst>
        </pc:spChg>
        <pc:spChg chg="del">
          <ac:chgData name="Igor Dos Santos Oliveira" userId="b0c2fb47-b880-4cbf-af11-e7a3affee8ed" providerId="ADAL" clId="{494D6766-E60F-4C9C-8053-2F6D56CC7459}" dt="2026-08-31T17:35:52.798" v="2102" actId="478"/>
          <ac:spMkLst>
            <pc:docMk/>
            <pc:sldMk cId="469932869" sldId="2147483629"/>
            <ac:spMk id="47" creationId="{407313E4-2314-2C9D-42AC-0BFC52200921}"/>
          </ac:spMkLst>
        </pc:spChg>
        <pc:spChg chg="mod">
          <ac:chgData name="Igor Dos Santos Oliveira" userId="b0c2fb47-b880-4cbf-af11-e7a3affee8ed" providerId="ADAL" clId="{494D6766-E60F-4C9C-8053-2F6D56CC7459}" dt="2026-08-31T17:36:16.368" v="2109" actId="1035"/>
          <ac:spMkLst>
            <pc:docMk/>
            <pc:sldMk cId="469932869" sldId="2147483629"/>
            <ac:spMk id="48" creationId="{E5C4B2BF-3BAC-A77F-964E-A4D5C4804E1F}"/>
          </ac:spMkLst>
        </pc:spChg>
        <pc:spChg chg="del">
          <ac:chgData name="Igor Dos Santos Oliveira" userId="b0c2fb47-b880-4cbf-af11-e7a3affee8ed" providerId="ADAL" clId="{494D6766-E60F-4C9C-8053-2F6D56CC7459}" dt="2026-08-31T17:46:33.020" v="2477" actId="478"/>
          <ac:spMkLst>
            <pc:docMk/>
            <pc:sldMk cId="469932869" sldId="2147483629"/>
            <ac:spMk id="49" creationId="{E052D1EE-791B-B22B-A94C-075B940C6438}"/>
          </ac:spMkLst>
        </pc:spChg>
        <pc:spChg chg="mod">
          <ac:chgData name="Igor Dos Santos Oliveira" userId="b0c2fb47-b880-4cbf-af11-e7a3affee8ed" providerId="ADAL" clId="{494D6766-E60F-4C9C-8053-2F6D56CC7459}" dt="2026-09-01T04:22:07.174" v="9334" actId="552"/>
          <ac:spMkLst>
            <pc:docMk/>
            <pc:sldMk cId="469932869" sldId="2147483629"/>
            <ac:spMk id="50" creationId="{D377B1C8-E647-3F01-B5C5-5E970DFE9DAF}"/>
          </ac:spMkLst>
        </pc:spChg>
        <pc:spChg chg="add mod">
          <ac:chgData name="Igor Dos Santos Oliveira" userId="b0c2fb47-b880-4cbf-af11-e7a3affee8ed" providerId="ADAL" clId="{494D6766-E60F-4C9C-8053-2F6D56CC7459}" dt="2026-08-31T20:09:04.520" v="3597" actId="14100"/>
          <ac:spMkLst>
            <pc:docMk/>
            <pc:sldMk cId="469932869" sldId="2147483629"/>
            <ac:spMk id="51" creationId="{1BC1D716-2EFA-6BA8-F70A-EB3834A568F2}"/>
          </ac:spMkLst>
        </pc:spChg>
        <pc:spChg chg="add del mod">
          <ac:chgData name="Igor Dos Santos Oliveira" userId="b0c2fb47-b880-4cbf-af11-e7a3affee8ed" providerId="ADAL" clId="{494D6766-E60F-4C9C-8053-2F6D56CC7459}" dt="2026-08-31T19:57:03.755" v="3459" actId="478"/>
          <ac:spMkLst>
            <pc:docMk/>
            <pc:sldMk cId="469932869" sldId="2147483629"/>
            <ac:spMk id="52" creationId="{EA3ACDC0-ED34-A846-8FFA-74173699FB8D}"/>
          </ac:spMkLst>
        </pc:spChg>
        <pc:spChg chg="add mod">
          <ac:chgData name="Igor Dos Santos Oliveira" userId="b0c2fb47-b880-4cbf-af11-e7a3affee8ed" providerId="ADAL" clId="{494D6766-E60F-4C9C-8053-2F6D56CC7459}" dt="2026-08-31T17:37:33.913" v="2182" actId="1038"/>
          <ac:spMkLst>
            <pc:docMk/>
            <pc:sldMk cId="469932869" sldId="2147483629"/>
            <ac:spMk id="53" creationId="{701022B8-EA7E-FE94-0095-B8AD1DD611CC}"/>
          </ac:spMkLst>
        </pc:spChg>
        <pc:spChg chg="add mod">
          <ac:chgData name="Igor Dos Santos Oliveira" userId="b0c2fb47-b880-4cbf-af11-e7a3affee8ed" providerId="ADAL" clId="{494D6766-E60F-4C9C-8053-2F6D56CC7459}" dt="2026-08-31T17:37:37.715" v="2183" actId="1076"/>
          <ac:spMkLst>
            <pc:docMk/>
            <pc:sldMk cId="469932869" sldId="2147483629"/>
            <ac:spMk id="54" creationId="{F653948A-6FF9-58A3-1DDF-A20CE4545FFF}"/>
          </ac:spMkLst>
        </pc:spChg>
        <pc:spChg chg="add mod">
          <ac:chgData name="Igor Dos Santos Oliveira" userId="b0c2fb47-b880-4cbf-af11-e7a3affee8ed" providerId="ADAL" clId="{494D6766-E60F-4C9C-8053-2F6D56CC7459}" dt="2026-08-31T17:47:05.455" v="2483"/>
          <ac:spMkLst>
            <pc:docMk/>
            <pc:sldMk cId="469932869" sldId="2147483629"/>
            <ac:spMk id="57" creationId="{CEBB0EA1-1118-917A-19EA-83226E9BBD33}"/>
          </ac:spMkLst>
        </pc:spChg>
        <pc:picChg chg="add mod">
          <ac:chgData name="Igor Dos Santos Oliveira" userId="b0c2fb47-b880-4cbf-af11-e7a3affee8ed" providerId="ADAL" clId="{494D6766-E60F-4C9C-8053-2F6D56CC7459}" dt="2026-08-31T17:38:34.983" v="2185"/>
          <ac:picMkLst>
            <pc:docMk/>
            <pc:sldMk cId="469932869" sldId="2147483629"/>
            <ac:picMk id="55" creationId="{6D5ABE94-79C4-6AB0-2718-BC21E6913694}"/>
          </ac:picMkLst>
        </pc:picChg>
      </pc:sldChg>
      <pc:sldChg chg="addSp delSp modSp add mod modShow">
        <pc:chgData name="Igor Dos Santos Oliveira" userId="b0c2fb47-b880-4cbf-af11-e7a3affee8ed" providerId="ADAL" clId="{494D6766-E60F-4C9C-8053-2F6D56CC7459}" dt="2026-09-01T04:21:59.544" v="9333" actId="552"/>
        <pc:sldMkLst>
          <pc:docMk/>
          <pc:sldMk cId="3531417985" sldId="2147483630"/>
        </pc:sldMkLst>
        <pc:spChg chg="mod">
          <ac:chgData name="Igor Dos Santos Oliveira" userId="b0c2fb47-b880-4cbf-af11-e7a3affee8ed" providerId="ADAL" clId="{494D6766-E60F-4C9C-8053-2F6D56CC7459}" dt="2026-09-01T01:36:23.143" v="5844" actId="1036"/>
          <ac:spMkLst>
            <pc:docMk/>
            <pc:sldMk cId="3531417985" sldId="2147483630"/>
            <ac:spMk id="3" creationId="{BA0D3DDD-73DE-9B5D-E5FE-C8FFAD3E411D}"/>
          </ac:spMkLst>
        </pc:spChg>
        <pc:spChg chg="add mod">
          <ac:chgData name="Igor Dos Santos Oliveira" userId="b0c2fb47-b880-4cbf-af11-e7a3affee8ed" providerId="ADAL" clId="{494D6766-E60F-4C9C-8053-2F6D56CC7459}" dt="2026-08-31T17:39:48.786" v="2198" actId="1035"/>
          <ac:spMkLst>
            <pc:docMk/>
            <pc:sldMk cId="3531417985" sldId="2147483630"/>
            <ac:spMk id="4" creationId="{CDA09D50-9AB9-E262-F40B-ECB4A6EAE491}"/>
          </ac:spMkLst>
        </pc:spChg>
        <pc:spChg chg="del">
          <ac:chgData name="Igor Dos Santos Oliveira" userId="b0c2fb47-b880-4cbf-af11-e7a3affee8ed" providerId="ADAL" clId="{494D6766-E60F-4C9C-8053-2F6D56CC7459}" dt="2026-08-31T19:29:14.073" v="3454" actId="478"/>
          <ac:spMkLst>
            <pc:docMk/>
            <pc:sldMk cId="3531417985" sldId="2147483630"/>
            <ac:spMk id="6" creationId="{80E82599-0B89-3C88-91E9-5CB2D9801617}"/>
          </ac:spMkLst>
        </pc:spChg>
        <pc:spChg chg="del">
          <ac:chgData name="Igor Dos Santos Oliveira" userId="b0c2fb47-b880-4cbf-af11-e7a3affee8ed" providerId="ADAL" clId="{494D6766-E60F-4C9C-8053-2F6D56CC7459}" dt="2026-08-31T19:29:14.073" v="3454" actId="478"/>
          <ac:spMkLst>
            <pc:docMk/>
            <pc:sldMk cId="3531417985" sldId="2147483630"/>
            <ac:spMk id="7" creationId="{4D5E88A5-9FA8-01B7-26F3-C72383142D9B}"/>
          </ac:spMkLst>
        </pc:spChg>
        <pc:spChg chg="add mod">
          <ac:chgData name="Igor Dos Santos Oliveira" userId="b0c2fb47-b880-4cbf-af11-e7a3affee8ed" providerId="ADAL" clId="{494D6766-E60F-4C9C-8053-2F6D56CC7459}" dt="2026-08-31T17:39:48.786" v="2198" actId="1035"/>
          <ac:spMkLst>
            <pc:docMk/>
            <pc:sldMk cId="3531417985" sldId="2147483630"/>
            <ac:spMk id="9" creationId="{C7CA6BE3-A609-A238-2FBA-60187974B13D}"/>
          </ac:spMkLst>
        </pc:spChg>
        <pc:spChg chg="add mod">
          <ac:chgData name="Igor Dos Santos Oliveira" userId="b0c2fb47-b880-4cbf-af11-e7a3affee8ed" providerId="ADAL" clId="{494D6766-E60F-4C9C-8053-2F6D56CC7459}" dt="2026-08-31T17:39:48.786" v="2198" actId="1035"/>
          <ac:spMkLst>
            <pc:docMk/>
            <pc:sldMk cId="3531417985" sldId="2147483630"/>
            <ac:spMk id="10" creationId="{E9778264-0F25-46BB-A9DE-C775695293D5}"/>
          </ac:spMkLst>
        </pc:spChg>
        <pc:spChg chg="mod">
          <ac:chgData name="Igor Dos Santos Oliveira" userId="b0c2fb47-b880-4cbf-af11-e7a3affee8ed" providerId="ADAL" clId="{494D6766-E60F-4C9C-8053-2F6D56CC7459}" dt="2026-08-31T17:41:48.105" v="2259"/>
          <ac:spMkLst>
            <pc:docMk/>
            <pc:sldMk cId="3531417985" sldId="2147483630"/>
            <ac:spMk id="12" creationId="{CAF4757A-C3D8-1FD6-5DFF-9C007F432687}"/>
          </ac:spMkLst>
        </pc:spChg>
        <pc:spChg chg="mod">
          <ac:chgData name="Igor Dos Santos Oliveira" userId="b0c2fb47-b880-4cbf-af11-e7a3affee8ed" providerId="ADAL" clId="{494D6766-E60F-4C9C-8053-2F6D56CC7459}" dt="2026-08-31T17:41:53.701" v="2260"/>
          <ac:spMkLst>
            <pc:docMk/>
            <pc:sldMk cId="3531417985" sldId="2147483630"/>
            <ac:spMk id="15" creationId="{4D5812E9-86C9-BD5B-038C-5955A45423C6}"/>
          </ac:spMkLst>
        </pc:spChg>
        <pc:spChg chg="mod">
          <ac:chgData name="Igor Dos Santos Oliveira" userId="b0c2fb47-b880-4cbf-af11-e7a3affee8ed" providerId="ADAL" clId="{494D6766-E60F-4C9C-8053-2F6D56CC7459}" dt="2026-09-01T02:38:22.824" v="7298" actId="20577"/>
          <ac:spMkLst>
            <pc:docMk/>
            <pc:sldMk cId="3531417985" sldId="2147483630"/>
            <ac:spMk id="17" creationId="{15404747-9A02-B38F-5343-AA2F7461CF62}"/>
          </ac:spMkLst>
        </pc:spChg>
        <pc:spChg chg="mod">
          <ac:chgData name="Igor Dos Santos Oliveira" userId="b0c2fb47-b880-4cbf-af11-e7a3affee8ed" providerId="ADAL" clId="{494D6766-E60F-4C9C-8053-2F6D56CC7459}" dt="2026-08-31T22:36:51.808" v="4389" actId="790"/>
          <ac:spMkLst>
            <pc:docMk/>
            <pc:sldMk cId="3531417985" sldId="2147483630"/>
            <ac:spMk id="18" creationId="{40401215-87B2-E420-6A5B-6884C8BAC80D}"/>
          </ac:spMkLst>
        </pc:spChg>
        <pc:spChg chg="mod">
          <ac:chgData name="Igor Dos Santos Oliveira" userId="b0c2fb47-b880-4cbf-af11-e7a3affee8ed" providerId="ADAL" clId="{494D6766-E60F-4C9C-8053-2F6D56CC7459}" dt="2026-09-01T04:21:59.544" v="9333" actId="552"/>
          <ac:spMkLst>
            <pc:docMk/>
            <pc:sldMk cId="3531417985" sldId="2147483630"/>
            <ac:spMk id="19" creationId="{5851F4A7-EC3F-A11C-8F3C-DD838962F534}"/>
          </ac:spMkLst>
        </pc:spChg>
        <pc:spChg chg="add del mod">
          <ac:chgData name="Igor Dos Santos Oliveira" userId="b0c2fb47-b880-4cbf-af11-e7a3affee8ed" providerId="ADAL" clId="{494D6766-E60F-4C9C-8053-2F6D56CC7459}" dt="2026-08-31T18:12:27.157" v="2651" actId="478"/>
          <ac:spMkLst>
            <pc:docMk/>
            <pc:sldMk cId="3531417985" sldId="2147483630"/>
            <ac:spMk id="20" creationId="{B390C45A-6D6C-4986-881B-D75DBA028BAC}"/>
          </ac:spMkLst>
        </pc:spChg>
        <pc:spChg chg="mod">
          <ac:chgData name="Igor Dos Santos Oliveira" userId="b0c2fb47-b880-4cbf-af11-e7a3affee8ed" providerId="ADAL" clId="{494D6766-E60F-4C9C-8053-2F6D56CC7459}" dt="2026-08-31T17:41:41.418" v="2258"/>
          <ac:spMkLst>
            <pc:docMk/>
            <pc:sldMk cId="3531417985" sldId="2147483630"/>
            <ac:spMk id="23" creationId="{6A4D5F6D-EC57-E0B9-8404-3CD1CC95140C}"/>
          </ac:spMkLst>
        </pc:spChg>
        <pc:spChg chg="add mod">
          <ac:chgData name="Igor Dos Santos Oliveira" userId="b0c2fb47-b880-4cbf-af11-e7a3affee8ed" providerId="ADAL" clId="{494D6766-E60F-4C9C-8053-2F6D56CC7459}" dt="2026-08-31T17:39:48.786" v="2198" actId="1035"/>
          <ac:spMkLst>
            <pc:docMk/>
            <pc:sldMk cId="3531417985" sldId="2147483630"/>
            <ac:spMk id="24" creationId="{85C32537-34D6-43B4-4DCA-8BD51A0D7B04}"/>
          </ac:spMkLst>
        </pc:spChg>
        <pc:spChg chg="add mod">
          <ac:chgData name="Igor Dos Santos Oliveira" userId="b0c2fb47-b880-4cbf-af11-e7a3affee8ed" providerId="ADAL" clId="{494D6766-E60F-4C9C-8053-2F6D56CC7459}" dt="2026-08-31T17:39:48.786" v="2198" actId="1035"/>
          <ac:spMkLst>
            <pc:docMk/>
            <pc:sldMk cId="3531417985" sldId="2147483630"/>
            <ac:spMk id="25" creationId="{7CC310CD-31FD-4812-A80D-E8161BECAA81}"/>
          </ac:spMkLst>
        </pc:spChg>
        <pc:spChg chg="add mod">
          <ac:chgData name="Igor Dos Santos Oliveira" userId="b0c2fb47-b880-4cbf-af11-e7a3affee8ed" providerId="ADAL" clId="{494D6766-E60F-4C9C-8053-2F6D56CC7459}" dt="2026-08-31T17:39:48.786" v="2198" actId="1035"/>
          <ac:spMkLst>
            <pc:docMk/>
            <pc:sldMk cId="3531417985" sldId="2147483630"/>
            <ac:spMk id="26" creationId="{05684D23-21CB-1B41-1172-76BE894A49B6}"/>
          </ac:spMkLst>
        </pc:spChg>
        <pc:spChg chg="add mod">
          <ac:chgData name="Igor Dos Santos Oliveira" userId="b0c2fb47-b880-4cbf-af11-e7a3affee8ed" providerId="ADAL" clId="{494D6766-E60F-4C9C-8053-2F6D56CC7459}" dt="2026-08-31T17:39:48.786" v="2198" actId="1035"/>
          <ac:spMkLst>
            <pc:docMk/>
            <pc:sldMk cId="3531417985" sldId="2147483630"/>
            <ac:spMk id="27" creationId="{35D0491B-200A-26DC-6856-7521F50D5531}"/>
          </ac:spMkLst>
        </pc:spChg>
        <pc:spChg chg="add mod">
          <ac:chgData name="Igor Dos Santos Oliveira" userId="b0c2fb47-b880-4cbf-af11-e7a3affee8ed" providerId="ADAL" clId="{494D6766-E60F-4C9C-8053-2F6D56CC7459}" dt="2026-08-31T20:01:48.522" v="3577" actId="20577"/>
          <ac:spMkLst>
            <pc:docMk/>
            <pc:sldMk cId="3531417985" sldId="2147483630"/>
            <ac:spMk id="28" creationId="{ACB273A5-CF40-7301-7A27-540281E4B0FF}"/>
          </ac:spMkLst>
        </pc:spChg>
        <pc:spChg chg="add del mod">
          <ac:chgData name="Igor Dos Santos Oliveira" userId="b0c2fb47-b880-4cbf-af11-e7a3affee8ed" providerId="ADAL" clId="{494D6766-E60F-4C9C-8053-2F6D56CC7459}" dt="2026-08-31T19:58:45.794" v="3497" actId="478"/>
          <ac:spMkLst>
            <pc:docMk/>
            <pc:sldMk cId="3531417985" sldId="2147483630"/>
            <ac:spMk id="29" creationId="{5810F67D-25A0-0E2C-9351-BF057B62A771}"/>
          </ac:spMkLst>
        </pc:spChg>
        <pc:spChg chg="add del mod">
          <ac:chgData name="Igor Dos Santos Oliveira" userId="b0c2fb47-b880-4cbf-af11-e7a3affee8ed" providerId="ADAL" clId="{494D6766-E60F-4C9C-8053-2F6D56CC7459}" dt="2026-08-31T17:40:17.419" v="2200" actId="478"/>
          <ac:spMkLst>
            <pc:docMk/>
            <pc:sldMk cId="3531417985" sldId="2147483630"/>
            <ac:spMk id="30" creationId="{24896988-AC5E-3976-1EEC-EB33D3298C35}"/>
          </ac:spMkLst>
        </pc:spChg>
        <pc:spChg chg="add mod">
          <ac:chgData name="Igor Dos Santos Oliveira" userId="b0c2fb47-b880-4cbf-af11-e7a3affee8ed" providerId="ADAL" clId="{494D6766-E60F-4C9C-8053-2F6D56CC7459}" dt="2026-08-31T17:41:08.431" v="2257" actId="1037"/>
          <ac:spMkLst>
            <pc:docMk/>
            <pc:sldMk cId="3531417985" sldId="2147483630"/>
            <ac:spMk id="31" creationId="{964E3D71-8FB6-54D2-68B6-27CE9A4062B0}"/>
          </ac:spMkLst>
        </pc:spChg>
        <pc:spChg chg="add mod">
          <ac:chgData name="Igor Dos Santos Oliveira" userId="b0c2fb47-b880-4cbf-af11-e7a3affee8ed" providerId="ADAL" clId="{494D6766-E60F-4C9C-8053-2F6D56CC7459}" dt="2026-08-31T17:41:08.431" v="2257" actId="1037"/>
          <ac:spMkLst>
            <pc:docMk/>
            <pc:sldMk cId="3531417985" sldId="2147483630"/>
            <ac:spMk id="32" creationId="{D6B0BDCB-D368-0F32-E1CF-62035F250711}"/>
          </ac:spMkLst>
        </pc:spChg>
        <pc:spChg chg="del">
          <ac:chgData name="Igor Dos Santos Oliveira" userId="b0c2fb47-b880-4cbf-af11-e7a3affee8ed" providerId="ADAL" clId="{494D6766-E60F-4C9C-8053-2F6D56CC7459}" dt="2026-08-31T17:39:44.343" v="2193" actId="478"/>
          <ac:spMkLst>
            <pc:docMk/>
            <pc:sldMk cId="3531417985" sldId="2147483630"/>
            <ac:spMk id="33" creationId="{F939567D-2A55-9F5E-64B3-F0045D557D51}"/>
          </ac:spMkLst>
        </pc:spChg>
        <pc:spChg chg="del">
          <ac:chgData name="Igor Dos Santos Oliveira" userId="b0c2fb47-b880-4cbf-af11-e7a3affee8ed" providerId="ADAL" clId="{494D6766-E60F-4C9C-8053-2F6D56CC7459}" dt="2026-08-31T17:39:33.307" v="2190" actId="478"/>
          <ac:spMkLst>
            <pc:docMk/>
            <pc:sldMk cId="3531417985" sldId="2147483630"/>
            <ac:spMk id="34" creationId="{86170E70-49F4-47C5-3089-65BA6740BC18}"/>
          </ac:spMkLst>
        </pc:spChg>
        <pc:spChg chg="del">
          <ac:chgData name="Igor Dos Santos Oliveira" userId="b0c2fb47-b880-4cbf-af11-e7a3affee8ed" providerId="ADAL" clId="{494D6766-E60F-4C9C-8053-2F6D56CC7459}" dt="2026-08-31T17:39:33.307" v="2190" actId="478"/>
          <ac:spMkLst>
            <pc:docMk/>
            <pc:sldMk cId="3531417985" sldId="2147483630"/>
            <ac:spMk id="35" creationId="{3276D36A-6667-CE3C-0D90-252482A15117}"/>
          </ac:spMkLst>
        </pc:spChg>
        <pc:spChg chg="del">
          <ac:chgData name="Igor Dos Santos Oliveira" userId="b0c2fb47-b880-4cbf-af11-e7a3affee8ed" providerId="ADAL" clId="{494D6766-E60F-4C9C-8053-2F6D56CC7459}" dt="2026-08-31T17:39:33.307" v="2190" actId="478"/>
          <ac:spMkLst>
            <pc:docMk/>
            <pc:sldMk cId="3531417985" sldId="2147483630"/>
            <ac:spMk id="36" creationId="{414199BD-2A81-28D0-4A61-2DC1B29111DB}"/>
          </ac:spMkLst>
        </pc:spChg>
        <pc:spChg chg="del">
          <ac:chgData name="Igor Dos Santos Oliveira" userId="b0c2fb47-b880-4cbf-af11-e7a3affee8ed" providerId="ADAL" clId="{494D6766-E60F-4C9C-8053-2F6D56CC7459}" dt="2026-08-31T17:39:33.307" v="2190" actId="478"/>
          <ac:spMkLst>
            <pc:docMk/>
            <pc:sldMk cId="3531417985" sldId="2147483630"/>
            <ac:spMk id="37" creationId="{59FA3EED-8BFE-4BA6-CFC0-ACFAB3FD60C5}"/>
          </ac:spMkLst>
        </pc:spChg>
        <pc:spChg chg="del">
          <ac:chgData name="Igor Dos Santos Oliveira" userId="b0c2fb47-b880-4cbf-af11-e7a3affee8ed" providerId="ADAL" clId="{494D6766-E60F-4C9C-8053-2F6D56CC7459}" dt="2026-08-31T17:39:33.307" v="2190" actId="478"/>
          <ac:spMkLst>
            <pc:docMk/>
            <pc:sldMk cId="3531417985" sldId="2147483630"/>
            <ac:spMk id="38" creationId="{5E1C6750-3A6A-BB77-F523-90C342EDCBA4}"/>
          </ac:spMkLst>
        </pc:spChg>
        <pc:spChg chg="del">
          <ac:chgData name="Igor Dos Santos Oliveira" userId="b0c2fb47-b880-4cbf-af11-e7a3affee8ed" providerId="ADAL" clId="{494D6766-E60F-4C9C-8053-2F6D56CC7459}" dt="2026-08-31T17:39:33.307" v="2190" actId="478"/>
          <ac:spMkLst>
            <pc:docMk/>
            <pc:sldMk cId="3531417985" sldId="2147483630"/>
            <ac:spMk id="39" creationId="{C05393FB-375C-05FF-C422-8B01FD4E96C7}"/>
          </ac:spMkLst>
        </pc:spChg>
        <pc:spChg chg="add mod">
          <ac:chgData name="Igor Dos Santos Oliveira" userId="b0c2fb47-b880-4cbf-af11-e7a3affee8ed" providerId="ADAL" clId="{494D6766-E60F-4C9C-8053-2F6D56CC7459}" dt="2026-08-31T17:47:06.777" v="2484"/>
          <ac:spMkLst>
            <pc:docMk/>
            <pc:sldMk cId="3531417985" sldId="2147483630"/>
            <ac:spMk id="40" creationId="{1D04923E-CE50-2246-7C17-B64EFF568093}"/>
          </ac:spMkLst>
        </pc:spChg>
        <pc:spChg chg="add mod">
          <ac:chgData name="Igor Dos Santos Oliveira" userId="b0c2fb47-b880-4cbf-af11-e7a3affee8ed" providerId="ADAL" clId="{494D6766-E60F-4C9C-8053-2F6D56CC7459}" dt="2026-08-31T19:29:14.326" v="3455"/>
          <ac:spMkLst>
            <pc:docMk/>
            <pc:sldMk cId="3531417985" sldId="2147483630"/>
            <ac:spMk id="41" creationId="{5714CA4F-D958-32F7-8B5E-929BA9F43BFD}"/>
          </ac:spMkLst>
        </pc:spChg>
        <pc:spChg chg="add mod">
          <ac:chgData name="Igor Dos Santos Oliveira" userId="b0c2fb47-b880-4cbf-af11-e7a3affee8ed" providerId="ADAL" clId="{494D6766-E60F-4C9C-8053-2F6D56CC7459}" dt="2026-09-01T02:39:48.235" v="7304"/>
          <ac:spMkLst>
            <pc:docMk/>
            <pc:sldMk cId="3531417985" sldId="2147483630"/>
            <ac:spMk id="42" creationId="{A710E83B-6319-685C-0FA6-E4D65A946299}"/>
          </ac:spMkLst>
        </pc:spChg>
        <pc:spChg chg="add del mod">
          <ac:chgData name="Igor Dos Santos Oliveira" userId="b0c2fb47-b880-4cbf-af11-e7a3affee8ed" providerId="ADAL" clId="{494D6766-E60F-4C9C-8053-2F6D56CC7459}" dt="2026-08-31T22:36:41.321" v="4388" actId="478"/>
          <ac:spMkLst>
            <pc:docMk/>
            <pc:sldMk cId="3531417985" sldId="2147483630"/>
            <ac:spMk id="43" creationId="{0032FDB3-6FA2-319C-43B1-2664D414EFAD}"/>
          </ac:spMkLst>
        </pc:spChg>
        <pc:spChg chg="mod">
          <ac:chgData name="Igor Dos Santos Oliveira" userId="b0c2fb47-b880-4cbf-af11-e7a3affee8ed" providerId="ADAL" clId="{494D6766-E60F-4C9C-8053-2F6D56CC7459}" dt="2026-08-31T17:39:48.786" v="2198" actId="1035"/>
          <ac:spMkLst>
            <pc:docMk/>
            <pc:sldMk cId="3531417985" sldId="2147483630"/>
            <ac:spMk id="48" creationId="{58B930FD-C96D-7384-3367-AC13CA12AFF9}"/>
          </ac:spMkLst>
        </pc:spChg>
        <pc:spChg chg="del">
          <ac:chgData name="Igor Dos Santos Oliveira" userId="b0c2fb47-b880-4cbf-af11-e7a3affee8ed" providerId="ADAL" clId="{494D6766-E60F-4C9C-8053-2F6D56CC7459}" dt="2026-08-31T17:46:29.680" v="2476" actId="478"/>
          <ac:spMkLst>
            <pc:docMk/>
            <pc:sldMk cId="3531417985" sldId="2147483630"/>
            <ac:spMk id="49" creationId="{B1A0F7E2-0EC5-6735-2E83-5621F622384B}"/>
          </ac:spMkLst>
        </pc:spChg>
        <pc:spChg chg="mod">
          <ac:chgData name="Igor Dos Santos Oliveira" userId="b0c2fb47-b880-4cbf-af11-e7a3affee8ed" providerId="ADAL" clId="{494D6766-E60F-4C9C-8053-2F6D56CC7459}" dt="2026-09-01T04:21:59.544" v="9333" actId="552"/>
          <ac:spMkLst>
            <pc:docMk/>
            <pc:sldMk cId="3531417985" sldId="2147483630"/>
            <ac:spMk id="50" creationId="{D15BE998-15E6-F785-1B2B-A64526CFD705}"/>
          </ac:spMkLst>
        </pc:spChg>
        <pc:spChg chg="del">
          <ac:chgData name="Igor Dos Santos Oliveira" userId="b0c2fb47-b880-4cbf-af11-e7a3affee8ed" providerId="ADAL" clId="{494D6766-E60F-4C9C-8053-2F6D56CC7459}" dt="2026-08-31T17:39:33.307" v="2190" actId="478"/>
          <ac:spMkLst>
            <pc:docMk/>
            <pc:sldMk cId="3531417985" sldId="2147483630"/>
            <ac:spMk id="51" creationId="{861237CD-5DE8-FEF1-76C9-087719FBCD7F}"/>
          </ac:spMkLst>
        </pc:spChg>
        <pc:spChg chg="del">
          <ac:chgData name="Igor Dos Santos Oliveira" userId="b0c2fb47-b880-4cbf-af11-e7a3affee8ed" providerId="ADAL" clId="{494D6766-E60F-4C9C-8053-2F6D56CC7459}" dt="2026-08-31T17:39:33.307" v="2190" actId="478"/>
          <ac:spMkLst>
            <pc:docMk/>
            <pc:sldMk cId="3531417985" sldId="2147483630"/>
            <ac:spMk id="52" creationId="{E3BC6CA3-D9D0-E967-8B24-B7EC75D08EB5}"/>
          </ac:spMkLst>
        </pc:spChg>
      </pc:sldChg>
      <pc:sldChg chg="addSp delSp modSp add mod modShow">
        <pc:chgData name="Igor Dos Santos Oliveira" userId="b0c2fb47-b880-4cbf-af11-e7a3affee8ed" providerId="ADAL" clId="{494D6766-E60F-4C9C-8053-2F6D56CC7459}" dt="2026-09-01T04:21:50.313" v="9309" actId="552"/>
        <pc:sldMkLst>
          <pc:docMk/>
          <pc:sldMk cId="488489616" sldId="2147483631"/>
        </pc:sldMkLst>
        <pc:spChg chg="mod">
          <ac:chgData name="Igor Dos Santos Oliveira" userId="b0c2fb47-b880-4cbf-af11-e7a3affee8ed" providerId="ADAL" clId="{494D6766-E60F-4C9C-8053-2F6D56CC7459}" dt="2026-09-01T01:36:31.044" v="5846" actId="404"/>
          <ac:spMkLst>
            <pc:docMk/>
            <pc:sldMk cId="488489616" sldId="2147483631"/>
            <ac:spMk id="3" creationId="{3D6332B1-54EF-8E0F-9FCB-72AAA0F082C9}"/>
          </ac:spMkLst>
        </pc:spChg>
        <pc:spChg chg="del">
          <ac:chgData name="Igor Dos Santos Oliveira" userId="b0c2fb47-b880-4cbf-af11-e7a3affee8ed" providerId="ADAL" clId="{494D6766-E60F-4C9C-8053-2F6D56CC7459}" dt="2026-08-31T17:42:51.369" v="2362" actId="478"/>
          <ac:spMkLst>
            <pc:docMk/>
            <pc:sldMk cId="488489616" sldId="2147483631"/>
            <ac:spMk id="4" creationId="{948490C9-CB23-A78B-4FA2-787060B2B989}"/>
          </ac:spMkLst>
        </pc:spChg>
        <pc:spChg chg="del mod">
          <ac:chgData name="Igor Dos Santos Oliveira" userId="b0c2fb47-b880-4cbf-af11-e7a3affee8ed" providerId="ADAL" clId="{494D6766-E60F-4C9C-8053-2F6D56CC7459}" dt="2026-08-31T19:29:18.590" v="3456" actId="478"/>
          <ac:spMkLst>
            <pc:docMk/>
            <pc:sldMk cId="488489616" sldId="2147483631"/>
            <ac:spMk id="6" creationId="{01305B33-CE9D-8154-C256-DE76C395C1EC}"/>
          </ac:spMkLst>
        </pc:spChg>
        <pc:spChg chg="del">
          <ac:chgData name="Igor Dos Santos Oliveira" userId="b0c2fb47-b880-4cbf-af11-e7a3affee8ed" providerId="ADAL" clId="{494D6766-E60F-4C9C-8053-2F6D56CC7459}" dt="2026-08-31T19:29:18.590" v="3456" actId="478"/>
          <ac:spMkLst>
            <pc:docMk/>
            <pc:sldMk cId="488489616" sldId="2147483631"/>
            <ac:spMk id="7" creationId="{07B27522-95F6-955E-0B30-2A12403177D2}"/>
          </ac:spMkLst>
        </pc:spChg>
        <pc:spChg chg="del">
          <ac:chgData name="Igor Dos Santos Oliveira" userId="b0c2fb47-b880-4cbf-af11-e7a3affee8ed" providerId="ADAL" clId="{494D6766-E60F-4C9C-8053-2F6D56CC7459}" dt="2026-08-31T17:42:28.988" v="2270" actId="478"/>
          <ac:spMkLst>
            <pc:docMk/>
            <pc:sldMk cId="488489616" sldId="2147483631"/>
            <ac:spMk id="9" creationId="{E996741B-B84A-E975-2A27-2C7CF5ADE5DD}"/>
          </ac:spMkLst>
        </pc:spChg>
        <pc:spChg chg="del">
          <ac:chgData name="Igor Dos Santos Oliveira" userId="b0c2fb47-b880-4cbf-af11-e7a3affee8ed" providerId="ADAL" clId="{494D6766-E60F-4C9C-8053-2F6D56CC7459}" dt="2026-08-31T17:42:28.988" v="2270" actId="478"/>
          <ac:spMkLst>
            <pc:docMk/>
            <pc:sldMk cId="488489616" sldId="2147483631"/>
            <ac:spMk id="10" creationId="{6E241550-6DE2-2B4A-8F9E-E6E2751CB64E}"/>
          </ac:spMkLst>
        </pc:spChg>
        <pc:spChg chg="mod">
          <ac:chgData name="Igor Dos Santos Oliveira" userId="b0c2fb47-b880-4cbf-af11-e7a3affee8ed" providerId="ADAL" clId="{494D6766-E60F-4C9C-8053-2F6D56CC7459}" dt="2026-08-31T17:43:34.112" v="2462"/>
          <ac:spMkLst>
            <pc:docMk/>
            <pc:sldMk cId="488489616" sldId="2147483631"/>
            <ac:spMk id="12" creationId="{2E9632A7-5BA2-478B-F867-B0F8DB9E1AC9}"/>
          </ac:spMkLst>
        </pc:spChg>
        <pc:spChg chg="mod">
          <ac:chgData name="Igor Dos Santos Oliveira" userId="b0c2fb47-b880-4cbf-af11-e7a3affee8ed" providerId="ADAL" clId="{494D6766-E60F-4C9C-8053-2F6D56CC7459}" dt="2026-08-31T17:43:38.873" v="2463"/>
          <ac:spMkLst>
            <pc:docMk/>
            <pc:sldMk cId="488489616" sldId="2147483631"/>
            <ac:spMk id="15" creationId="{FA388766-2BA3-C2C1-E3D0-4B3F2B7A4A1A}"/>
          </ac:spMkLst>
        </pc:spChg>
        <pc:spChg chg="mod">
          <ac:chgData name="Igor Dos Santos Oliveira" userId="b0c2fb47-b880-4cbf-af11-e7a3affee8ed" providerId="ADAL" clId="{494D6766-E60F-4C9C-8053-2F6D56CC7459}" dt="2026-09-01T02:38:38.717" v="7300" actId="313"/>
          <ac:spMkLst>
            <pc:docMk/>
            <pc:sldMk cId="488489616" sldId="2147483631"/>
            <ac:spMk id="17" creationId="{9FCDF397-4DF8-CC67-BAFA-F5CDCBE67315}"/>
          </ac:spMkLst>
        </pc:spChg>
        <pc:spChg chg="mod">
          <ac:chgData name="Igor Dos Santos Oliveira" userId="b0c2fb47-b880-4cbf-af11-e7a3affee8ed" providerId="ADAL" clId="{494D6766-E60F-4C9C-8053-2F6D56CC7459}" dt="2026-09-01T02:38:40.340" v="7301" actId="313"/>
          <ac:spMkLst>
            <pc:docMk/>
            <pc:sldMk cId="488489616" sldId="2147483631"/>
            <ac:spMk id="18" creationId="{599ECF1A-00D0-8EF9-B4A1-ADD0659194D8}"/>
          </ac:spMkLst>
        </pc:spChg>
        <pc:spChg chg="mod">
          <ac:chgData name="Igor Dos Santos Oliveira" userId="b0c2fb47-b880-4cbf-af11-e7a3affee8ed" providerId="ADAL" clId="{494D6766-E60F-4C9C-8053-2F6D56CC7459}" dt="2026-09-01T04:21:50.313" v="9309" actId="552"/>
          <ac:spMkLst>
            <pc:docMk/>
            <pc:sldMk cId="488489616" sldId="2147483631"/>
            <ac:spMk id="19" creationId="{F7257711-1492-C965-EF12-6E1465B2D414}"/>
          </ac:spMkLst>
        </pc:spChg>
        <pc:spChg chg="mod">
          <ac:chgData name="Igor Dos Santos Oliveira" userId="b0c2fb47-b880-4cbf-af11-e7a3affee8ed" providerId="ADAL" clId="{494D6766-E60F-4C9C-8053-2F6D56CC7459}" dt="2026-08-31T17:45:46.239" v="2474" actId="208"/>
          <ac:spMkLst>
            <pc:docMk/>
            <pc:sldMk cId="488489616" sldId="2147483631"/>
            <ac:spMk id="20" creationId="{1B2D9100-6B48-1761-4B13-0FB41A8F2589}"/>
          </ac:spMkLst>
        </pc:spChg>
        <pc:spChg chg="mod">
          <ac:chgData name="Igor Dos Santos Oliveira" userId="b0c2fb47-b880-4cbf-af11-e7a3affee8ed" providerId="ADAL" clId="{494D6766-E60F-4C9C-8053-2F6D56CC7459}" dt="2026-08-31T17:43:47.413" v="2465"/>
          <ac:spMkLst>
            <pc:docMk/>
            <pc:sldMk cId="488489616" sldId="2147483631"/>
            <ac:spMk id="23" creationId="{09EA1BC8-9E85-068F-52D8-87F810562098}"/>
          </ac:spMkLst>
        </pc:spChg>
        <pc:spChg chg="del">
          <ac:chgData name="Igor Dos Santos Oliveira" userId="b0c2fb47-b880-4cbf-af11-e7a3affee8ed" providerId="ADAL" clId="{494D6766-E60F-4C9C-8053-2F6D56CC7459}" dt="2026-08-31T17:42:28.988" v="2270" actId="478"/>
          <ac:spMkLst>
            <pc:docMk/>
            <pc:sldMk cId="488489616" sldId="2147483631"/>
            <ac:spMk id="24" creationId="{503A0DE0-8E1E-508B-765C-3DF56481865D}"/>
          </ac:spMkLst>
        </pc:spChg>
        <pc:spChg chg="del">
          <ac:chgData name="Igor Dos Santos Oliveira" userId="b0c2fb47-b880-4cbf-af11-e7a3affee8ed" providerId="ADAL" clId="{494D6766-E60F-4C9C-8053-2F6D56CC7459}" dt="2026-08-31T17:42:28.988" v="2270" actId="478"/>
          <ac:spMkLst>
            <pc:docMk/>
            <pc:sldMk cId="488489616" sldId="2147483631"/>
            <ac:spMk id="25" creationId="{422DEDD7-0DE6-2657-5F80-82AE06626FCC}"/>
          </ac:spMkLst>
        </pc:spChg>
        <pc:spChg chg="del">
          <ac:chgData name="Igor Dos Santos Oliveira" userId="b0c2fb47-b880-4cbf-af11-e7a3affee8ed" providerId="ADAL" clId="{494D6766-E60F-4C9C-8053-2F6D56CC7459}" dt="2026-08-31T17:42:28.988" v="2270" actId="478"/>
          <ac:spMkLst>
            <pc:docMk/>
            <pc:sldMk cId="488489616" sldId="2147483631"/>
            <ac:spMk id="26" creationId="{FFE89345-2EED-9579-4474-328DA6D8A0FC}"/>
          </ac:spMkLst>
        </pc:spChg>
        <pc:spChg chg="del">
          <ac:chgData name="Igor Dos Santos Oliveira" userId="b0c2fb47-b880-4cbf-af11-e7a3affee8ed" providerId="ADAL" clId="{494D6766-E60F-4C9C-8053-2F6D56CC7459}" dt="2026-08-31T17:42:28.988" v="2270" actId="478"/>
          <ac:spMkLst>
            <pc:docMk/>
            <pc:sldMk cId="488489616" sldId="2147483631"/>
            <ac:spMk id="27" creationId="{5E88A177-9E74-1ED8-119F-C67022A22507}"/>
          </ac:spMkLst>
        </pc:spChg>
        <pc:spChg chg="del">
          <ac:chgData name="Igor Dos Santos Oliveira" userId="b0c2fb47-b880-4cbf-af11-e7a3affee8ed" providerId="ADAL" clId="{494D6766-E60F-4C9C-8053-2F6D56CC7459}" dt="2026-08-31T17:42:28.988" v="2270" actId="478"/>
          <ac:spMkLst>
            <pc:docMk/>
            <pc:sldMk cId="488489616" sldId="2147483631"/>
            <ac:spMk id="28" creationId="{2138E55E-C6A6-3675-911F-5B35F5E21516}"/>
          </ac:spMkLst>
        </pc:spChg>
        <pc:spChg chg="del">
          <ac:chgData name="Igor Dos Santos Oliveira" userId="b0c2fb47-b880-4cbf-af11-e7a3affee8ed" providerId="ADAL" clId="{494D6766-E60F-4C9C-8053-2F6D56CC7459}" dt="2026-08-31T17:42:28.988" v="2270" actId="478"/>
          <ac:spMkLst>
            <pc:docMk/>
            <pc:sldMk cId="488489616" sldId="2147483631"/>
            <ac:spMk id="29" creationId="{AD598462-94A0-43D1-24DF-6436A1093EBB}"/>
          </ac:spMkLst>
        </pc:spChg>
        <pc:spChg chg="add mod">
          <ac:chgData name="Igor Dos Santos Oliveira" userId="b0c2fb47-b880-4cbf-af11-e7a3affee8ed" providerId="ADAL" clId="{494D6766-E60F-4C9C-8053-2F6D56CC7459}" dt="2026-08-31T17:42:56.808" v="2367" actId="1035"/>
          <ac:spMkLst>
            <pc:docMk/>
            <pc:sldMk cId="488489616" sldId="2147483631"/>
            <ac:spMk id="30" creationId="{5D1DDF53-0CC6-9ADF-DCB1-5C4D3EBBB151}"/>
          </ac:spMkLst>
        </pc:spChg>
        <pc:spChg chg="add mod">
          <ac:chgData name="Igor Dos Santos Oliveira" userId="b0c2fb47-b880-4cbf-af11-e7a3affee8ed" providerId="ADAL" clId="{494D6766-E60F-4C9C-8053-2F6D56CC7459}" dt="2026-08-31T17:42:56.808" v="2367" actId="1035"/>
          <ac:spMkLst>
            <pc:docMk/>
            <pc:sldMk cId="488489616" sldId="2147483631"/>
            <ac:spMk id="33" creationId="{5BCA7E21-DC22-B3DB-DFAA-707D32435929}"/>
          </ac:spMkLst>
        </pc:spChg>
        <pc:spChg chg="add mod">
          <ac:chgData name="Igor Dos Santos Oliveira" userId="b0c2fb47-b880-4cbf-af11-e7a3affee8ed" providerId="ADAL" clId="{494D6766-E60F-4C9C-8053-2F6D56CC7459}" dt="2026-08-31T17:42:56.808" v="2367" actId="1035"/>
          <ac:spMkLst>
            <pc:docMk/>
            <pc:sldMk cId="488489616" sldId="2147483631"/>
            <ac:spMk id="34" creationId="{33C7C970-CCEE-1AD2-0444-35DEC8453D91}"/>
          </ac:spMkLst>
        </pc:spChg>
        <pc:spChg chg="add mod">
          <ac:chgData name="Igor Dos Santos Oliveira" userId="b0c2fb47-b880-4cbf-af11-e7a3affee8ed" providerId="ADAL" clId="{494D6766-E60F-4C9C-8053-2F6D56CC7459}" dt="2026-08-31T17:42:56.808" v="2367" actId="1035"/>
          <ac:spMkLst>
            <pc:docMk/>
            <pc:sldMk cId="488489616" sldId="2147483631"/>
            <ac:spMk id="35" creationId="{1F73C599-6B12-B054-E0D3-CD59F5649BB9}"/>
          </ac:spMkLst>
        </pc:spChg>
        <pc:spChg chg="add mod">
          <ac:chgData name="Igor Dos Santos Oliveira" userId="b0c2fb47-b880-4cbf-af11-e7a3affee8ed" providerId="ADAL" clId="{494D6766-E60F-4C9C-8053-2F6D56CC7459}" dt="2026-08-31T17:42:56.808" v="2367" actId="1035"/>
          <ac:spMkLst>
            <pc:docMk/>
            <pc:sldMk cId="488489616" sldId="2147483631"/>
            <ac:spMk id="36" creationId="{1559F3F1-C914-A910-0771-1CB3BDECF8C8}"/>
          </ac:spMkLst>
        </pc:spChg>
        <pc:spChg chg="add mod">
          <ac:chgData name="Igor Dos Santos Oliveira" userId="b0c2fb47-b880-4cbf-af11-e7a3affee8ed" providerId="ADAL" clId="{494D6766-E60F-4C9C-8053-2F6D56CC7459}" dt="2026-08-31T17:42:56.808" v="2367" actId="1035"/>
          <ac:spMkLst>
            <pc:docMk/>
            <pc:sldMk cId="488489616" sldId="2147483631"/>
            <ac:spMk id="37" creationId="{DD095ECE-F254-C74C-0CAB-07209184D110}"/>
          </ac:spMkLst>
        </pc:spChg>
        <pc:spChg chg="add mod">
          <ac:chgData name="Igor Dos Santos Oliveira" userId="b0c2fb47-b880-4cbf-af11-e7a3affee8ed" providerId="ADAL" clId="{494D6766-E60F-4C9C-8053-2F6D56CC7459}" dt="2026-08-31T17:42:56.808" v="2367" actId="1035"/>
          <ac:spMkLst>
            <pc:docMk/>
            <pc:sldMk cId="488489616" sldId="2147483631"/>
            <ac:spMk id="38" creationId="{FBB2B82E-CCFE-1FFD-3CA4-1FA680FD6E62}"/>
          </ac:spMkLst>
        </pc:spChg>
        <pc:spChg chg="add del mod">
          <ac:chgData name="Igor Dos Santos Oliveira" userId="b0c2fb47-b880-4cbf-af11-e7a3affee8ed" providerId="ADAL" clId="{494D6766-E60F-4C9C-8053-2F6D56CC7459}" dt="2026-08-31T20:17:20.892" v="3621" actId="478"/>
          <ac:spMkLst>
            <pc:docMk/>
            <pc:sldMk cId="488489616" sldId="2147483631"/>
            <ac:spMk id="39" creationId="{7144FB87-050B-1064-FAB8-96ACC6BA7CF1}"/>
          </ac:spMkLst>
        </pc:spChg>
        <pc:spChg chg="add del mod">
          <ac:chgData name="Igor Dos Santos Oliveira" userId="b0c2fb47-b880-4cbf-af11-e7a3affee8ed" providerId="ADAL" clId="{494D6766-E60F-4C9C-8053-2F6D56CC7459}" dt="2026-08-31T19:59:56.705" v="3533" actId="478"/>
          <ac:spMkLst>
            <pc:docMk/>
            <pc:sldMk cId="488489616" sldId="2147483631"/>
            <ac:spMk id="40" creationId="{AA34810E-5561-55F3-FBAB-41E8828A496C}"/>
          </ac:spMkLst>
        </pc:spChg>
        <pc:spChg chg="add mod">
          <ac:chgData name="Igor Dos Santos Oliveira" userId="b0c2fb47-b880-4cbf-af11-e7a3affee8ed" providerId="ADAL" clId="{494D6766-E60F-4C9C-8053-2F6D56CC7459}" dt="2026-08-31T17:43:14.853" v="2460" actId="1037"/>
          <ac:spMkLst>
            <pc:docMk/>
            <pc:sldMk cId="488489616" sldId="2147483631"/>
            <ac:spMk id="41" creationId="{1E3D9E5F-D75D-CAB4-4D1F-2831A9915442}"/>
          </ac:spMkLst>
        </pc:spChg>
        <pc:spChg chg="add mod">
          <ac:chgData name="Igor Dos Santos Oliveira" userId="b0c2fb47-b880-4cbf-af11-e7a3affee8ed" providerId="ADAL" clId="{494D6766-E60F-4C9C-8053-2F6D56CC7459}" dt="2026-08-31T17:43:14.853" v="2460" actId="1037"/>
          <ac:spMkLst>
            <pc:docMk/>
            <pc:sldMk cId="488489616" sldId="2147483631"/>
            <ac:spMk id="42" creationId="{AC241616-EABA-E627-4AB5-CFB0844440CF}"/>
          </ac:spMkLst>
        </pc:spChg>
        <pc:spChg chg="add mod">
          <ac:chgData name="Igor Dos Santos Oliveira" userId="b0c2fb47-b880-4cbf-af11-e7a3affee8ed" providerId="ADAL" clId="{494D6766-E60F-4C9C-8053-2F6D56CC7459}" dt="2026-08-31T17:47:08.952" v="2485"/>
          <ac:spMkLst>
            <pc:docMk/>
            <pc:sldMk cId="488489616" sldId="2147483631"/>
            <ac:spMk id="43" creationId="{F0E83B52-B303-F863-89EA-DF668C905D7F}"/>
          </ac:spMkLst>
        </pc:spChg>
        <pc:spChg chg="add mod">
          <ac:chgData name="Igor Dos Santos Oliveira" userId="b0c2fb47-b880-4cbf-af11-e7a3affee8ed" providerId="ADAL" clId="{494D6766-E60F-4C9C-8053-2F6D56CC7459}" dt="2026-08-31T19:29:19.007" v="3457"/>
          <ac:spMkLst>
            <pc:docMk/>
            <pc:sldMk cId="488489616" sldId="2147483631"/>
            <ac:spMk id="44" creationId="{8EF9A8F9-1585-FC43-4D97-E5172F7A01D9}"/>
          </ac:spMkLst>
        </pc:spChg>
        <pc:spChg chg="add mod">
          <ac:chgData name="Igor Dos Santos Oliveira" userId="b0c2fb47-b880-4cbf-af11-e7a3affee8ed" providerId="ADAL" clId="{494D6766-E60F-4C9C-8053-2F6D56CC7459}" dt="2026-08-31T20:17:36.923" v="3625" actId="2711"/>
          <ac:spMkLst>
            <pc:docMk/>
            <pc:sldMk cId="488489616" sldId="2147483631"/>
            <ac:spMk id="45" creationId="{1E71CACB-407C-188B-EFCF-B266742DD610}"/>
          </ac:spMkLst>
        </pc:spChg>
        <pc:spChg chg="add mod">
          <ac:chgData name="Igor Dos Santos Oliveira" userId="b0c2fb47-b880-4cbf-af11-e7a3affee8ed" providerId="ADAL" clId="{494D6766-E60F-4C9C-8053-2F6D56CC7459}" dt="2026-08-31T20:17:21.473" v="3622"/>
          <ac:spMkLst>
            <pc:docMk/>
            <pc:sldMk cId="488489616" sldId="2147483631"/>
            <ac:spMk id="46" creationId="{40672376-B97D-99D9-EA52-D9D1418B533B}"/>
          </ac:spMkLst>
        </pc:spChg>
        <pc:spChg chg="add mod">
          <ac:chgData name="Igor Dos Santos Oliveira" userId="b0c2fb47-b880-4cbf-af11-e7a3affee8ed" providerId="ADAL" clId="{494D6766-E60F-4C9C-8053-2F6D56CC7459}" dt="2026-09-01T02:39:55.547" v="7305"/>
          <ac:spMkLst>
            <pc:docMk/>
            <pc:sldMk cId="488489616" sldId="2147483631"/>
            <ac:spMk id="47" creationId="{71475257-C6F0-EC23-9E91-BF4D74A28B65}"/>
          </ac:spMkLst>
        </pc:spChg>
        <pc:spChg chg="mod">
          <ac:chgData name="Igor Dos Santos Oliveira" userId="b0c2fb47-b880-4cbf-af11-e7a3affee8ed" providerId="ADAL" clId="{494D6766-E60F-4C9C-8053-2F6D56CC7459}" dt="2026-08-31T17:42:56.808" v="2367" actId="1035"/>
          <ac:spMkLst>
            <pc:docMk/>
            <pc:sldMk cId="488489616" sldId="2147483631"/>
            <ac:spMk id="48" creationId="{4318A826-4A04-47F2-2A42-E3A07A575CB5}"/>
          </ac:spMkLst>
        </pc:spChg>
        <pc:spChg chg="del">
          <ac:chgData name="Igor Dos Santos Oliveira" userId="b0c2fb47-b880-4cbf-af11-e7a3affee8ed" providerId="ADAL" clId="{494D6766-E60F-4C9C-8053-2F6D56CC7459}" dt="2026-08-31T17:42:31.848" v="2271" actId="478"/>
          <ac:spMkLst>
            <pc:docMk/>
            <pc:sldMk cId="488489616" sldId="2147483631"/>
            <ac:spMk id="49" creationId="{489ADA00-16AE-2525-E62A-EBD932C4412C}"/>
          </ac:spMkLst>
        </pc:spChg>
        <pc:spChg chg="mod">
          <ac:chgData name="Igor Dos Santos Oliveira" userId="b0c2fb47-b880-4cbf-af11-e7a3affee8ed" providerId="ADAL" clId="{494D6766-E60F-4C9C-8053-2F6D56CC7459}" dt="2026-09-01T04:21:50.313" v="9309" actId="552"/>
          <ac:spMkLst>
            <pc:docMk/>
            <pc:sldMk cId="488489616" sldId="2147483631"/>
            <ac:spMk id="50" creationId="{48F115F3-0095-B4B0-A4AB-1F259A86D362}"/>
          </ac:spMkLst>
        </pc:spChg>
        <pc:spChg chg="del">
          <ac:chgData name="Igor Dos Santos Oliveira" userId="b0c2fb47-b880-4cbf-af11-e7a3affee8ed" providerId="ADAL" clId="{494D6766-E60F-4C9C-8053-2F6D56CC7459}" dt="2026-08-31T17:43:18.847" v="2461" actId="478"/>
          <ac:spMkLst>
            <pc:docMk/>
            <pc:sldMk cId="488489616" sldId="2147483631"/>
            <ac:spMk id="53" creationId="{A0C91551-5663-E92F-8135-A8F4C3016011}"/>
          </ac:spMkLst>
        </pc:spChg>
      </pc:sldChg>
      <pc:sldChg chg="delSp add del mod ord">
        <pc:chgData name="Igor Dos Santos Oliveira" userId="b0c2fb47-b880-4cbf-af11-e7a3affee8ed" providerId="ADAL" clId="{494D6766-E60F-4C9C-8053-2F6D56CC7459}" dt="2026-08-31T18:39:00.643" v="2730" actId="47"/>
        <pc:sldMkLst>
          <pc:docMk/>
          <pc:sldMk cId="31074208" sldId="2147483632"/>
        </pc:sldMkLst>
        <pc:spChg chg="del">
          <ac:chgData name="Igor Dos Santos Oliveira" userId="b0c2fb47-b880-4cbf-af11-e7a3affee8ed" providerId="ADAL" clId="{494D6766-E60F-4C9C-8053-2F6D56CC7459}" dt="2026-08-31T18:35:22.851" v="2728" actId="478"/>
          <ac:spMkLst>
            <pc:docMk/>
            <pc:sldMk cId="31074208" sldId="2147483632"/>
            <ac:spMk id="37" creationId="{5BCD8017-1684-6773-A8F9-EBF64C22B7D4}"/>
          </ac:spMkLst>
        </pc:spChg>
        <pc:spChg chg="del">
          <ac:chgData name="Igor Dos Santos Oliveira" userId="b0c2fb47-b880-4cbf-af11-e7a3affee8ed" providerId="ADAL" clId="{494D6766-E60F-4C9C-8053-2F6D56CC7459}" dt="2026-08-31T18:35:22.851" v="2728" actId="478"/>
          <ac:spMkLst>
            <pc:docMk/>
            <pc:sldMk cId="31074208" sldId="2147483632"/>
            <ac:spMk id="39" creationId="{61F48A2F-7298-1BFC-AE2F-4D9917963A5F}"/>
          </ac:spMkLst>
        </pc:spChg>
        <pc:spChg chg="del">
          <ac:chgData name="Igor Dos Santos Oliveira" userId="b0c2fb47-b880-4cbf-af11-e7a3affee8ed" providerId="ADAL" clId="{494D6766-E60F-4C9C-8053-2F6D56CC7459}" dt="2026-08-31T18:35:22.851" v="2728" actId="478"/>
          <ac:spMkLst>
            <pc:docMk/>
            <pc:sldMk cId="31074208" sldId="2147483632"/>
            <ac:spMk id="47" creationId="{72AB7A6C-E4CC-9990-2391-28ABC05077B6}"/>
          </ac:spMkLst>
        </pc:spChg>
        <pc:spChg chg="del">
          <ac:chgData name="Igor Dos Santos Oliveira" userId="b0c2fb47-b880-4cbf-af11-e7a3affee8ed" providerId="ADAL" clId="{494D6766-E60F-4C9C-8053-2F6D56CC7459}" dt="2026-08-31T18:35:22.851" v="2728" actId="478"/>
          <ac:spMkLst>
            <pc:docMk/>
            <pc:sldMk cId="31074208" sldId="2147483632"/>
            <ac:spMk id="50" creationId="{73A7B472-F420-AB7C-0624-BA6589B0E0C9}"/>
          </ac:spMkLst>
        </pc:spChg>
        <pc:spChg chg="del">
          <ac:chgData name="Igor Dos Santos Oliveira" userId="b0c2fb47-b880-4cbf-af11-e7a3affee8ed" providerId="ADAL" clId="{494D6766-E60F-4C9C-8053-2F6D56CC7459}" dt="2026-08-31T18:35:22.851" v="2728" actId="478"/>
          <ac:spMkLst>
            <pc:docMk/>
            <pc:sldMk cId="31074208" sldId="2147483632"/>
            <ac:spMk id="51" creationId="{B0F16A90-F1C6-1532-ECD1-3A480DC73D68}"/>
          </ac:spMkLst>
        </pc:spChg>
        <pc:spChg chg="del">
          <ac:chgData name="Igor Dos Santos Oliveira" userId="b0c2fb47-b880-4cbf-af11-e7a3affee8ed" providerId="ADAL" clId="{494D6766-E60F-4C9C-8053-2F6D56CC7459}" dt="2026-08-31T18:35:22.851" v="2728" actId="478"/>
          <ac:spMkLst>
            <pc:docMk/>
            <pc:sldMk cId="31074208" sldId="2147483632"/>
            <ac:spMk id="55" creationId="{507510A4-96C9-79D4-C1B2-BE398FFAF70F}"/>
          </ac:spMkLst>
        </pc:spChg>
        <pc:spChg chg="del">
          <ac:chgData name="Igor Dos Santos Oliveira" userId="b0c2fb47-b880-4cbf-af11-e7a3affee8ed" providerId="ADAL" clId="{494D6766-E60F-4C9C-8053-2F6D56CC7459}" dt="2026-08-31T18:35:22.851" v="2728" actId="478"/>
          <ac:spMkLst>
            <pc:docMk/>
            <pc:sldMk cId="31074208" sldId="2147483632"/>
            <ac:spMk id="56" creationId="{F2B5AC0D-0941-0A64-80A4-42C397A045A6}"/>
          </ac:spMkLst>
        </pc:spChg>
        <pc:spChg chg="del">
          <ac:chgData name="Igor Dos Santos Oliveira" userId="b0c2fb47-b880-4cbf-af11-e7a3affee8ed" providerId="ADAL" clId="{494D6766-E60F-4C9C-8053-2F6D56CC7459}" dt="2026-08-31T18:35:22.851" v="2728" actId="478"/>
          <ac:spMkLst>
            <pc:docMk/>
            <pc:sldMk cId="31074208" sldId="2147483632"/>
            <ac:spMk id="57" creationId="{33DEACCE-6AAE-614A-0697-485CE1896964}"/>
          </ac:spMkLst>
        </pc:spChg>
        <pc:spChg chg="del">
          <ac:chgData name="Igor Dos Santos Oliveira" userId="b0c2fb47-b880-4cbf-af11-e7a3affee8ed" providerId="ADAL" clId="{494D6766-E60F-4C9C-8053-2F6D56CC7459}" dt="2026-08-31T18:35:22.851" v="2728" actId="478"/>
          <ac:spMkLst>
            <pc:docMk/>
            <pc:sldMk cId="31074208" sldId="2147483632"/>
            <ac:spMk id="58" creationId="{FF6C540E-1F84-2227-C79B-54C4E63C7BE9}"/>
          </ac:spMkLst>
        </pc:spChg>
        <pc:spChg chg="del">
          <ac:chgData name="Igor Dos Santos Oliveira" userId="b0c2fb47-b880-4cbf-af11-e7a3affee8ed" providerId="ADAL" clId="{494D6766-E60F-4C9C-8053-2F6D56CC7459}" dt="2026-08-31T18:35:22.851" v="2728" actId="478"/>
          <ac:spMkLst>
            <pc:docMk/>
            <pc:sldMk cId="31074208" sldId="2147483632"/>
            <ac:spMk id="63" creationId="{9F1DA3AB-CF36-543D-0122-4D35B5815869}"/>
          </ac:spMkLst>
        </pc:spChg>
      </pc:sldChg>
      <pc:sldChg chg="addSp delSp modSp add mod setBg">
        <pc:chgData name="Igor Dos Santos Oliveira" userId="b0c2fb47-b880-4cbf-af11-e7a3affee8ed" providerId="ADAL" clId="{494D6766-E60F-4C9C-8053-2F6D56CC7459}" dt="2026-09-01T04:17:29.469" v="9214"/>
        <pc:sldMkLst>
          <pc:docMk/>
          <pc:sldMk cId="0" sldId="2147483633"/>
        </pc:sldMkLst>
        <pc:spChg chg="del">
          <ac:chgData name="Igor Dos Santos Oliveira" userId="b0c2fb47-b880-4cbf-af11-e7a3affee8ed" providerId="ADAL" clId="{494D6766-E60F-4C9C-8053-2F6D56CC7459}" dt="2026-08-31T21:41:57.684" v="3802" actId="478"/>
          <ac:spMkLst>
            <pc:docMk/>
            <pc:sldMk cId="0" sldId="2147483633"/>
            <ac:spMk id="3" creationId="{00000000-0000-0000-0000-000000000000}"/>
          </ac:spMkLst>
        </pc:spChg>
        <pc:spChg chg="add mod">
          <ac:chgData name="Igor Dos Santos Oliveira" userId="b0c2fb47-b880-4cbf-af11-e7a3affee8ed" providerId="ADAL" clId="{494D6766-E60F-4C9C-8053-2F6D56CC7459}" dt="2026-09-01T04:17:29.469" v="9214"/>
          <ac:spMkLst>
            <pc:docMk/>
            <pc:sldMk cId="0" sldId="2147483633"/>
            <ac:spMk id="3" creationId="{AC0F5E7F-DB07-0BD9-6CAD-A687BAAEC335}"/>
          </ac:spMkLst>
        </pc:spChg>
        <pc:spChg chg="del">
          <ac:chgData name="Igor Dos Santos Oliveira" userId="b0c2fb47-b880-4cbf-af11-e7a3affee8ed" providerId="ADAL" clId="{494D6766-E60F-4C9C-8053-2F6D56CC7459}" dt="2026-08-31T21:42:02.870" v="3803" actId="478"/>
          <ac:spMkLst>
            <pc:docMk/>
            <pc:sldMk cId="0" sldId="2147483633"/>
            <ac:spMk id="4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8-31T23:04:12.588" v="5078" actId="478"/>
          <ac:spMkLst>
            <pc:docMk/>
            <pc:sldMk cId="0" sldId="2147483633"/>
            <ac:spMk id="5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4:17:03.243" v="9196" actId="14100"/>
          <ac:spMkLst>
            <pc:docMk/>
            <pc:sldMk cId="0" sldId="2147483633"/>
            <ac:spMk id="6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4:16:58.289" v="9195" actId="1035"/>
          <ac:spMkLst>
            <pc:docMk/>
            <pc:sldMk cId="0" sldId="2147483633"/>
            <ac:spMk id="7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4:15:52.135" v="9168" actId="2711"/>
          <ac:spMkLst>
            <pc:docMk/>
            <pc:sldMk cId="0" sldId="2147483633"/>
            <ac:spMk id="8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4:15:52.135" v="9168" actId="2711"/>
          <ac:spMkLst>
            <pc:docMk/>
            <pc:sldMk cId="0" sldId="2147483633"/>
            <ac:spMk id="11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21:42:20.361" v="3846" actId="1035"/>
          <ac:spMkLst>
            <pc:docMk/>
            <pc:sldMk cId="0" sldId="2147483633"/>
            <ac:spMk id="12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4:16:58.289" v="9195" actId="1035"/>
          <ac:spMkLst>
            <pc:docMk/>
            <pc:sldMk cId="0" sldId="2147483633"/>
            <ac:spMk id="14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4:16:58.289" v="9195" actId="1035"/>
          <ac:spMkLst>
            <pc:docMk/>
            <pc:sldMk cId="0" sldId="2147483633"/>
            <ac:spMk id="15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2:31:30.049" v="7186" actId="790"/>
          <ac:spMkLst>
            <pc:docMk/>
            <pc:sldMk cId="0" sldId="2147483633"/>
            <ac:spMk id="16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21:42:20.361" v="3846" actId="1035"/>
          <ac:spMkLst>
            <pc:docMk/>
            <pc:sldMk cId="0" sldId="2147483633"/>
            <ac:spMk id="17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4:15:52.135" v="9168" actId="2711"/>
          <ac:spMkLst>
            <pc:docMk/>
            <pc:sldMk cId="0" sldId="2147483633"/>
            <ac:spMk id="18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4:17:07.763" v="9208" actId="1036"/>
          <ac:spMkLst>
            <pc:docMk/>
            <pc:sldMk cId="0" sldId="2147483633"/>
            <ac:spMk id="19" creationId="{00000000-0000-0000-0000-000000000000}"/>
          </ac:spMkLst>
        </pc:spChg>
        <pc:spChg chg="del mod">
          <ac:chgData name="Igor Dos Santos Oliveira" userId="b0c2fb47-b880-4cbf-af11-e7a3affee8ed" providerId="ADAL" clId="{494D6766-E60F-4C9C-8053-2F6D56CC7459}" dt="2026-09-01T02:30:23.326" v="7114" actId="478"/>
          <ac:spMkLst>
            <pc:docMk/>
            <pc:sldMk cId="0" sldId="2147483633"/>
            <ac:spMk id="20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4:17:03.243" v="9196" actId="14100"/>
          <ac:spMkLst>
            <pc:docMk/>
            <pc:sldMk cId="0" sldId="2147483633"/>
            <ac:spMk id="21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4:16:58.289" v="9195" actId="1035"/>
          <ac:spMkLst>
            <pc:docMk/>
            <pc:sldMk cId="0" sldId="2147483633"/>
            <ac:spMk id="22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4:16:58.289" v="9195" actId="1035"/>
          <ac:spMkLst>
            <pc:docMk/>
            <pc:sldMk cId="0" sldId="2147483633"/>
            <ac:spMk id="24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4:15:52.135" v="9168" actId="2711"/>
          <ac:spMkLst>
            <pc:docMk/>
            <pc:sldMk cId="0" sldId="2147483633"/>
            <ac:spMk id="25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4:16:58.289" v="9195" actId="1035"/>
          <ac:spMkLst>
            <pc:docMk/>
            <pc:sldMk cId="0" sldId="2147483633"/>
            <ac:spMk id="26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4:16:58.289" v="9195" actId="1035"/>
          <ac:spMkLst>
            <pc:docMk/>
            <pc:sldMk cId="0" sldId="2147483633"/>
            <ac:spMk id="27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4:16:58.289" v="9195" actId="1035"/>
          <ac:spMkLst>
            <pc:docMk/>
            <pc:sldMk cId="0" sldId="2147483633"/>
            <ac:spMk id="28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4:16:58.289" v="9195" actId="1035"/>
          <ac:spMkLst>
            <pc:docMk/>
            <pc:sldMk cId="0" sldId="2147483633"/>
            <ac:spMk id="29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4:15:52.135" v="9168" actId="2711"/>
          <ac:spMkLst>
            <pc:docMk/>
            <pc:sldMk cId="0" sldId="2147483633"/>
            <ac:spMk id="30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4:16:44.464" v="9185" actId="20577"/>
          <ac:spMkLst>
            <pc:docMk/>
            <pc:sldMk cId="0" sldId="2147483633"/>
            <ac:spMk id="31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2:32:01.063" v="7217" actId="313"/>
          <ac:spMkLst>
            <pc:docMk/>
            <pc:sldMk cId="0" sldId="2147483633"/>
            <ac:spMk id="33" creationId="{00000000-0000-0000-0000-000000000000}"/>
          </ac:spMkLst>
        </pc:spChg>
        <pc:spChg chg="add del mod">
          <ac:chgData name="Igor Dos Santos Oliveira" userId="b0c2fb47-b880-4cbf-af11-e7a3affee8ed" providerId="ADAL" clId="{494D6766-E60F-4C9C-8053-2F6D56CC7459}" dt="2026-09-01T04:17:07.763" v="9208" actId="1036"/>
          <ac:spMkLst>
            <pc:docMk/>
            <pc:sldMk cId="0" sldId="2147483633"/>
            <ac:spMk id="34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9-01T02:30:48.312" v="7142" actId="478"/>
          <ac:spMkLst>
            <pc:docMk/>
            <pc:sldMk cId="0" sldId="2147483633"/>
            <ac:spMk id="35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8-31T20:19:37.927" v="3652" actId="478"/>
          <ac:spMkLst>
            <pc:docMk/>
            <pc:sldMk cId="0" sldId="2147483633"/>
            <ac:spMk id="36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8-31T20:19:37.927" v="3652" actId="478"/>
          <ac:spMkLst>
            <pc:docMk/>
            <pc:sldMk cId="0" sldId="2147483633"/>
            <ac:spMk id="37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8-31T20:19:37.927" v="3652" actId="478"/>
          <ac:spMkLst>
            <pc:docMk/>
            <pc:sldMk cId="0" sldId="2147483633"/>
            <ac:spMk id="38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8-31T20:19:37.927" v="3652" actId="478"/>
          <ac:spMkLst>
            <pc:docMk/>
            <pc:sldMk cId="0" sldId="2147483633"/>
            <ac:spMk id="39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8-31T20:19:37.927" v="3652" actId="478"/>
          <ac:spMkLst>
            <pc:docMk/>
            <pc:sldMk cId="0" sldId="2147483633"/>
            <ac:spMk id="40" creationId="{00000000-0000-0000-0000-000000000000}"/>
          </ac:spMkLst>
        </pc:spChg>
        <pc:spChg chg="add mod">
          <ac:chgData name="Igor Dos Santos Oliveira" userId="b0c2fb47-b880-4cbf-af11-e7a3affee8ed" providerId="ADAL" clId="{494D6766-E60F-4C9C-8053-2F6D56CC7459}" dt="2026-08-31T21:41:48.695" v="3800"/>
          <ac:spMkLst>
            <pc:docMk/>
            <pc:sldMk cId="0" sldId="2147483633"/>
            <ac:spMk id="41" creationId="{51FAC1B4-DF6A-9BFB-8014-7BFDE48D8F83}"/>
          </ac:spMkLst>
        </pc:spChg>
        <pc:spChg chg="add mod">
          <ac:chgData name="Igor Dos Santos Oliveira" userId="b0c2fb47-b880-4cbf-af11-e7a3affee8ed" providerId="ADAL" clId="{494D6766-E60F-4C9C-8053-2F6D56CC7459}" dt="2026-09-01T01:36:47.387" v="5850" actId="404"/>
          <ac:spMkLst>
            <pc:docMk/>
            <pc:sldMk cId="0" sldId="2147483633"/>
            <ac:spMk id="43" creationId="{8A7D32D3-224A-1D00-4440-92B13B44C5EE}"/>
          </ac:spMkLst>
        </pc:spChg>
        <pc:picChg chg="add mod">
          <ac:chgData name="Igor Dos Santos Oliveira" userId="b0c2fb47-b880-4cbf-af11-e7a3affee8ed" providerId="ADAL" clId="{494D6766-E60F-4C9C-8053-2F6D56CC7459}" dt="2026-08-31T21:41:48.695" v="3800"/>
          <ac:picMkLst>
            <pc:docMk/>
            <pc:sldMk cId="0" sldId="2147483633"/>
            <ac:picMk id="42" creationId="{E8D2F7C8-DC0B-3D5E-81A4-B69400B09506}"/>
          </ac:picMkLst>
        </pc:picChg>
      </pc:sldChg>
      <pc:sldChg chg="addSp delSp modSp add mod setBg modShow">
        <pc:chgData name="Igor Dos Santos Oliveira" userId="b0c2fb47-b880-4cbf-af11-e7a3affee8ed" providerId="ADAL" clId="{494D6766-E60F-4C9C-8053-2F6D56CC7459}" dt="2026-09-01T04:17:27.719" v="9213"/>
        <pc:sldMkLst>
          <pc:docMk/>
          <pc:sldMk cId="0" sldId="2147483634"/>
        </pc:sldMkLst>
        <pc:spChg chg="del">
          <ac:chgData name="Igor Dos Santos Oliveira" userId="b0c2fb47-b880-4cbf-af11-e7a3affee8ed" providerId="ADAL" clId="{494D6766-E60F-4C9C-8053-2F6D56CC7459}" dt="2026-08-31T23:02:42.188" v="5038" actId="478"/>
          <ac:spMkLst>
            <pc:docMk/>
            <pc:sldMk cId="0" sldId="2147483634"/>
            <ac:spMk id="2" creationId="{00000000-0000-0000-0000-000000000000}"/>
          </ac:spMkLst>
        </pc:spChg>
        <pc:spChg chg="add mod">
          <ac:chgData name="Igor Dos Santos Oliveira" userId="b0c2fb47-b880-4cbf-af11-e7a3affee8ed" providerId="ADAL" clId="{494D6766-E60F-4C9C-8053-2F6D56CC7459}" dt="2026-09-01T01:39:08.315" v="5859" actId="1076"/>
          <ac:spMkLst>
            <pc:docMk/>
            <pc:sldMk cId="0" sldId="2147483634"/>
            <ac:spMk id="2" creationId="{1C36B8D3-D1B6-472F-7DCE-C838220F274D}"/>
          </ac:spMkLst>
        </pc:spChg>
        <pc:spChg chg="del">
          <ac:chgData name="Igor Dos Santos Oliveira" userId="b0c2fb47-b880-4cbf-af11-e7a3affee8ed" providerId="ADAL" clId="{494D6766-E60F-4C9C-8053-2F6D56CC7459}" dt="2026-08-31T23:02:42.188" v="5038" actId="478"/>
          <ac:spMkLst>
            <pc:docMk/>
            <pc:sldMk cId="0" sldId="2147483634"/>
            <ac:spMk id="3" creationId="{00000000-0000-0000-0000-000000000000}"/>
          </ac:spMkLst>
        </pc:spChg>
        <pc:spChg chg="add mod">
          <ac:chgData name="Igor Dos Santos Oliveira" userId="b0c2fb47-b880-4cbf-af11-e7a3affee8ed" providerId="ADAL" clId="{494D6766-E60F-4C9C-8053-2F6D56CC7459}" dt="2026-09-01T01:40:47.582" v="5869" actId="1076"/>
          <ac:spMkLst>
            <pc:docMk/>
            <pc:sldMk cId="0" sldId="2147483634"/>
            <ac:spMk id="3" creationId="{B8F1942B-D8E1-8060-0200-22B2385F8226}"/>
          </ac:spMkLst>
        </pc:spChg>
        <pc:spChg chg="del">
          <ac:chgData name="Igor Dos Santos Oliveira" userId="b0c2fb47-b880-4cbf-af11-e7a3affee8ed" providerId="ADAL" clId="{494D6766-E60F-4C9C-8053-2F6D56CC7459}" dt="2026-08-31T23:02:42.188" v="5038" actId="478"/>
          <ac:spMkLst>
            <pc:docMk/>
            <pc:sldMk cId="0" sldId="2147483634"/>
            <ac:spMk id="4" creationId="{00000000-0000-0000-0000-000000000000}"/>
          </ac:spMkLst>
        </pc:spChg>
        <pc:spChg chg="add mod">
          <ac:chgData name="Igor Dos Santos Oliveira" userId="b0c2fb47-b880-4cbf-af11-e7a3affee8ed" providerId="ADAL" clId="{494D6766-E60F-4C9C-8053-2F6D56CC7459}" dt="2026-09-01T01:41:01.869" v="5872" actId="1076"/>
          <ac:spMkLst>
            <pc:docMk/>
            <pc:sldMk cId="0" sldId="2147483634"/>
            <ac:spMk id="4" creationId="{39E25182-92C9-001E-1B24-E0235BAD60E8}"/>
          </ac:spMkLst>
        </pc:spChg>
        <pc:spChg chg="del">
          <ac:chgData name="Igor Dos Santos Oliveira" userId="b0c2fb47-b880-4cbf-af11-e7a3affee8ed" providerId="ADAL" clId="{494D6766-E60F-4C9C-8053-2F6D56CC7459}" dt="2026-08-31T23:02:42.188" v="5038" actId="478"/>
          <ac:spMkLst>
            <pc:docMk/>
            <pc:sldMk cId="0" sldId="2147483634"/>
            <ac:spMk id="5" creationId="{00000000-0000-0000-0000-000000000000}"/>
          </ac:spMkLst>
        </pc:spChg>
        <pc:spChg chg="add mod">
          <ac:chgData name="Igor Dos Santos Oliveira" userId="b0c2fb47-b880-4cbf-af11-e7a3affee8ed" providerId="ADAL" clId="{494D6766-E60F-4C9C-8053-2F6D56CC7459}" dt="2026-09-01T01:42:29.720" v="5878" actId="571"/>
          <ac:spMkLst>
            <pc:docMk/>
            <pc:sldMk cId="0" sldId="2147483634"/>
            <ac:spMk id="5" creationId="{94AA7800-8198-130C-3E3D-05778B105C1A}"/>
          </ac:spMkLst>
        </pc:spChg>
        <pc:spChg chg="del">
          <ac:chgData name="Igor Dos Santos Oliveira" userId="b0c2fb47-b880-4cbf-af11-e7a3affee8ed" providerId="ADAL" clId="{494D6766-E60F-4C9C-8053-2F6D56CC7459}" dt="2026-08-31T23:02:42.188" v="5038" actId="478"/>
          <ac:spMkLst>
            <pc:docMk/>
            <pc:sldMk cId="0" sldId="2147483634"/>
            <ac:spMk id="6" creationId="{00000000-0000-0000-0000-000000000000}"/>
          </ac:spMkLst>
        </pc:spChg>
        <pc:spChg chg="add mod">
          <ac:chgData name="Igor Dos Santos Oliveira" userId="b0c2fb47-b880-4cbf-af11-e7a3affee8ed" providerId="ADAL" clId="{494D6766-E60F-4C9C-8053-2F6D56CC7459}" dt="2026-09-01T01:42:29.720" v="5878" actId="571"/>
          <ac:spMkLst>
            <pc:docMk/>
            <pc:sldMk cId="0" sldId="2147483634"/>
            <ac:spMk id="6" creationId="{A35DA9E9-8198-1DD6-CE3C-FCA2E04854F9}"/>
          </ac:spMkLst>
        </pc:spChg>
        <pc:spChg chg="del">
          <ac:chgData name="Igor Dos Santos Oliveira" userId="b0c2fb47-b880-4cbf-af11-e7a3affee8ed" providerId="ADAL" clId="{494D6766-E60F-4C9C-8053-2F6D56CC7459}" dt="2026-08-31T23:02:42.188" v="5038" actId="478"/>
          <ac:spMkLst>
            <pc:docMk/>
            <pc:sldMk cId="0" sldId="2147483634"/>
            <ac:spMk id="7" creationId="{00000000-0000-0000-0000-000000000000}"/>
          </ac:spMkLst>
        </pc:spChg>
        <pc:spChg chg="add mod">
          <ac:chgData name="Igor Dos Santos Oliveira" userId="b0c2fb47-b880-4cbf-af11-e7a3affee8ed" providerId="ADAL" clId="{494D6766-E60F-4C9C-8053-2F6D56CC7459}" dt="2026-09-01T01:42:29.720" v="5878" actId="571"/>
          <ac:spMkLst>
            <pc:docMk/>
            <pc:sldMk cId="0" sldId="2147483634"/>
            <ac:spMk id="7" creationId="{0AA36D7A-274D-0801-BA94-D8EE656B30D3}"/>
          </ac:spMkLst>
        </pc:spChg>
        <pc:spChg chg="mod">
          <ac:chgData name="Igor Dos Santos Oliveira" userId="b0c2fb47-b880-4cbf-af11-e7a3affee8ed" providerId="ADAL" clId="{494D6766-E60F-4C9C-8053-2F6D56CC7459}" dt="2026-09-01T01:46:36.783" v="5929" actId="2711"/>
          <ac:spMkLst>
            <pc:docMk/>
            <pc:sldMk cId="0" sldId="2147483634"/>
            <ac:spMk id="9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1:46:36.783" v="5929" actId="2711"/>
          <ac:spMkLst>
            <pc:docMk/>
            <pc:sldMk cId="0" sldId="2147483634"/>
            <ac:spMk id="12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23:03:17.505" v="5063" actId="1035"/>
          <ac:spMkLst>
            <pc:docMk/>
            <pc:sldMk cId="0" sldId="2147483634"/>
            <ac:spMk id="24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23:03:17.505" v="5063" actId="1035"/>
          <ac:spMkLst>
            <pc:docMk/>
            <pc:sldMk cId="0" sldId="2147483634"/>
            <ac:spMk id="27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23:03:17.505" v="5063" actId="1035"/>
          <ac:spMkLst>
            <pc:docMk/>
            <pc:sldMk cId="0" sldId="2147483634"/>
            <ac:spMk id="31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23:03:17.505" v="5063" actId="1035"/>
          <ac:spMkLst>
            <pc:docMk/>
            <pc:sldMk cId="0" sldId="2147483634"/>
            <ac:spMk id="36" creationId="{00000000-0000-0000-0000-000000000000}"/>
          </ac:spMkLst>
        </pc:spChg>
        <pc:spChg chg="del mod">
          <ac:chgData name="Igor Dos Santos Oliveira" userId="b0c2fb47-b880-4cbf-af11-e7a3affee8ed" providerId="ADAL" clId="{494D6766-E60F-4C9C-8053-2F6D56CC7459}" dt="2026-09-01T01:44:03.469" v="5890" actId="478"/>
          <ac:spMkLst>
            <pc:docMk/>
            <pc:sldMk cId="0" sldId="2147483634"/>
            <ac:spMk id="41" creationId="{00000000-0000-0000-0000-000000000000}"/>
          </ac:spMkLst>
        </pc:spChg>
        <pc:spChg chg="ord">
          <ac:chgData name="Igor Dos Santos Oliveira" userId="b0c2fb47-b880-4cbf-af11-e7a3affee8ed" providerId="ADAL" clId="{494D6766-E60F-4C9C-8053-2F6D56CC7459}" dt="2026-09-01T01:42:26.607" v="5876" actId="166"/>
          <ac:spMkLst>
            <pc:docMk/>
            <pc:sldMk cId="0" sldId="2147483634"/>
            <ac:spMk id="42" creationId="{00000000-0000-0000-0000-000000000000}"/>
          </ac:spMkLst>
        </pc:spChg>
        <pc:spChg chg="ord">
          <ac:chgData name="Igor Dos Santos Oliveira" userId="b0c2fb47-b880-4cbf-af11-e7a3affee8ed" providerId="ADAL" clId="{494D6766-E60F-4C9C-8053-2F6D56CC7459}" dt="2026-09-01T01:08:07.668" v="5437" actId="166"/>
          <ac:spMkLst>
            <pc:docMk/>
            <pc:sldMk cId="0" sldId="2147483634"/>
            <ac:spMk id="43" creationId="{00000000-0000-0000-0000-000000000000}"/>
          </ac:spMkLst>
        </pc:spChg>
        <pc:spChg chg="ord">
          <ac:chgData name="Igor Dos Santos Oliveira" userId="b0c2fb47-b880-4cbf-af11-e7a3affee8ed" providerId="ADAL" clId="{494D6766-E60F-4C9C-8053-2F6D56CC7459}" dt="2026-09-01T01:40:05.577" v="5863" actId="166"/>
          <ac:spMkLst>
            <pc:docMk/>
            <pc:sldMk cId="0" sldId="2147483634"/>
            <ac:spMk id="44" creationId="{00000000-0000-0000-0000-000000000000}"/>
          </ac:spMkLst>
        </pc:spChg>
        <pc:spChg chg="del mod ord">
          <ac:chgData name="Igor Dos Santos Oliveira" userId="b0c2fb47-b880-4cbf-af11-e7a3affee8ed" providerId="ADAL" clId="{494D6766-E60F-4C9C-8053-2F6D56CC7459}" dt="2026-09-01T01:40:54.724" v="5870" actId="478"/>
          <ac:spMkLst>
            <pc:docMk/>
            <pc:sldMk cId="0" sldId="2147483634"/>
            <ac:spMk id="45" creationId="{00000000-0000-0000-0000-000000000000}"/>
          </ac:spMkLst>
        </pc:spChg>
        <pc:spChg chg="ord">
          <ac:chgData name="Igor Dos Santos Oliveira" userId="b0c2fb47-b880-4cbf-af11-e7a3affee8ed" providerId="ADAL" clId="{494D6766-E60F-4C9C-8053-2F6D56CC7459}" dt="2026-09-01T01:08:07.668" v="5437" actId="166"/>
          <ac:spMkLst>
            <pc:docMk/>
            <pc:sldMk cId="0" sldId="2147483634"/>
            <ac:spMk id="47" creationId="{00000000-0000-0000-0000-000000000000}"/>
          </ac:spMkLst>
        </pc:spChg>
        <pc:spChg chg="ord">
          <ac:chgData name="Igor Dos Santos Oliveira" userId="b0c2fb47-b880-4cbf-af11-e7a3affee8ed" providerId="ADAL" clId="{494D6766-E60F-4C9C-8053-2F6D56CC7459}" dt="2026-09-01T01:08:07.668" v="5437" actId="166"/>
          <ac:spMkLst>
            <pc:docMk/>
            <pc:sldMk cId="0" sldId="2147483634"/>
            <ac:spMk id="48" creationId="{00000000-0000-0000-0000-000000000000}"/>
          </ac:spMkLst>
        </pc:spChg>
        <pc:spChg chg="del mod ord">
          <ac:chgData name="Igor Dos Santos Oliveira" userId="b0c2fb47-b880-4cbf-af11-e7a3affee8ed" providerId="ADAL" clId="{494D6766-E60F-4C9C-8053-2F6D56CC7459}" dt="2026-09-01T01:39:06.196" v="5858" actId="478"/>
          <ac:spMkLst>
            <pc:docMk/>
            <pc:sldMk cId="0" sldId="2147483634"/>
            <ac:spMk id="49" creationId="{00000000-0000-0000-0000-000000000000}"/>
          </ac:spMkLst>
        </pc:spChg>
        <pc:spChg chg="mod ord">
          <ac:chgData name="Igor Dos Santos Oliveira" userId="b0c2fb47-b880-4cbf-af11-e7a3affee8ed" providerId="ADAL" clId="{494D6766-E60F-4C9C-8053-2F6D56CC7459}" dt="2026-09-01T01:46:36.783" v="5929" actId="2711"/>
          <ac:spMkLst>
            <pc:docMk/>
            <pc:sldMk cId="0" sldId="2147483634"/>
            <ac:spMk id="51" creationId="{00000000-0000-0000-0000-000000000000}"/>
          </ac:spMkLst>
        </pc:spChg>
        <pc:spChg chg="del mod ord">
          <ac:chgData name="Igor Dos Santos Oliveira" userId="b0c2fb47-b880-4cbf-af11-e7a3affee8ed" providerId="ADAL" clId="{494D6766-E60F-4C9C-8053-2F6D56CC7459}" dt="2026-09-01T01:40:39.068" v="5867" actId="478"/>
          <ac:spMkLst>
            <pc:docMk/>
            <pc:sldMk cId="0" sldId="2147483634"/>
            <ac:spMk id="53" creationId="{00000000-0000-0000-0000-000000000000}"/>
          </ac:spMkLst>
        </pc:spChg>
        <pc:spChg chg="ord">
          <ac:chgData name="Igor Dos Santos Oliveira" userId="b0c2fb47-b880-4cbf-af11-e7a3affee8ed" providerId="ADAL" clId="{494D6766-E60F-4C9C-8053-2F6D56CC7459}" dt="2026-09-01T01:08:07.668" v="5437" actId="166"/>
          <ac:spMkLst>
            <pc:docMk/>
            <pc:sldMk cId="0" sldId="2147483634"/>
            <ac:spMk id="54" creationId="{00000000-0000-0000-0000-000000000000}"/>
          </ac:spMkLst>
        </pc:spChg>
        <pc:spChg chg="ord">
          <ac:chgData name="Igor Dos Santos Oliveira" userId="b0c2fb47-b880-4cbf-af11-e7a3affee8ed" providerId="ADAL" clId="{494D6766-E60F-4C9C-8053-2F6D56CC7459}" dt="2026-09-01T01:08:07.668" v="5437" actId="166"/>
          <ac:spMkLst>
            <pc:docMk/>
            <pc:sldMk cId="0" sldId="2147483634"/>
            <ac:spMk id="55" creationId="{00000000-0000-0000-0000-000000000000}"/>
          </ac:spMkLst>
        </pc:spChg>
        <pc:spChg chg="ord">
          <ac:chgData name="Igor Dos Santos Oliveira" userId="b0c2fb47-b880-4cbf-af11-e7a3affee8ed" providerId="ADAL" clId="{494D6766-E60F-4C9C-8053-2F6D56CC7459}" dt="2026-09-01T01:08:07.668" v="5437" actId="166"/>
          <ac:spMkLst>
            <pc:docMk/>
            <pc:sldMk cId="0" sldId="2147483634"/>
            <ac:spMk id="56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9-01T01:44:31.704" v="5901" actId="478"/>
          <ac:spMkLst>
            <pc:docMk/>
            <pc:sldMk cId="0" sldId="2147483634"/>
            <ac:spMk id="57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1:40:31.217" v="5866" actId="1076"/>
          <ac:spMkLst>
            <pc:docMk/>
            <pc:sldMk cId="0" sldId="2147483634"/>
            <ac:spMk id="58" creationId="{00000000-0000-0000-0000-000000000000}"/>
          </ac:spMkLst>
        </pc:spChg>
        <pc:spChg chg="add mod">
          <ac:chgData name="Igor Dos Santos Oliveira" userId="b0c2fb47-b880-4cbf-af11-e7a3affee8ed" providerId="ADAL" clId="{494D6766-E60F-4C9C-8053-2F6D56CC7459}" dt="2026-09-01T02:19:42.326" v="6915" actId="12788"/>
          <ac:spMkLst>
            <pc:docMk/>
            <pc:sldMk cId="0" sldId="2147483634"/>
            <ac:spMk id="59" creationId="{00000000-0000-0000-0000-000000000000}"/>
          </ac:spMkLst>
        </pc:spChg>
        <pc:spChg chg="del mod ord">
          <ac:chgData name="Igor Dos Santos Oliveira" userId="b0c2fb47-b880-4cbf-af11-e7a3affee8ed" providerId="ADAL" clId="{494D6766-E60F-4C9C-8053-2F6D56CC7459}" dt="2026-09-01T02:16:53.413" v="6888" actId="478"/>
          <ac:spMkLst>
            <pc:docMk/>
            <pc:sldMk cId="0" sldId="2147483634"/>
            <ac:spMk id="61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23:03:17.505" v="5063" actId="1035"/>
          <ac:spMkLst>
            <pc:docMk/>
            <pc:sldMk cId="0" sldId="2147483634"/>
            <ac:spMk id="62" creationId="{00000000-0000-0000-0000-000000000000}"/>
          </ac:spMkLst>
        </pc:spChg>
        <pc:spChg chg="ord">
          <ac:chgData name="Igor Dos Santos Oliveira" userId="b0c2fb47-b880-4cbf-af11-e7a3affee8ed" providerId="ADAL" clId="{494D6766-E60F-4C9C-8053-2F6D56CC7459}" dt="2026-09-01T01:40:13.209" v="5864" actId="166"/>
          <ac:spMkLst>
            <pc:docMk/>
            <pc:sldMk cId="0" sldId="2147483634"/>
            <ac:spMk id="63" creationId="{00000000-0000-0000-0000-000000000000}"/>
          </ac:spMkLst>
        </pc:spChg>
        <pc:spChg chg="ord">
          <ac:chgData name="Igor Dos Santos Oliveira" userId="b0c2fb47-b880-4cbf-af11-e7a3affee8ed" providerId="ADAL" clId="{494D6766-E60F-4C9C-8053-2F6D56CC7459}" dt="2026-09-01T01:40:05.577" v="5863" actId="166"/>
          <ac:spMkLst>
            <pc:docMk/>
            <pc:sldMk cId="0" sldId="2147483634"/>
            <ac:spMk id="64" creationId="{00000000-0000-0000-0000-000000000000}"/>
          </ac:spMkLst>
        </pc:spChg>
        <pc:spChg chg="ord">
          <ac:chgData name="Igor Dos Santos Oliveira" userId="b0c2fb47-b880-4cbf-af11-e7a3affee8ed" providerId="ADAL" clId="{494D6766-E60F-4C9C-8053-2F6D56CC7459}" dt="2026-09-01T01:41:20.977" v="5873" actId="166"/>
          <ac:spMkLst>
            <pc:docMk/>
            <pc:sldMk cId="0" sldId="2147483634"/>
            <ac:spMk id="65" creationId="{00000000-0000-0000-0000-000000000000}"/>
          </ac:spMkLst>
        </pc:spChg>
        <pc:spChg chg="mod ord">
          <ac:chgData name="Igor Dos Santos Oliveira" userId="b0c2fb47-b880-4cbf-af11-e7a3affee8ed" providerId="ADAL" clId="{494D6766-E60F-4C9C-8053-2F6D56CC7459}" dt="2026-09-01T01:41:20.977" v="5873" actId="166"/>
          <ac:spMkLst>
            <pc:docMk/>
            <pc:sldMk cId="0" sldId="2147483634"/>
            <ac:spMk id="66" creationId="{00000000-0000-0000-0000-000000000000}"/>
          </ac:spMkLst>
        </pc:spChg>
        <pc:spChg chg="ord">
          <ac:chgData name="Igor Dos Santos Oliveira" userId="b0c2fb47-b880-4cbf-af11-e7a3affee8ed" providerId="ADAL" clId="{494D6766-E60F-4C9C-8053-2F6D56CC7459}" dt="2026-09-01T01:08:22.131" v="5438" actId="166"/>
          <ac:spMkLst>
            <pc:docMk/>
            <pc:sldMk cId="0" sldId="2147483634"/>
            <ac:spMk id="67" creationId="{00000000-0000-0000-0000-000000000000}"/>
          </ac:spMkLst>
        </pc:spChg>
        <pc:spChg chg="ord">
          <ac:chgData name="Igor Dos Santos Oliveira" userId="b0c2fb47-b880-4cbf-af11-e7a3affee8ed" providerId="ADAL" clId="{494D6766-E60F-4C9C-8053-2F6D56CC7459}" dt="2026-09-01T01:41:51.442" v="5874" actId="166"/>
          <ac:spMkLst>
            <pc:docMk/>
            <pc:sldMk cId="0" sldId="2147483634"/>
            <ac:spMk id="69" creationId="{00000000-0000-0000-0000-000000000000}"/>
          </ac:spMkLst>
        </pc:spChg>
        <pc:spChg chg="ord">
          <ac:chgData name="Igor Dos Santos Oliveira" userId="b0c2fb47-b880-4cbf-af11-e7a3affee8ed" providerId="ADAL" clId="{494D6766-E60F-4C9C-8053-2F6D56CC7459}" dt="2026-09-01T01:41:51.442" v="5874" actId="166"/>
          <ac:spMkLst>
            <pc:docMk/>
            <pc:sldMk cId="0" sldId="2147483634"/>
            <ac:spMk id="70" creationId="{00000000-0000-0000-0000-000000000000}"/>
          </ac:spMkLst>
        </pc:spChg>
        <pc:spChg chg="mod ord">
          <ac:chgData name="Igor Dos Santos Oliveira" userId="b0c2fb47-b880-4cbf-af11-e7a3affee8ed" providerId="ADAL" clId="{494D6766-E60F-4C9C-8053-2F6D56CC7459}" dt="2026-09-01T02:16:19.185" v="6887" actId="255"/>
          <ac:spMkLst>
            <pc:docMk/>
            <pc:sldMk cId="0" sldId="2147483634"/>
            <ac:spMk id="71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9-01T02:04:48.878" v="6432" actId="478"/>
          <ac:spMkLst>
            <pc:docMk/>
            <pc:sldMk cId="0" sldId="2147483634"/>
            <ac:spMk id="72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3:39:50.068" v="8144" actId="14100"/>
          <ac:spMkLst>
            <pc:docMk/>
            <pc:sldMk cId="0" sldId="2147483634"/>
            <ac:spMk id="74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1:43:40.343" v="5885" actId="14100"/>
          <ac:spMkLst>
            <pc:docMk/>
            <pc:sldMk cId="0" sldId="2147483634"/>
            <ac:spMk id="75" creationId="{00000000-0000-0000-0000-000000000000}"/>
          </ac:spMkLst>
        </pc:spChg>
        <pc:spChg chg="del mod ord">
          <ac:chgData name="Igor Dos Santos Oliveira" userId="b0c2fb47-b880-4cbf-af11-e7a3affee8ed" providerId="ADAL" clId="{494D6766-E60F-4C9C-8053-2F6D56CC7459}" dt="2026-09-01T02:16:53.413" v="6888" actId="478"/>
          <ac:spMkLst>
            <pc:docMk/>
            <pc:sldMk cId="0" sldId="2147483634"/>
            <ac:spMk id="76" creationId="{00000000-0000-0000-0000-000000000000}"/>
          </ac:spMkLst>
        </pc:spChg>
        <pc:spChg chg="del ord">
          <ac:chgData name="Igor Dos Santos Oliveira" userId="b0c2fb47-b880-4cbf-af11-e7a3affee8ed" providerId="ADAL" clId="{494D6766-E60F-4C9C-8053-2F6D56CC7459}" dt="2026-09-01T02:16:53.413" v="6888" actId="478"/>
          <ac:spMkLst>
            <pc:docMk/>
            <pc:sldMk cId="0" sldId="2147483634"/>
            <ac:spMk id="77" creationId="{00000000-0000-0000-0000-000000000000}"/>
          </ac:spMkLst>
        </pc:spChg>
        <pc:spChg chg="del ord">
          <ac:chgData name="Igor Dos Santos Oliveira" userId="b0c2fb47-b880-4cbf-af11-e7a3affee8ed" providerId="ADAL" clId="{494D6766-E60F-4C9C-8053-2F6D56CC7459}" dt="2026-09-01T02:16:53.413" v="6888" actId="478"/>
          <ac:spMkLst>
            <pc:docMk/>
            <pc:sldMk cId="0" sldId="2147483634"/>
            <ac:spMk id="78" creationId="{00000000-0000-0000-0000-000000000000}"/>
          </ac:spMkLst>
        </pc:spChg>
        <pc:spChg chg="del ord">
          <ac:chgData name="Igor Dos Santos Oliveira" userId="b0c2fb47-b880-4cbf-af11-e7a3affee8ed" providerId="ADAL" clId="{494D6766-E60F-4C9C-8053-2F6D56CC7459}" dt="2026-09-01T02:16:53.413" v="6888" actId="478"/>
          <ac:spMkLst>
            <pc:docMk/>
            <pc:sldMk cId="0" sldId="2147483634"/>
            <ac:spMk id="79" creationId="{00000000-0000-0000-0000-000000000000}"/>
          </ac:spMkLst>
        </pc:spChg>
        <pc:spChg chg="del ord">
          <ac:chgData name="Igor Dos Santos Oliveira" userId="b0c2fb47-b880-4cbf-af11-e7a3affee8ed" providerId="ADAL" clId="{494D6766-E60F-4C9C-8053-2F6D56CC7459}" dt="2026-09-01T02:16:53.413" v="6888" actId="478"/>
          <ac:spMkLst>
            <pc:docMk/>
            <pc:sldMk cId="0" sldId="2147483634"/>
            <ac:spMk id="80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1:46:36.783" v="5929" actId="2711"/>
          <ac:spMkLst>
            <pc:docMk/>
            <pc:sldMk cId="0" sldId="2147483634"/>
            <ac:spMk id="81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9-01T02:16:53.413" v="6888" actId="478"/>
          <ac:spMkLst>
            <pc:docMk/>
            <pc:sldMk cId="0" sldId="2147483634"/>
            <ac:spMk id="82" creationId="{00000000-0000-0000-0000-000000000000}"/>
          </ac:spMkLst>
        </pc:spChg>
        <pc:spChg chg="mod ord">
          <ac:chgData name="Igor Dos Santos Oliveira" userId="b0c2fb47-b880-4cbf-af11-e7a3affee8ed" providerId="ADAL" clId="{494D6766-E60F-4C9C-8053-2F6D56CC7459}" dt="2026-09-01T02:16:19.185" v="6887" actId="255"/>
          <ac:spMkLst>
            <pc:docMk/>
            <pc:sldMk cId="0" sldId="2147483634"/>
            <ac:spMk id="83" creationId="{00000000-0000-0000-0000-000000000000}"/>
          </ac:spMkLst>
        </pc:spChg>
        <pc:spChg chg="ord">
          <ac:chgData name="Igor Dos Santos Oliveira" userId="b0c2fb47-b880-4cbf-af11-e7a3affee8ed" providerId="ADAL" clId="{494D6766-E60F-4C9C-8053-2F6D56CC7459}" dt="2026-09-01T01:41:51.442" v="5874" actId="166"/>
          <ac:spMkLst>
            <pc:docMk/>
            <pc:sldMk cId="0" sldId="2147483634"/>
            <ac:spMk id="84" creationId="{00000000-0000-0000-0000-000000000000}"/>
          </ac:spMkLst>
        </pc:spChg>
        <pc:spChg chg="mod ord">
          <ac:chgData name="Igor Dos Santos Oliveira" userId="b0c2fb47-b880-4cbf-af11-e7a3affee8ed" providerId="ADAL" clId="{494D6766-E60F-4C9C-8053-2F6D56CC7459}" dt="2026-09-01T02:16:19.185" v="6887" actId="255"/>
          <ac:spMkLst>
            <pc:docMk/>
            <pc:sldMk cId="0" sldId="2147483634"/>
            <ac:spMk id="85" creationId="{00000000-0000-0000-0000-000000000000}"/>
          </ac:spMkLst>
        </pc:spChg>
        <pc:spChg chg="del mod">
          <ac:chgData name="Igor Dos Santos Oliveira" userId="b0c2fb47-b880-4cbf-af11-e7a3affee8ed" providerId="ADAL" clId="{494D6766-E60F-4C9C-8053-2F6D56CC7459}" dt="2026-09-01T02:04:49.361" v="6433" actId="478"/>
          <ac:spMkLst>
            <pc:docMk/>
            <pc:sldMk cId="0" sldId="2147483634"/>
            <ac:spMk id="86" creationId="{00000000-0000-0000-0000-000000000000}"/>
          </ac:spMkLst>
        </pc:spChg>
        <pc:spChg chg="mod ord">
          <ac:chgData name="Igor Dos Santos Oliveira" userId="b0c2fb47-b880-4cbf-af11-e7a3affee8ed" providerId="ADAL" clId="{494D6766-E60F-4C9C-8053-2F6D56CC7459}" dt="2026-09-01T03:45:40.882" v="8605" actId="14100"/>
          <ac:spMkLst>
            <pc:docMk/>
            <pc:sldMk cId="0" sldId="2147483634"/>
            <ac:spMk id="87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3:47:20.961" v="8764" actId="1036"/>
          <ac:spMkLst>
            <pc:docMk/>
            <pc:sldMk cId="0" sldId="2147483634"/>
            <ac:spMk id="88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3:45:45.615" v="8606" actId="14100"/>
          <ac:spMkLst>
            <pc:docMk/>
            <pc:sldMk cId="0" sldId="2147483634"/>
            <ac:spMk id="89" creationId="{00000000-0000-0000-0000-000000000000}"/>
          </ac:spMkLst>
        </pc:spChg>
        <pc:spChg chg="ord">
          <ac:chgData name="Igor Dos Santos Oliveira" userId="b0c2fb47-b880-4cbf-af11-e7a3affee8ed" providerId="ADAL" clId="{494D6766-E60F-4C9C-8053-2F6D56CC7459}" dt="2026-09-01T01:42:43.664" v="5879" actId="166"/>
          <ac:spMkLst>
            <pc:docMk/>
            <pc:sldMk cId="0" sldId="2147483634"/>
            <ac:spMk id="90" creationId="{00000000-0000-0000-0000-000000000000}"/>
          </ac:spMkLst>
        </pc:spChg>
        <pc:spChg chg="del ord">
          <ac:chgData name="Igor Dos Santos Oliveira" userId="b0c2fb47-b880-4cbf-af11-e7a3affee8ed" providerId="ADAL" clId="{494D6766-E60F-4C9C-8053-2F6D56CC7459}" dt="2026-09-01T02:16:53.413" v="6888" actId="478"/>
          <ac:spMkLst>
            <pc:docMk/>
            <pc:sldMk cId="0" sldId="2147483634"/>
            <ac:spMk id="91" creationId="{00000000-0000-0000-0000-000000000000}"/>
          </ac:spMkLst>
        </pc:spChg>
        <pc:spChg chg="del ord">
          <ac:chgData name="Igor Dos Santos Oliveira" userId="b0c2fb47-b880-4cbf-af11-e7a3affee8ed" providerId="ADAL" clId="{494D6766-E60F-4C9C-8053-2F6D56CC7459}" dt="2026-09-01T02:16:53.413" v="6888" actId="478"/>
          <ac:spMkLst>
            <pc:docMk/>
            <pc:sldMk cId="0" sldId="2147483634"/>
            <ac:spMk id="92" creationId="{00000000-0000-0000-0000-000000000000}"/>
          </ac:spMkLst>
        </pc:spChg>
        <pc:spChg chg="mod ord">
          <ac:chgData name="Igor Dos Santos Oliveira" userId="b0c2fb47-b880-4cbf-af11-e7a3affee8ed" providerId="ADAL" clId="{494D6766-E60F-4C9C-8053-2F6D56CC7459}" dt="2026-09-01T02:16:19.185" v="6887" actId="255"/>
          <ac:spMkLst>
            <pc:docMk/>
            <pc:sldMk cId="0" sldId="2147483634"/>
            <ac:spMk id="93" creationId="{00000000-0000-0000-0000-000000000000}"/>
          </ac:spMkLst>
        </pc:spChg>
        <pc:spChg chg="del mod ord">
          <ac:chgData name="Igor Dos Santos Oliveira" userId="b0c2fb47-b880-4cbf-af11-e7a3affee8ed" providerId="ADAL" clId="{494D6766-E60F-4C9C-8053-2F6D56CC7459}" dt="2026-09-01T02:16:53.413" v="6888" actId="478"/>
          <ac:spMkLst>
            <pc:docMk/>
            <pc:sldMk cId="0" sldId="2147483634"/>
            <ac:spMk id="94" creationId="{00000000-0000-0000-0000-000000000000}"/>
          </ac:spMkLst>
        </pc:spChg>
        <pc:spChg chg="ord">
          <ac:chgData name="Igor Dos Santos Oliveira" userId="b0c2fb47-b880-4cbf-af11-e7a3affee8ed" providerId="ADAL" clId="{494D6766-E60F-4C9C-8053-2F6D56CC7459}" dt="2026-09-01T01:41:20.977" v="5873" actId="166"/>
          <ac:spMkLst>
            <pc:docMk/>
            <pc:sldMk cId="0" sldId="2147483634"/>
            <ac:spMk id="95" creationId="{00000000-0000-0000-0000-000000000000}"/>
          </ac:spMkLst>
        </pc:spChg>
        <pc:spChg chg="ord">
          <ac:chgData name="Igor Dos Santos Oliveira" userId="b0c2fb47-b880-4cbf-af11-e7a3affee8ed" providerId="ADAL" clId="{494D6766-E60F-4C9C-8053-2F6D56CC7459}" dt="2026-09-01T01:41:51.442" v="5874" actId="166"/>
          <ac:spMkLst>
            <pc:docMk/>
            <pc:sldMk cId="0" sldId="2147483634"/>
            <ac:spMk id="98" creationId="{00000000-0000-0000-0000-000000000000}"/>
          </ac:spMkLst>
        </pc:spChg>
        <pc:spChg chg="ord">
          <ac:chgData name="Igor Dos Santos Oliveira" userId="b0c2fb47-b880-4cbf-af11-e7a3affee8ed" providerId="ADAL" clId="{494D6766-E60F-4C9C-8053-2F6D56CC7459}" dt="2026-09-01T01:41:51.442" v="5874" actId="166"/>
          <ac:spMkLst>
            <pc:docMk/>
            <pc:sldMk cId="0" sldId="2147483634"/>
            <ac:spMk id="99" creationId="{00000000-0000-0000-0000-000000000000}"/>
          </ac:spMkLst>
        </pc:spChg>
        <pc:spChg chg="ord">
          <ac:chgData name="Igor Dos Santos Oliveira" userId="b0c2fb47-b880-4cbf-af11-e7a3affee8ed" providerId="ADAL" clId="{494D6766-E60F-4C9C-8053-2F6D56CC7459}" dt="2026-09-01T01:42:05.609" v="5875" actId="166"/>
          <ac:spMkLst>
            <pc:docMk/>
            <pc:sldMk cId="0" sldId="2147483634"/>
            <ac:spMk id="100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9-01T02:04:50.008" v="6434" actId="478"/>
          <ac:spMkLst>
            <pc:docMk/>
            <pc:sldMk cId="0" sldId="2147483634"/>
            <ac:spMk id="101" creationId="{00000000-0000-0000-0000-000000000000}"/>
          </ac:spMkLst>
        </pc:spChg>
        <pc:spChg chg="mod ord">
          <ac:chgData name="Igor Dos Santos Oliveira" userId="b0c2fb47-b880-4cbf-af11-e7a3affee8ed" providerId="ADAL" clId="{494D6766-E60F-4C9C-8053-2F6D56CC7459}" dt="2026-09-01T02:08:01.548" v="6460" actId="14100"/>
          <ac:spMkLst>
            <pc:docMk/>
            <pc:sldMk cId="0" sldId="2147483634"/>
            <ac:spMk id="104" creationId="{00000000-0000-0000-0000-000000000000}"/>
          </ac:spMkLst>
        </pc:spChg>
        <pc:spChg chg="mod ord">
          <ac:chgData name="Igor Dos Santos Oliveira" userId="b0c2fb47-b880-4cbf-af11-e7a3affee8ed" providerId="ADAL" clId="{494D6766-E60F-4C9C-8053-2F6D56CC7459}" dt="2026-09-01T02:08:08.097" v="6514" actId="1037"/>
          <ac:spMkLst>
            <pc:docMk/>
            <pc:sldMk cId="0" sldId="2147483634"/>
            <ac:spMk id="105" creationId="{00000000-0000-0000-0000-000000000000}"/>
          </ac:spMkLst>
        </pc:spChg>
        <pc:spChg chg="mod ord">
          <ac:chgData name="Igor Dos Santos Oliveira" userId="b0c2fb47-b880-4cbf-af11-e7a3affee8ed" providerId="ADAL" clId="{494D6766-E60F-4C9C-8053-2F6D56CC7459}" dt="2026-09-01T02:10:54.404" v="6627" actId="1037"/>
          <ac:spMkLst>
            <pc:docMk/>
            <pc:sldMk cId="0" sldId="2147483634"/>
            <ac:spMk id="106" creationId="{00000000-0000-0000-0000-000000000000}"/>
          </ac:spMkLst>
        </pc:spChg>
        <pc:spChg chg="mod ord">
          <ac:chgData name="Igor Dos Santos Oliveira" userId="b0c2fb47-b880-4cbf-af11-e7a3affee8ed" providerId="ADAL" clId="{494D6766-E60F-4C9C-8053-2F6D56CC7459}" dt="2026-09-01T02:10:54.404" v="6627" actId="1037"/>
          <ac:spMkLst>
            <pc:docMk/>
            <pc:sldMk cId="0" sldId="2147483634"/>
            <ac:spMk id="107" creationId="{00000000-0000-0000-0000-000000000000}"/>
          </ac:spMkLst>
        </pc:spChg>
        <pc:spChg chg="mod ord">
          <ac:chgData name="Igor Dos Santos Oliveira" userId="b0c2fb47-b880-4cbf-af11-e7a3affee8ed" providerId="ADAL" clId="{494D6766-E60F-4C9C-8053-2F6D56CC7459}" dt="2026-09-01T02:13:08.042" v="6772" actId="555"/>
          <ac:spMkLst>
            <pc:docMk/>
            <pc:sldMk cId="0" sldId="2147483634"/>
            <ac:spMk id="108" creationId="{00000000-0000-0000-0000-000000000000}"/>
          </ac:spMkLst>
        </pc:spChg>
        <pc:spChg chg="mod ord">
          <ac:chgData name="Igor Dos Santos Oliveira" userId="b0c2fb47-b880-4cbf-af11-e7a3affee8ed" providerId="ADAL" clId="{494D6766-E60F-4C9C-8053-2F6D56CC7459}" dt="2026-09-01T02:11:14.038" v="6705" actId="166"/>
          <ac:spMkLst>
            <pc:docMk/>
            <pc:sldMk cId="0" sldId="2147483634"/>
            <ac:spMk id="109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2:13:08.042" v="6772" actId="555"/>
          <ac:spMkLst>
            <pc:docMk/>
            <pc:sldMk cId="0" sldId="2147483634"/>
            <ac:spMk id="110" creationId="{00000000-0000-0000-0000-000000000000}"/>
          </ac:spMkLst>
        </pc:spChg>
        <pc:spChg chg="mod ord">
          <ac:chgData name="Igor Dos Santos Oliveira" userId="b0c2fb47-b880-4cbf-af11-e7a3affee8ed" providerId="ADAL" clId="{494D6766-E60F-4C9C-8053-2F6D56CC7459}" dt="2026-09-01T02:12:36.142" v="6771" actId="14100"/>
          <ac:spMkLst>
            <pc:docMk/>
            <pc:sldMk cId="0" sldId="2147483634"/>
            <ac:spMk id="111" creationId="{00000000-0000-0000-0000-000000000000}"/>
          </ac:spMkLst>
        </pc:spChg>
        <pc:spChg chg="mod ord">
          <ac:chgData name="Igor Dos Santos Oliveira" userId="b0c2fb47-b880-4cbf-af11-e7a3affee8ed" providerId="ADAL" clId="{494D6766-E60F-4C9C-8053-2F6D56CC7459}" dt="2026-09-01T02:48:56.940" v="7449" actId="14100"/>
          <ac:spMkLst>
            <pc:docMk/>
            <pc:sldMk cId="0" sldId="2147483634"/>
            <ac:spMk id="112" creationId="{00000000-0000-0000-0000-000000000000}"/>
          </ac:spMkLst>
        </pc:spChg>
        <pc:spChg chg="mod ord">
          <ac:chgData name="Igor Dos Santos Oliveira" userId="b0c2fb47-b880-4cbf-af11-e7a3affee8ed" providerId="ADAL" clId="{494D6766-E60F-4C9C-8053-2F6D56CC7459}" dt="2026-09-01T02:49:06.156" v="7472" actId="1038"/>
          <ac:spMkLst>
            <pc:docMk/>
            <pc:sldMk cId="0" sldId="2147483634"/>
            <ac:spMk id="113" creationId="{00000000-0000-0000-0000-000000000000}"/>
          </ac:spMkLst>
        </pc:spChg>
        <pc:spChg chg="mod ord">
          <ac:chgData name="Igor Dos Santos Oliveira" userId="b0c2fb47-b880-4cbf-af11-e7a3affee8ed" providerId="ADAL" clId="{494D6766-E60F-4C9C-8053-2F6D56CC7459}" dt="2026-09-01T02:49:19.397" v="7514" actId="166"/>
          <ac:spMkLst>
            <pc:docMk/>
            <pc:sldMk cId="0" sldId="2147483634"/>
            <ac:spMk id="114" creationId="{00000000-0000-0000-0000-000000000000}"/>
          </ac:spMkLst>
        </pc:spChg>
        <pc:spChg chg="mod ord">
          <ac:chgData name="Igor Dos Santos Oliveira" userId="b0c2fb47-b880-4cbf-af11-e7a3affee8ed" providerId="ADAL" clId="{494D6766-E60F-4C9C-8053-2F6D56CC7459}" dt="2026-09-01T02:49:19.397" v="7514" actId="166"/>
          <ac:spMkLst>
            <pc:docMk/>
            <pc:sldMk cId="0" sldId="2147483634"/>
            <ac:spMk id="115" creationId="{00000000-0000-0000-0000-000000000000}"/>
          </ac:spMkLst>
        </pc:spChg>
        <pc:spChg chg="del ord">
          <ac:chgData name="Igor Dos Santos Oliveira" userId="b0c2fb47-b880-4cbf-af11-e7a3affee8ed" providerId="ADAL" clId="{494D6766-E60F-4C9C-8053-2F6D56CC7459}" dt="2026-09-01T02:04:50.636" v="6435" actId="478"/>
          <ac:spMkLst>
            <pc:docMk/>
            <pc:sldMk cId="0" sldId="2147483634"/>
            <ac:spMk id="116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1:46:36.783" v="5929" actId="2711"/>
          <ac:spMkLst>
            <pc:docMk/>
            <pc:sldMk cId="0" sldId="2147483634"/>
            <ac:spMk id="117" creationId="{00000000-0000-0000-0000-000000000000}"/>
          </ac:spMkLst>
        </pc:spChg>
        <pc:spChg chg="mod ord">
          <ac:chgData name="Igor Dos Santos Oliveira" userId="b0c2fb47-b880-4cbf-af11-e7a3affee8ed" providerId="ADAL" clId="{494D6766-E60F-4C9C-8053-2F6D56CC7459}" dt="2026-09-01T02:04:38.428" v="6431" actId="14100"/>
          <ac:spMkLst>
            <pc:docMk/>
            <pc:sldMk cId="0" sldId="2147483634"/>
            <ac:spMk id="120" creationId="{00000000-0000-0000-0000-000000000000}"/>
          </ac:spMkLst>
        </pc:spChg>
        <pc:spChg chg="mod ord">
          <ac:chgData name="Igor Dos Santos Oliveira" userId="b0c2fb47-b880-4cbf-af11-e7a3affee8ed" providerId="ADAL" clId="{494D6766-E60F-4C9C-8053-2F6D56CC7459}" dt="2026-09-01T02:03:48.518" v="6402" actId="12788"/>
          <ac:spMkLst>
            <pc:docMk/>
            <pc:sldMk cId="0" sldId="2147483634"/>
            <ac:spMk id="121" creationId="{00000000-0000-0000-0000-000000000000}"/>
          </ac:spMkLst>
        </pc:spChg>
        <pc:spChg chg="mod ord">
          <ac:chgData name="Igor Dos Santos Oliveira" userId="b0c2fb47-b880-4cbf-af11-e7a3affee8ed" providerId="ADAL" clId="{494D6766-E60F-4C9C-8053-2F6D56CC7459}" dt="2026-09-01T02:01:51.372" v="6351" actId="14100"/>
          <ac:spMkLst>
            <pc:docMk/>
            <pc:sldMk cId="0" sldId="2147483634"/>
            <ac:spMk id="122" creationId="{00000000-0000-0000-0000-000000000000}"/>
          </ac:spMkLst>
        </pc:spChg>
        <pc:spChg chg="mod ord">
          <ac:chgData name="Igor Dos Santos Oliveira" userId="b0c2fb47-b880-4cbf-af11-e7a3affee8ed" providerId="ADAL" clId="{494D6766-E60F-4C9C-8053-2F6D56CC7459}" dt="2026-09-01T02:02:07.522" v="6371" actId="14100"/>
          <ac:spMkLst>
            <pc:docMk/>
            <pc:sldMk cId="0" sldId="2147483634"/>
            <ac:spMk id="123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2:03:58.821" v="6403" actId="14100"/>
          <ac:spMkLst>
            <pc:docMk/>
            <pc:sldMk cId="0" sldId="2147483634"/>
            <ac:spMk id="124" creationId="{00000000-0000-0000-0000-000000000000}"/>
          </ac:spMkLst>
        </pc:spChg>
        <pc:spChg chg="mod ord">
          <ac:chgData name="Igor Dos Santos Oliveira" userId="b0c2fb47-b880-4cbf-af11-e7a3affee8ed" providerId="ADAL" clId="{494D6766-E60F-4C9C-8053-2F6D56CC7459}" dt="2026-09-01T02:02:25.276" v="6376" actId="1038"/>
          <ac:spMkLst>
            <pc:docMk/>
            <pc:sldMk cId="0" sldId="2147483634"/>
            <ac:spMk id="125" creationId="{00000000-0000-0000-0000-000000000000}"/>
          </ac:spMkLst>
        </pc:spChg>
        <pc:spChg chg="mod ord">
          <ac:chgData name="Igor Dos Santos Oliveira" userId="b0c2fb47-b880-4cbf-af11-e7a3affee8ed" providerId="ADAL" clId="{494D6766-E60F-4C9C-8053-2F6D56CC7459}" dt="2026-09-01T02:16:19.185" v="6887" actId="255"/>
          <ac:spMkLst>
            <pc:docMk/>
            <pc:sldMk cId="0" sldId="2147483634"/>
            <ac:spMk id="126" creationId="{00000000-0000-0000-0000-000000000000}"/>
          </ac:spMkLst>
        </pc:spChg>
        <pc:spChg chg="mod ord">
          <ac:chgData name="Igor Dos Santos Oliveira" userId="b0c2fb47-b880-4cbf-af11-e7a3affee8ed" providerId="ADAL" clId="{494D6766-E60F-4C9C-8053-2F6D56CC7459}" dt="2026-09-01T01:59:33.504" v="6290" actId="166"/>
          <ac:spMkLst>
            <pc:docMk/>
            <pc:sldMk cId="0" sldId="2147483634"/>
            <ac:spMk id="127" creationId="{00000000-0000-0000-0000-000000000000}"/>
          </ac:spMkLst>
        </pc:spChg>
        <pc:spChg chg="mod ord">
          <ac:chgData name="Igor Dos Santos Oliveira" userId="b0c2fb47-b880-4cbf-af11-e7a3affee8ed" providerId="ADAL" clId="{494D6766-E60F-4C9C-8053-2F6D56CC7459}" dt="2026-09-01T01:57:15.733" v="6176" actId="14100"/>
          <ac:spMkLst>
            <pc:docMk/>
            <pc:sldMk cId="0" sldId="2147483634"/>
            <ac:spMk id="128" creationId="{00000000-0000-0000-0000-000000000000}"/>
          </ac:spMkLst>
        </pc:spChg>
        <pc:spChg chg="mod ord">
          <ac:chgData name="Igor Dos Santos Oliveira" userId="b0c2fb47-b880-4cbf-af11-e7a3affee8ed" providerId="ADAL" clId="{494D6766-E60F-4C9C-8053-2F6D56CC7459}" dt="2026-09-01T01:57:31.852" v="6206" actId="790"/>
          <ac:spMkLst>
            <pc:docMk/>
            <pc:sldMk cId="0" sldId="2147483634"/>
            <ac:spMk id="129" creationId="{00000000-0000-0000-0000-000000000000}"/>
          </ac:spMkLst>
        </pc:spChg>
        <pc:spChg chg="mod ord">
          <ac:chgData name="Igor Dos Santos Oliveira" userId="b0c2fb47-b880-4cbf-af11-e7a3affee8ed" providerId="ADAL" clId="{494D6766-E60F-4C9C-8053-2F6D56CC7459}" dt="2026-09-01T01:56:43.713" v="6174" actId="166"/>
          <ac:spMkLst>
            <pc:docMk/>
            <pc:sldMk cId="0" sldId="2147483634"/>
            <ac:spMk id="130" creationId="{00000000-0000-0000-0000-000000000000}"/>
          </ac:spMkLst>
        </pc:spChg>
        <pc:spChg chg="mod ord">
          <ac:chgData name="Igor Dos Santos Oliveira" userId="b0c2fb47-b880-4cbf-af11-e7a3affee8ed" providerId="ADAL" clId="{494D6766-E60F-4C9C-8053-2F6D56CC7459}" dt="2026-09-01T01:56:43.713" v="6174" actId="166"/>
          <ac:spMkLst>
            <pc:docMk/>
            <pc:sldMk cId="0" sldId="2147483634"/>
            <ac:spMk id="131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9-01T01:46:11.594" v="5927" actId="478"/>
          <ac:spMkLst>
            <pc:docMk/>
            <pc:sldMk cId="0" sldId="2147483634"/>
            <ac:spMk id="132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1:44:58.721" v="5906" actId="20577"/>
          <ac:spMkLst>
            <pc:docMk/>
            <pc:sldMk cId="0" sldId="2147483634"/>
            <ac:spMk id="134" creationId="{00000000-0000-0000-0000-000000000000}"/>
          </ac:spMkLst>
        </pc:spChg>
        <pc:spChg chg="mod ord">
          <ac:chgData name="Igor Dos Santos Oliveira" userId="b0c2fb47-b880-4cbf-af11-e7a3affee8ed" providerId="ADAL" clId="{494D6766-E60F-4C9C-8053-2F6D56CC7459}" dt="2026-09-01T02:16:19.185" v="6887" actId="255"/>
          <ac:spMkLst>
            <pc:docMk/>
            <pc:sldMk cId="0" sldId="2147483634"/>
            <ac:spMk id="135" creationId="{00000000-0000-0000-0000-000000000000}"/>
          </ac:spMkLst>
        </pc:spChg>
        <pc:spChg chg="mod ord">
          <ac:chgData name="Igor Dos Santos Oliveira" userId="b0c2fb47-b880-4cbf-af11-e7a3affee8ed" providerId="ADAL" clId="{494D6766-E60F-4C9C-8053-2F6D56CC7459}" dt="2026-09-01T01:54:50.413" v="6152" actId="1038"/>
          <ac:spMkLst>
            <pc:docMk/>
            <pc:sldMk cId="0" sldId="2147483634"/>
            <ac:spMk id="136" creationId="{00000000-0000-0000-0000-000000000000}"/>
          </ac:spMkLst>
        </pc:spChg>
        <pc:spChg chg="mod ord">
          <ac:chgData name="Igor Dos Santos Oliveira" userId="b0c2fb47-b880-4cbf-af11-e7a3affee8ed" providerId="ADAL" clId="{494D6766-E60F-4C9C-8053-2F6D56CC7459}" dt="2026-09-01T01:53:05.048" v="6013" actId="1076"/>
          <ac:spMkLst>
            <pc:docMk/>
            <pc:sldMk cId="0" sldId="2147483634"/>
            <ac:spMk id="137" creationId="{00000000-0000-0000-0000-000000000000}"/>
          </ac:spMkLst>
        </pc:spChg>
        <pc:spChg chg="mod ord">
          <ac:chgData name="Igor Dos Santos Oliveira" userId="b0c2fb47-b880-4cbf-af11-e7a3affee8ed" providerId="ADAL" clId="{494D6766-E60F-4C9C-8053-2F6D56CC7459}" dt="2026-09-01T01:53:22.970" v="6083" actId="790"/>
          <ac:spMkLst>
            <pc:docMk/>
            <pc:sldMk cId="0" sldId="2147483634"/>
            <ac:spMk id="138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1:52:29.982" v="6007" actId="14100"/>
          <ac:spMkLst>
            <pc:docMk/>
            <pc:sldMk cId="0" sldId="2147483634"/>
            <ac:spMk id="139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1:52:33.843" v="6008" actId="14100"/>
          <ac:spMkLst>
            <pc:docMk/>
            <pc:sldMk cId="0" sldId="2147483634"/>
            <ac:spMk id="140" creationId="{00000000-0000-0000-0000-000000000000}"/>
          </ac:spMkLst>
        </pc:spChg>
        <pc:spChg chg="mod ord">
          <ac:chgData name="Igor Dos Santos Oliveira" userId="b0c2fb47-b880-4cbf-af11-e7a3affee8ed" providerId="ADAL" clId="{494D6766-E60F-4C9C-8053-2F6D56CC7459}" dt="2026-09-01T01:50:18.312" v="5960" actId="14100"/>
          <ac:spMkLst>
            <pc:docMk/>
            <pc:sldMk cId="0" sldId="2147483634"/>
            <ac:spMk id="141" creationId="{00000000-0000-0000-0000-000000000000}"/>
          </ac:spMkLst>
        </pc:spChg>
        <pc:spChg chg="mod ord">
          <ac:chgData name="Igor Dos Santos Oliveira" userId="b0c2fb47-b880-4cbf-af11-e7a3affee8ed" providerId="ADAL" clId="{494D6766-E60F-4C9C-8053-2F6D56CC7459}" dt="2026-09-01T01:50:51.580" v="5980" actId="790"/>
          <ac:spMkLst>
            <pc:docMk/>
            <pc:sldMk cId="0" sldId="2147483634"/>
            <ac:spMk id="142" creationId="{00000000-0000-0000-0000-000000000000}"/>
          </ac:spMkLst>
        </pc:spChg>
        <pc:spChg chg="mod ord">
          <ac:chgData name="Igor Dos Santos Oliveira" userId="b0c2fb47-b880-4cbf-af11-e7a3affee8ed" providerId="ADAL" clId="{494D6766-E60F-4C9C-8053-2F6D56CC7459}" dt="2026-09-01T01:48:20.290" v="5939" actId="14100"/>
          <ac:spMkLst>
            <pc:docMk/>
            <pc:sldMk cId="0" sldId="2147483634"/>
            <ac:spMk id="143" creationId="{00000000-0000-0000-0000-000000000000}"/>
          </ac:spMkLst>
        </pc:spChg>
        <pc:spChg chg="mod ord">
          <ac:chgData name="Igor Dos Santos Oliveira" userId="b0c2fb47-b880-4cbf-af11-e7a3affee8ed" providerId="ADAL" clId="{494D6766-E60F-4C9C-8053-2F6D56CC7459}" dt="2026-09-01T01:48:31.203" v="5941" actId="790"/>
          <ac:spMkLst>
            <pc:docMk/>
            <pc:sldMk cId="0" sldId="2147483634"/>
            <ac:spMk id="144" creationId="{00000000-0000-0000-0000-000000000000}"/>
          </ac:spMkLst>
        </pc:spChg>
        <pc:spChg chg="mod ord">
          <ac:chgData name="Igor Dos Santos Oliveira" userId="b0c2fb47-b880-4cbf-af11-e7a3affee8ed" providerId="ADAL" clId="{494D6766-E60F-4C9C-8053-2F6D56CC7459}" dt="2026-09-01T01:47:30.511" v="5936" actId="14100"/>
          <ac:spMkLst>
            <pc:docMk/>
            <pc:sldMk cId="0" sldId="2147483634"/>
            <ac:spMk id="145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1:47:35.500" v="5937" actId="14100"/>
          <ac:spMkLst>
            <pc:docMk/>
            <pc:sldMk cId="0" sldId="2147483634"/>
            <ac:spMk id="146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9-01T01:45:58.504" v="5923" actId="478"/>
          <ac:spMkLst>
            <pc:docMk/>
            <pc:sldMk cId="0" sldId="2147483634"/>
            <ac:spMk id="147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1:44:24.512" v="5900" actId="1035"/>
          <ac:spMkLst>
            <pc:docMk/>
            <pc:sldMk cId="0" sldId="2147483634"/>
            <ac:spMk id="148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1:46:36.827" v="5930" actId="27636"/>
          <ac:spMkLst>
            <pc:docMk/>
            <pc:sldMk cId="0" sldId="2147483634"/>
            <ac:spMk id="153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1:46:36.841" v="5934" actId="27636"/>
          <ac:spMkLst>
            <pc:docMk/>
            <pc:sldMk cId="0" sldId="2147483634"/>
            <ac:spMk id="157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1:46:36.783" v="5929" actId="2711"/>
          <ac:spMkLst>
            <pc:docMk/>
            <pc:sldMk cId="0" sldId="2147483634"/>
            <ac:spMk id="158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1:46:36.834" v="5931" actId="27636"/>
          <ac:spMkLst>
            <pc:docMk/>
            <pc:sldMk cId="0" sldId="2147483634"/>
            <ac:spMk id="161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1:46:36.841" v="5933" actId="27636"/>
          <ac:spMkLst>
            <pc:docMk/>
            <pc:sldMk cId="0" sldId="2147483634"/>
            <ac:spMk id="165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1:45:15.590" v="5917" actId="790"/>
          <ac:spMkLst>
            <pc:docMk/>
            <pc:sldMk cId="0" sldId="2147483634"/>
            <ac:spMk id="168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9-01T01:46:36.834" v="5932" actId="27636"/>
          <ac:spMkLst>
            <pc:docMk/>
            <pc:sldMk cId="0" sldId="2147483634"/>
            <ac:spMk id="173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8-31T23:02:51.475" v="5039" actId="478"/>
          <ac:spMkLst>
            <pc:docMk/>
            <pc:sldMk cId="0" sldId="2147483634"/>
            <ac:spMk id="174" creationId="{00000000-0000-0000-0000-000000000000}"/>
          </ac:spMkLst>
        </pc:spChg>
        <pc:spChg chg="add mod">
          <ac:chgData name="Igor Dos Santos Oliveira" userId="b0c2fb47-b880-4cbf-af11-e7a3affee8ed" providerId="ADAL" clId="{494D6766-E60F-4C9C-8053-2F6D56CC7459}" dt="2026-09-01T01:44:10.685" v="5892" actId="1076"/>
          <ac:spMkLst>
            <pc:docMk/>
            <pc:sldMk cId="0" sldId="2147483634"/>
            <ac:spMk id="174" creationId="{4E2A6018-98FC-9370-FD0B-420E6BE4E5D6}"/>
          </ac:spMkLst>
        </pc:spChg>
        <pc:spChg chg="del">
          <ac:chgData name="Igor Dos Santos Oliveira" userId="b0c2fb47-b880-4cbf-af11-e7a3affee8ed" providerId="ADAL" clId="{494D6766-E60F-4C9C-8053-2F6D56CC7459}" dt="2026-08-31T23:02:51.475" v="5039" actId="478"/>
          <ac:spMkLst>
            <pc:docMk/>
            <pc:sldMk cId="0" sldId="2147483634"/>
            <ac:spMk id="175" creationId="{00000000-0000-0000-0000-000000000000}"/>
          </ac:spMkLst>
        </pc:spChg>
        <pc:spChg chg="add mod">
          <ac:chgData name="Igor Dos Santos Oliveira" userId="b0c2fb47-b880-4cbf-af11-e7a3affee8ed" providerId="ADAL" clId="{494D6766-E60F-4C9C-8053-2F6D56CC7459}" dt="2026-09-01T01:44:38.753" v="5903" actId="1076"/>
          <ac:spMkLst>
            <pc:docMk/>
            <pc:sldMk cId="0" sldId="2147483634"/>
            <ac:spMk id="175" creationId="{A8AFD6AD-94C0-6AAB-B6E4-FDD4F5579C3D}"/>
          </ac:spMkLst>
        </pc:spChg>
        <pc:spChg chg="del">
          <ac:chgData name="Igor Dos Santos Oliveira" userId="b0c2fb47-b880-4cbf-af11-e7a3affee8ed" providerId="ADAL" clId="{494D6766-E60F-4C9C-8053-2F6D56CC7459}" dt="2026-08-31T23:02:51.475" v="5039" actId="478"/>
          <ac:spMkLst>
            <pc:docMk/>
            <pc:sldMk cId="0" sldId="2147483634"/>
            <ac:spMk id="176" creationId="{00000000-0000-0000-0000-000000000000}"/>
          </ac:spMkLst>
        </pc:spChg>
        <pc:spChg chg="add mod">
          <ac:chgData name="Igor Dos Santos Oliveira" userId="b0c2fb47-b880-4cbf-af11-e7a3affee8ed" providerId="ADAL" clId="{494D6766-E60F-4C9C-8053-2F6D56CC7459}" dt="2026-08-31T23:03:09.886" v="5040"/>
          <ac:spMkLst>
            <pc:docMk/>
            <pc:sldMk cId="0" sldId="2147483634"/>
            <ac:spMk id="177" creationId="{802D6CDC-AD03-B388-ACF7-28CD988C13D1}"/>
          </ac:spMkLst>
        </pc:spChg>
        <pc:spChg chg="add mod">
          <ac:chgData name="Igor Dos Santos Oliveira" userId="b0c2fb47-b880-4cbf-af11-e7a3affee8ed" providerId="ADAL" clId="{494D6766-E60F-4C9C-8053-2F6D56CC7459}" dt="2026-09-01T01:36:42.811" v="5849" actId="404"/>
          <ac:spMkLst>
            <pc:docMk/>
            <pc:sldMk cId="0" sldId="2147483634"/>
            <ac:spMk id="178" creationId="{D5F1B6D9-8018-115F-19EB-919740711812}"/>
          </ac:spMkLst>
        </pc:spChg>
        <pc:spChg chg="add mod">
          <ac:chgData name="Igor Dos Santos Oliveira" userId="b0c2fb47-b880-4cbf-af11-e7a3affee8ed" providerId="ADAL" clId="{494D6766-E60F-4C9C-8053-2F6D56CC7459}" dt="2026-09-01T01:49:25.121" v="5956" actId="14100"/>
          <ac:spMkLst>
            <pc:docMk/>
            <pc:sldMk cId="0" sldId="2147483634"/>
            <ac:spMk id="181" creationId="{B62A289A-E89E-0BF3-F8B4-DBC07AC02EB8}"/>
          </ac:spMkLst>
        </pc:spChg>
        <pc:spChg chg="add mod">
          <ac:chgData name="Igor Dos Santos Oliveira" userId="b0c2fb47-b880-4cbf-af11-e7a3affee8ed" providerId="ADAL" clId="{494D6766-E60F-4C9C-8053-2F6D56CC7459}" dt="2026-09-01T01:49:35.302" v="5958" actId="790"/>
          <ac:spMkLst>
            <pc:docMk/>
            <pc:sldMk cId="0" sldId="2147483634"/>
            <ac:spMk id="182" creationId="{E760D813-4A46-A723-9719-F49D30EF1057}"/>
          </ac:spMkLst>
        </pc:spChg>
        <pc:spChg chg="add mod">
          <ac:chgData name="Igor Dos Santos Oliveira" userId="b0c2fb47-b880-4cbf-af11-e7a3affee8ed" providerId="ADAL" clId="{494D6766-E60F-4C9C-8053-2F6D56CC7459}" dt="2026-09-01T01:51:41.287" v="5991" actId="14100"/>
          <ac:spMkLst>
            <pc:docMk/>
            <pc:sldMk cId="0" sldId="2147483634"/>
            <ac:spMk id="183" creationId="{D0FABBC4-5DFD-7611-20B9-74AE7134F339}"/>
          </ac:spMkLst>
        </pc:spChg>
        <pc:spChg chg="add mod">
          <ac:chgData name="Igor Dos Santos Oliveira" userId="b0c2fb47-b880-4cbf-af11-e7a3affee8ed" providerId="ADAL" clId="{494D6766-E60F-4C9C-8053-2F6D56CC7459}" dt="2026-09-01T01:51:51.623" v="6002" actId="14100"/>
          <ac:spMkLst>
            <pc:docMk/>
            <pc:sldMk cId="0" sldId="2147483634"/>
            <ac:spMk id="184" creationId="{F1DC06D3-978B-AD18-FC68-DA0FB52FC9C9}"/>
          </ac:spMkLst>
        </pc:spChg>
        <pc:spChg chg="add mod">
          <ac:chgData name="Igor Dos Santos Oliveira" userId="b0c2fb47-b880-4cbf-af11-e7a3affee8ed" providerId="ADAL" clId="{494D6766-E60F-4C9C-8053-2F6D56CC7459}" dt="2026-09-01T01:54:07.846" v="6098" actId="1035"/>
          <ac:spMkLst>
            <pc:docMk/>
            <pc:sldMk cId="0" sldId="2147483634"/>
            <ac:spMk id="185" creationId="{EE5375CB-BA06-4968-B583-501337F97D0D}"/>
          </ac:spMkLst>
        </pc:spChg>
        <pc:spChg chg="add mod">
          <ac:chgData name="Igor Dos Santos Oliveira" userId="b0c2fb47-b880-4cbf-af11-e7a3affee8ed" providerId="ADAL" clId="{494D6766-E60F-4C9C-8053-2F6D56CC7459}" dt="2026-09-01T01:54:17.973" v="6113" actId="20577"/>
          <ac:spMkLst>
            <pc:docMk/>
            <pc:sldMk cId="0" sldId="2147483634"/>
            <ac:spMk id="186" creationId="{CA84CB3D-362E-2CB5-8C07-899DB6428F92}"/>
          </ac:spMkLst>
        </pc:spChg>
        <pc:spChg chg="add mod">
          <ac:chgData name="Igor Dos Santos Oliveira" userId="b0c2fb47-b880-4cbf-af11-e7a3affee8ed" providerId="ADAL" clId="{494D6766-E60F-4C9C-8053-2F6D56CC7459}" dt="2026-09-01T01:58:27.277" v="6222" actId="14100"/>
          <ac:spMkLst>
            <pc:docMk/>
            <pc:sldMk cId="0" sldId="2147483634"/>
            <ac:spMk id="187" creationId="{73CDAB09-11A5-3A10-38FB-6DD277E6E106}"/>
          </ac:spMkLst>
        </pc:spChg>
        <pc:spChg chg="add mod">
          <ac:chgData name="Igor Dos Santos Oliveira" userId="b0c2fb47-b880-4cbf-af11-e7a3affee8ed" providerId="ADAL" clId="{494D6766-E60F-4C9C-8053-2F6D56CC7459}" dt="2026-09-01T01:58:31.755" v="6235" actId="1038"/>
          <ac:spMkLst>
            <pc:docMk/>
            <pc:sldMk cId="0" sldId="2147483634"/>
            <ac:spMk id="188" creationId="{D366D851-4698-12F0-A05B-ADD0E58F4FED}"/>
          </ac:spMkLst>
        </pc:spChg>
        <pc:spChg chg="add mod">
          <ac:chgData name="Igor Dos Santos Oliveira" userId="b0c2fb47-b880-4cbf-af11-e7a3affee8ed" providerId="ADAL" clId="{494D6766-E60F-4C9C-8053-2F6D56CC7459}" dt="2026-09-01T02:04:09.131" v="6406" actId="14100"/>
          <ac:spMkLst>
            <pc:docMk/>
            <pc:sldMk cId="0" sldId="2147483634"/>
            <ac:spMk id="189" creationId="{D653010B-7E9D-B9C4-320E-290E0B5AF031}"/>
          </ac:spMkLst>
        </pc:spChg>
        <pc:spChg chg="add mod">
          <ac:chgData name="Igor Dos Santos Oliveira" userId="b0c2fb47-b880-4cbf-af11-e7a3affee8ed" providerId="ADAL" clId="{494D6766-E60F-4C9C-8053-2F6D56CC7459}" dt="2026-09-01T02:04:01.321" v="6405" actId="1038"/>
          <ac:spMkLst>
            <pc:docMk/>
            <pc:sldMk cId="0" sldId="2147483634"/>
            <ac:spMk id="190" creationId="{7535F05D-52C5-87EC-3298-694C34376821}"/>
          </ac:spMkLst>
        </pc:spChg>
        <pc:spChg chg="add mod">
          <ac:chgData name="Igor Dos Santos Oliveira" userId="b0c2fb47-b880-4cbf-af11-e7a3affee8ed" providerId="ADAL" clId="{494D6766-E60F-4C9C-8053-2F6D56CC7459}" dt="2026-09-01T02:03:29.851" v="6400" actId="14100"/>
          <ac:spMkLst>
            <pc:docMk/>
            <pc:sldMk cId="0" sldId="2147483634"/>
            <ac:spMk id="191" creationId="{6D6463D7-3DBA-CDEB-0E41-873D2224F635}"/>
          </ac:spMkLst>
        </pc:spChg>
        <pc:spChg chg="add mod">
          <ac:chgData name="Igor Dos Santos Oliveira" userId="b0c2fb47-b880-4cbf-af11-e7a3affee8ed" providerId="ADAL" clId="{494D6766-E60F-4C9C-8053-2F6D56CC7459}" dt="2026-09-01T02:03:21.691" v="6399" actId="14100"/>
          <ac:spMkLst>
            <pc:docMk/>
            <pc:sldMk cId="0" sldId="2147483634"/>
            <ac:spMk id="192" creationId="{87C4B83B-14F1-02CB-1B7E-DF6627DAF0E1}"/>
          </ac:spMkLst>
        </pc:spChg>
        <pc:spChg chg="add mod">
          <ac:chgData name="Igor Dos Santos Oliveira" userId="b0c2fb47-b880-4cbf-af11-e7a3affee8ed" providerId="ADAL" clId="{494D6766-E60F-4C9C-8053-2F6D56CC7459}" dt="2026-09-01T02:10:54.404" v="6627" actId="1037"/>
          <ac:spMkLst>
            <pc:docMk/>
            <pc:sldMk cId="0" sldId="2147483634"/>
            <ac:spMk id="197" creationId="{40CE69DF-B198-84DC-612E-209B599090B6}"/>
          </ac:spMkLst>
        </pc:spChg>
        <pc:spChg chg="add mod">
          <ac:chgData name="Igor Dos Santos Oliveira" userId="b0c2fb47-b880-4cbf-af11-e7a3affee8ed" providerId="ADAL" clId="{494D6766-E60F-4C9C-8053-2F6D56CC7459}" dt="2026-09-01T02:16:19.185" v="6887" actId="255"/>
          <ac:spMkLst>
            <pc:docMk/>
            <pc:sldMk cId="0" sldId="2147483634"/>
            <ac:spMk id="198" creationId="{41B7BADB-7289-B2BE-B2FA-E4BFA10DA808}"/>
          </ac:spMkLst>
        </pc:spChg>
        <pc:spChg chg="add mod">
          <ac:chgData name="Igor Dos Santos Oliveira" userId="b0c2fb47-b880-4cbf-af11-e7a3affee8ed" providerId="ADAL" clId="{494D6766-E60F-4C9C-8053-2F6D56CC7459}" dt="2026-09-01T02:11:36.415" v="6706" actId="555"/>
          <ac:spMkLst>
            <pc:docMk/>
            <pc:sldMk cId="0" sldId="2147483634"/>
            <ac:spMk id="199" creationId="{BD1CDED9-5A11-5181-CB18-42A4FF17654A}"/>
          </ac:spMkLst>
        </pc:spChg>
        <pc:spChg chg="add mod">
          <ac:chgData name="Igor Dos Santos Oliveira" userId="b0c2fb47-b880-4cbf-af11-e7a3affee8ed" providerId="ADAL" clId="{494D6766-E60F-4C9C-8053-2F6D56CC7459}" dt="2026-09-01T02:16:19.185" v="6887" actId="255"/>
          <ac:spMkLst>
            <pc:docMk/>
            <pc:sldMk cId="0" sldId="2147483634"/>
            <ac:spMk id="200" creationId="{517E44A1-F936-E2CB-4639-3A6E9AB7E42E}"/>
          </ac:spMkLst>
        </pc:spChg>
        <pc:spChg chg="add mod">
          <ac:chgData name="Igor Dos Santos Oliveira" userId="b0c2fb47-b880-4cbf-af11-e7a3affee8ed" providerId="ADAL" clId="{494D6766-E60F-4C9C-8053-2F6D56CC7459}" dt="2026-09-01T02:13:56.126" v="6801" actId="555"/>
          <ac:spMkLst>
            <pc:docMk/>
            <pc:sldMk cId="0" sldId="2147483634"/>
            <ac:spMk id="201" creationId="{F7D278A7-7394-56F6-C012-E7B838AFA01B}"/>
          </ac:spMkLst>
        </pc:spChg>
        <pc:spChg chg="add mod">
          <ac:chgData name="Igor Dos Santos Oliveira" userId="b0c2fb47-b880-4cbf-af11-e7a3affee8ed" providerId="ADAL" clId="{494D6766-E60F-4C9C-8053-2F6D56CC7459}" dt="2026-09-01T02:21:18.113" v="6949" actId="465"/>
          <ac:spMkLst>
            <pc:docMk/>
            <pc:sldMk cId="0" sldId="2147483634"/>
            <ac:spMk id="202" creationId="{0EA2022C-1C98-267C-CF04-1ACB31CA833F}"/>
          </ac:spMkLst>
        </pc:spChg>
        <pc:spChg chg="mod">
          <ac:chgData name="Igor Dos Santos Oliveira" userId="b0c2fb47-b880-4cbf-af11-e7a3affee8ed" providerId="ADAL" clId="{494D6766-E60F-4C9C-8053-2F6D56CC7459}" dt="2026-09-01T03:46:25.545" v="8716" actId="1037"/>
          <ac:spMkLst>
            <pc:docMk/>
            <pc:sldMk cId="0" sldId="2147483634"/>
            <ac:spMk id="203" creationId="{E0EA88E5-B8DA-4C76-24B1-805A2E108B25}"/>
          </ac:spMkLst>
        </pc:spChg>
        <pc:spChg chg="add del mod">
          <ac:chgData name="Igor Dos Santos Oliveira" userId="b0c2fb47-b880-4cbf-af11-e7a3affee8ed" providerId="ADAL" clId="{494D6766-E60F-4C9C-8053-2F6D56CC7459}" dt="2026-09-01T03:46:57.667" v="8746" actId="478"/>
          <ac:spMkLst>
            <pc:docMk/>
            <pc:sldMk cId="0" sldId="2147483634"/>
            <ac:spMk id="204" creationId="{DFF497D7-8527-CF75-3B9F-8EB15E50B693}"/>
          </ac:spMkLst>
        </pc:spChg>
        <pc:spChg chg="add mod ord">
          <ac:chgData name="Igor Dos Santos Oliveira" userId="b0c2fb47-b880-4cbf-af11-e7a3affee8ed" providerId="ADAL" clId="{494D6766-E60F-4C9C-8053-2F6D56CC7459}" dt="2026-09-01T03:46:07.703" v="8692" actId="1038"/>
          <ac:spMkLst>
            <pc:docMk/>
            <pc:sldMk cId="0" sldId="2147483634"/>
            <ac:spMk id="205" creationId="{BA34BF20-FE26-47E7-B7D4-AA4EC300105C}"/>
          </ac:spMkLst>
        </pc:spChg>
        <pc:spChg chg="add del mod ord">
          <ac:chgData name="Igor Dos Santos Oliveira" userId="b0c2fb47-b880-4cbf-af11-e7a3affee8ed" providerId="ADAL" clId="{494D6766-E60F-4C9C-8053-2F6D56CC7459}" dt="2026-09-01T03:46:57.667" v="8746" actId="478"/>
          <ac:spMkLst>
            <pc:docMk/>
            <pc:sldMk cId="0" sldId="2147483634"/>
            <ac:spMk id="206" creationId="{A81AB5B2-1412-FE4B-85E1-B7C21F538B4D}"/>
          </ac:spMkLst>
        </pc:spChg>
        <pc:spChg chg="add del mod">
          <ac:chgData name="Igor Dos Santos Oliveira" userId="b0c2fb47-b880-4cbf-af11-e7a3affee8ed" providerId="ADAL" clId="{494D6766-E60F-4C9C-8053-2F6D56CC7459}" dt="2026-09-01T03:46:25.545" v="8716" actId="1037"/>
          <ac:spMkLst>
            <pc:docMk/>
            <pc:sldMk cId="0" sldId="2147483634"/>
            <ac:spMk id="207" creationId="{78BC1E42-E5CC-8B3E-167E-0708CDD8CE88}"/>
          </ac:spMkLst>
        </pc:spChg>
        <pc:spChg chg="add del mod">
          <ac:chgData name="Igor Dos Santos Oliveira" userId="b0c2fb47-b880-4cbf-af11-e7a3affee8ed" providerId="ADAL" clId="{494D6766-E60F-4C9C-8053-2F6D56CC7459}" dt="2026-09-01T03:46:57.667" v="8746" actId="478"/>
          <ac:spMkLst>
            <pc:docMk/>
            <pc:sldMk cId="0" sldId="2147483634"/>
            <ac:spMk id="208" creationId="{7B406C15-DC88-734B-7BA4-8DA3ABFD13F8}"/>
          </ac:spMkLst>
        </pc:spChg>
        <pc:spChg chg="add del mod">
          <ac:chgData name="Igor Dos Santos Oliveira" userId="b0c2fb47-b880-4cbf-af11-e7a3affee8ed" providerId="ADAL" clId="{494D6766-E60F-4C9C-8053-2F6D56CC7459}" dt="2026-09-01T03:46:57.667" v="8746" actId="478"/>
          <ac:spMkLst>
            <pc:docMk/>
            <pc:sldMk cId="0" sldId="2147483634"/>
            <ac:spMk id="209" creationId="{A8BD7DAF-D848-7005-77D1-AAA55FA7A825}"/>
          </ac:spMkLst>
        </pc:spChg>
        <pc:spChg chg="add del mod">
          <ac:chgData name="Igor Dos Santos Oliveira" userId="b0c2fb47-b880-4cbf-af11-e7a3affee8ed" providerId="ADAL" clId="{494D6766-E60F-4C9C-8053-2F6D56CC7459}" dt="2026-09-01T03:46:57.667" v="8746" actId="478"/>
          <ac:spMkLst>
            <pc:docMk/>
            <pc:sldMk cId="0" sldId="2147483634"/>
            <ac:spMk id="210" creationId="{6C4493B5-6E9E-09D0-0713-651DB5210322}"/>
          </ac:spMkLst>
        </pc:spChg>
        <pc:spChg chg="del mod">
          <ac:chgData name="Igor Dos Santos Oliveira" userId="b0c2fb47-b880-4cbf-af11-e7a3affee8ed" providerId="ADAL" clId="{494D6766-E60F-4C9C-8053-2F6D56CC7459}" dt="2026-09-01T03:46:57.667" v="8746" actId="478"/>
          <ac:spMkLst>
            <pc:docMk/>
            <pc:sldMk cId="0" sldId="2147483634"/>
            <ac:spMk id="211" creationId="{4FDBA04C-D5FC-EF67-1393-F7DC74755E77}"/>
          </ac:spMkLst>
        </pc:spChg>
        <pc:spChg chg="add del mod">
          <ac:chgData name="Igor Dos Santos Oliveira" userId="b0c2fb47-b880-4cbf-af11-e7a3affee8ed" providerId="ADAL" clId="{494D6766-E60F-4C9C-8053-2F6D56CC7459}" dt="2026-09-01T03:46:57.667" v="8746" actId="478"/>
          <ac:spMkLst>
            <pc:docMk/>
            <pc:sldMk cId="0" sldId="2147483634"/>
            <ac:spMk id="212" creationId="{87C1A452-AC32-BA2B-9A88-29FF491E4BAA}"/>
          </ac:spMkLst>
        </pc:spChg>
        <pc:spChg chg="del mod">
          <ac:chgData name="Igor Dos Santos Oliveira" userId="b0c2fb47-b880-4cbf-af11-e7a3affee8ed" providerId="ADAL" clId="{494D6766-E60F-4C9C-8053-2F6D56CC7459}" dt="2026-09-01T03:46:57.667" v="8746" actId="478"/>
          <ac:spMkLst>
            <pc:docMk/>
            <pc:sldMk cId="0" sldId="2147483634"/>
            <ac:spMk id="214" creationId="{0725DD0B-CB47-B238-C2E8-6137877169FE}"/>
          </ac:spMkLst>
        </pc:spChg>
        <pc:spChg chg="mod">
          <ac:chgData name="Igor Dos Santos Oliveira" userId="b0c2fb47-b880-4cbf-af11-e7a3affee8ed" providerId="ADAL" clId="{494D6766-E60F-4C9C-8053-2F6D56CC7459}" dt="2026-09-01T03:46:25.545" v="8716" actId="1037"/>
          <ac:spMkLst>
            <pc:docMk/>
            <pc:sldMk cId="0" sldId="2147483634"/>
            <ac:spMk id="215" creationId="{86C3EB4D-1B69-CC7A-5521-E8FC7055DC56}"/>
          </ac:spMkLst>
        </pc:spChg>
        <pc:spChg chg="add mod">
          <ac:chgData name="Igor Dos Santos Oliveira" userId="b0c2fb47-b880-4cbf-af11-e7a3affee8ed" providerId="ADAL" clId="{494D6766-E60F-4C9C-8053-2F6D56CC7459}" dt="2026-09-01T02:18:31.106" v="6903" actId="208"/>
          <ac:spMkLst>
            <pc:docMk/>
            <pc:sldMk cId="0" sldId="2147483634"/>
            <ac:spMk id="216" creationId="{85B9934D-FC7B-C37D-CA1D-1009481C6A78}"/>
          </ac:spMkLst>
        </pc:spChg>
        <pc:spChg chg="add del mod">
          <ac:chgData name="Igor Dos Santos Oliveira" userId="b0c2fb47-b880-4cbf-af11-e7a3affee8ed" providerId="ADAL" clId="{494D6766-E60F-4C9C-8053-2F6D56CC7459}" dt="2026-09-01T03:46:57.667" v="8746" actId="478"/>
          <ac:spMkLst>
            <pc:docMk/>
            <pc:sldMk cId="0" sldId="2147483634"/>
            <ac:spMk id="217" creationId="{F0DB01C9-C027-3906-E5C3-90499875BD17}"/>
          </ac:spMkLst>
        </pc:spChg>
        <pc:spChg chg="mod">
          <ac:chgData name="Igor Dos Santos Oliveira" userId="b0c2fb47-b880-4cbf-af11-e7a3affee8ed" providerId="ADAL" clId="{494D6766-E60F-4C9C-8053-2F6D56CC7459}" dt="2026-09-01T02:18:31.106" v="6903" actId="208"/>
          <ac:spMkLst>
            <pc:docMk/>
            <pc:sldMk cId="0" sldId="2147483634"/>
            <ac:spMk id="218" creationId="{01B0ADE9-A7A3-3828-0CA4-E6BAFE63EE51}"/>
          </ac:spMkLst>
        </pc:spChg>
        <pc:spChg chg="mod">
          <ac:chgData name="Igor Dos Santos Oliveira" userId="b0c2fb47-b880-4cbf-af11-e7a3affee8ed" providerId="ADAL" clId="{494D6766-E60F-4C9C-8053-2F6D56CC7459}" dt="2026-09-01T03:46:25.545" v="8716" actId="1037"/>
          <ac:spMkLst>
            <pc:docMk/>
            <pc:sldMk cId="0" sldId="2147483634"/>
            <ac:spMk id="219" creationId="{C6A9C91E-F4B8-2179-2F9E-1ABDB7E2217E}"/>
          </ac:spMkLst>
        </pc:spChg>
        <pc:spChg chg="mod">
          <ac:chgData name="Igor Dos Santos Oliveira" userId="b0c2fb47-b880-4cbf-af11-e7a3affee8ed" providerId="ADAL" clId="{494D6766-E60F-4C9C-8053-2F6D56CC7459}" dt="2026-09-01T02:21:18.113" v="6949" actId="465"/>
          <ac:spMkLst>
            <pc:docMk/>
            <pc:sldMk cId="0" sldId="2147483634"/>
            <ac:spMk id="220" creationId="{0A36B048-1E2D-1071-BA01-04596AFF0E2B}"/>
          </ac:spMkLst>
        </pc:spChg>
        <pc:spChg chg="add del mod">
          <ac:chgData name="Igor Dos Santos Oliveira" userId="b0c2fb47-b880-4cbf-af11-e7a3affee8ed" providerId="ADAL" clId="{494D6766-E60F-4C9C-8053-2F6D56CC7459}" dt="2026-09-01T03:46:57.667" v="8746" actId="478"/>
          <ac:spMkLst>
            <pc:docMk/>
            <pc:sldMk cId="0" sldId="2147483634"/>
            <ac:spMk id="221" creationId="{60D49F94-4972-58F4-B126-000684DBB5A5}"/>
          </ac:spMkLst>
        </pc:spChg>
        <pc:spChg chg="add mod">
          <ac:chgData name="Igor Dos Santos Oliveira" userId="b0c2fb47-b880-4cbf-af11-e7a3affee8ed" providerId="ADAL" clId="{494D6766-E60F-4C9C-8053-2F6D56CC7459}" dt="2026-09-01T02:18:45.200" v="6904"/>
          <ac:spMkLst>
            <pc:docMk/>
            <pc:sldMk cId="0" sldId="2147483634"/>
            <ac:spMk id="223" creationId="{14622E95-C5E8-EB2B-E562-B707B9D60A41}"/>
          </ac:spMkLst>
        </pc:spChg>
        <pc:spChg chg="add mod">
          <ac:chgData name="Igor Dos Santos Oliveira" userId="b0c2fb47-b880-4cbf-af11-e7a3affee8ed" providerId="ADAL" clId="{494D6766-E60F-4C9C-8053-2F6D56CC7459}" dt="2026-09-01T02:18:45.200" v="6904"/>
          <ac:spMkLst>
            <pc:docMk/>
            <pc:sldMk cId="0" sldId="2147483634"/>
            <ac:spMk id="224" creationId="{20F703D8-9059-4D73-8CA9-CE526A00E0D7}"/>
          </ac:spMkLst>
        </pc:spChg>
        <pc:spChg chg="add mod">
          <ac:chgData name="Igor Dos Santos Oliveira" userId="b0c2fb47-b880-4cbf-af11-e7a3affee8ed" providerId="ADAL" clId="{494D6766-E60F-4C9C-8053-2F6D56CC7459}" dt="2026-09-01T02:18:45.200" v="6904"/>
          <ac:spMkLst>
            <pc:docMk/>
            <pc:sldMk cId="0" sldId="2147483634"/>
            <ac:spMk id="225" creationId="{ADD5B4C8-D3E2-E512-F49F-917F47ECA2EC}"/>
          </ac:spMkLst>
        </pc:spChg>
        <pc:spChg chg="add mod">
          <ac:chgData name="Igor Dos Santos Oliveira" userId="b0c2fb47-b880-4cbf-af11-e7a3affee8ed" providerId="ADAL" clId="{494D6766-E60F-4C9C-8053-2F6D56CC7459}" dt="2026-09-01T02:18:45.200" v="6904"/>
          <ac:spMkLst>
            <pc:docMk/>
            <pc:sldMk cId="0" sldId="2147483634"/>
            <ac:spMk id="226" creationId="{9114FEBC-67D6-F8D6-0F03-2BF21AA6D966}"/>
          </ac:spMkLst>
        </pc:spChg>
        <pc:spChg chg="add mod">
          <ac:chgData name="Igor Dos Santos Oliveira" userId="b0c2fb47-b880-4cbf-af11-e7a3affee8ed" providerId="ADAL" clId="{494D6766-E60F-4C9C-8053-2F6D56CC7459}" dt="2026-09-01T02:18:45.200" v="6904"/>
          <ac:spMkLst>
            <pc:docMk/>
            <pc:sldMk cId="0" sldId="2147483634"/>
            <ac:spMk id="233" creationId="{0409879C-9DE3-86FF-ED49-2BA127A25DB3}"/>
          </ac:spMkLst>
        </pc:spChg>
        <pc:spChg chg="add mod">
          <ac:chgData name="Igor Dos Santos Oliveira" userId="b0c2fb47-b880-4cbf-af11-e7a3affee8ed" providerId="ADAL" clId="{494D6766-E60F-4C9C-8053-2F6D56CC7459}" dt="2026-09-01T02:18:45.200" v="6904"/>
          <ac:spMkLst>
            <pc:docMk/>
            <pc:sldMk cId="0" sldId="2147483634"/>
            <ac:spMk id="234" creationId="{F90885C2-29D2-7183-11E0-2EB11F5B35B5}"/>
          </ac:spMkLst>
        </pc:spChg>
        <pc:spChg chg="add mod">
          <ac:chgData name="Igor Dos Santos Oliveira" userId="b0c2fb47-b880-4cbf-af11-e7a3affee8ed" providerId="ADAL" clId="{494D6766-E60F-4C9C-8053-2F6D56CC7459}" dt="2026-09-01T02:18:45.200" v="6904"/>
          <ac:spMkLst>
            <pc:docMk/>
            <pc:sldMk cId="0" sldId="2147483634"/>
            <ac:spMk id="235" creationId="{F9029DED-393F-E2F8-27F3-5417D7BD537C}"/>
          </ac:spMkLst>
        </pc:spChg>
        <pc:spChg chg="add mod">
          <ac:chgData name="Igor Dos Santos Oliveira" userId="b0c2fb47-b880-4cbf-af11-e7a3affee8ed" providerId="ADAL" clId="{494D6766-E60F-4C9C-8053-2F6D56CC7459}" dt="2026-09-01T02:18:45.200" v="6904"/>
          <ac:spMkLst>
            <pc:docMk/>
            <pc:sldMk cId="0" sldId="2147483634"/>
            <ac:spMk id="236" creationId="{E81A8FF5-4A46-CB36-EEDE-8BD1DD3577C7}"/>
          </ac:spMkLst>
        </pc:spChg>
        <pc:spChg chg="add mod">
          <ac:chgData name="Igor Dos Santos Oliveira" userId="b0c2fb47-b880-4cbf-af11-e7a3affee8ed" providerId="ADAL" clId="{494D6766-E60F-4C9C-8053-2F6D56CC7459}" dt="2026-09-01T02:18:45.200" v="6904"/>
          <ac:spMkLst>
            <pc:docMk/>
            <pc:sldMk cId="0" sldId="2147483634"/>
            <ac:spMk id="256" creationId="{14C1A171-C126-E7C8-979C-9900687A388A}"/>
          </ac:spMkLst>
        </pc:spChg>
        <pc:spChg chg="add mod">
          <ac:chgData name="Igor Dos Santos Oliveira" userId="b0c2fb47-b880-4cbf-af11-e7a3affee8ed" providerId="ADAL" clId="{494D6766-E60F-4C9C-8053-2F6D56CC7459}" dt="2026-09-01T02:18:45.200" v="6904"/>
          <ac:spMkLst>
            <pc:docMk/>
            <pc:sldMk cId="0" sldId="2147483634"/>
            <ac:spMk id="257" creationId="{FEC614DB-ECFF-0523-0C64-909AA050B84E}"/>
          </ac:spMkLst>
        </pc:spChg>
        <pc:spChg chg="add mod">
          <ac:chgData name="Igor Dos Santos Oliveira" userId="b0c2fb47-b880-4cbf-af11-e7a3affee8ed" providerId="ADAL" clId="{494D6766-E60F-4C9C-8053-2F6D56CC7459}" dt="2026-09-01T02:18:55.506" v="6905"/>
          <ac:spMkLst>
            <pc:docMk/>
            <pc:sldMk cId="0" sldId="2147483634"/>
            <ac:spMk id="260" creationId="{E97D928D-F9F6-3C21-BD0E-091734A4142C}"/>
          </ac:spMkLst>
        </pc:spChg>
        <pc:spChg chg="add mod">
          <ac:chgData name="Igor Dos Santos Oliveira" userId="b0c2fb47-b880-4cbf-af11-e7a3affee8ed" providerId="ADAL" clId="{494D6766-E60F-4C9C-8053-2F6D56CC7459}" dt="2026-09-01T02:18:55.506" v="6905"/>
          <ac:spMkLst>
            <pc:docMk/>
            <pc:sldMk cId="0" sldId="2147483634"/>
            <ac:spMk id="262" creationId="{B4BC6775-0E4D-028E-621F-1ECD9C663AF8}"/>
          </ac:spMkLst>
        </pc:spChg>
        <pc:spChg chg="add mod">
          <ac:chgData name="Igor Dos Santos Oliveira" userId="b0c2fb47-b880-4cbf-af11-e7a3affee8ed" providerId="ADAL" clId="{494D6766-E60F-4C9C-8053-2F6D56CC7459}" dt="2026-09-01T02:18:55.506" v="6905"/>
          <ac:spMkLst>
            <pc:docMk/>
            <pc:sldMk cId="0" sldId="2147483634"/>
            <ac:spMk id="265" creationId="{4B86DC82-C395-953C-6352-546EB121A02C}"/>
          </ac:spMkLst>
        </pc:spChg>
        <pc:spChg chg="add mod">
          <ac:chgData name="Igor Dos Santos Oliveira" userId="b0c2fb47-b880-4cbf-af11-e7a3affee8ed" providerId="ADAL" clId="{494D6766-E60F-4C9C-8053-2F6D56CC7459}" dt="2026-09-01T02:18:55.506" v="6905"/>
          <ac:spMkLst>
            <pc:docMk/>
            <pc:sldMk cId="0" sldId="2147483634"/>
            <ac:spMk id="272" creationId="{4ACFE952-056D-F201-5F2B-F4AFDDE026AA}"/>
          </ac:spMkLst>
        </pc:spChg>
        <pc:spChg chg="add mod">
          <ac:chgData name="Igor Dos Santos Oliveira" userId="b0c2fb47-b880-4cbf-af11-e7a3affee8ed" providerId="ADAL" clId="{494D6766-E60F-4C9C-8053-2F6D56CC7459}" dt="2026-09-01T02:18:55.506" v="6905"/>
          <ac:spMkLst>
            <pc:docMk/>
            <pc:sldMk cId="0" sldId="2147483634"/>
            <ac:spMk id="273" creationId="{4077E5B3-7317-4EEC-D474-C42F9DD94E8A}"/>
          </ac:spMkLst>
        </pc:spChg>
        <pc:spChg chg="add mod">
          <ac:chgData name="Igor Dos Santos Oliveira" userId="b0c2fb47-b880-4cbf-af11-e7a3affee8ed" providerId="ADAL" clId="{494D6766-E60F-4C9C-8053-2F6D56CC7459}" dt="2026-09-01T02:18:55.506" v="6905"/>
          <ac:spMkLst>
            <pc:docMk/>
            <pc:sldMk cId="0" sldId="2147483634"/>
            <ac:spMk id="276" creationId="{3A1BEE4A-9579-CE3E-BB4C-E47458D2F978}"/>
          </ac:spMkLst>
        </pc:spChg>
        <pc:spChg chg="add mod">
          <ac:chgData name="Igor Dos Santos Oliveira" userId="b0c2fb47-b880-4cbf-af11-e7a3affee8ed" providerId="ADAL" clId="{494D6766-E60F-4C9C-8053-2F6D56CC7459}" dt="2026-09-01T02:18:55.506" v="6905"/>
          <ac:spMkLst>
            <pc:docMk/>
            <pc:sldMk cId="0" sldId="2147483634"/>
            <ac:spMk id="278" creationId="{CF8C8C12-E4EE-847B-36C9-4EFA1AF53421}"/>
          </ac:spMkLst>
        </pc:spChg>
        <pc:spChg chg="add mod">
          <ac:chgData name="Igor Dos Santos Oliveira" userId="b0c2fb47-b880-4cbf-af11-e7a3affee8ed" providerId="ADAL" clId="{494D6766-E60F-4C9C-8053-2F6D56CC7459}" dt="2026-09-01T02:18:55.506" v="6905"/>
          <ac:spMkLst>
            <pc:docMk/>
            <pc:sldMk cId="0" sldId="2147483634"/>
            <ac:spMk id="281" creationId="{494A2C65-E558-7926-51F9-B27E6FF8025D}"/>
          </ac:spMkLst>
        </pc:spChg>
        <pc:spChg chg="add mod">
          <ac:chgData name="Igor Dos Santos Oliveira" userId="b0c2fb47-b880-4cbf-af11-e7a3affee8ed" providerId="ADAL" clId="{494D6766-E60F-4C9C-8053-2F6D56CC7459}" dt="2026-09-01T02:18:55.506" v="6905"/>
          <ac:spMkLst>
            <pc:docMk/>
            <pc:sldMk cId="0" sldId="2147483634"/>
            <ac:spMk id="287" creationId="{A7884E3B-E409-50D8-47E1-20B9B58C8178}"/>
          </ac:spMkLst>
        </pc:spChg>
        <pc:spChg chg="add mod">
          <ac:chgData name="Igor Dos Santos Oliveira" userId="b0c2fb47-b880-4cbf-af11-e7a3affee8ed" providerId="ADAL" clId="{494D6766-E60F-4C9C-8053-2F6D56CC7459}" dt="2026-09-01T02:18:55.506" v="6905"/>
          <ac:spMkLst>
            <pc:docMk/>
            <pc:sldMk cId="0" sldId="2147483634"/>
            <ac:spMk id="291" creationId="{E236BE48-1426-14A9-27C0-AAE5E3E23440}"/>
          </ac:spMkLst>
        </pc:spChg>
        <pc:spChg chg="mod">
          <ac:chgData name="Igor Dos Santos Oliveira" userId="b0c2fb47-b880-4cbf-af11-e7a3affee8ed" providerId="ADAL" clId="{494D6766-E60F-4C9C-8053-2F6D56CC7459}" dt="2026-09-01T03:40:58.636" v="8188" actId="14100"/>
          <ac:spMkLst>
            <pc:docMk/>
            <pc:sldMk cId="0" sldId="2147483634"/>
            <ac:spMk id="295" creationId="{58A1957F-9FEB-976B-1817-ACAD8B94EFB4}"/>
          </ac:spMkLst>
        </pc:spChg>
        <pc:spChg chg="add mod">
          <ac:chgData name="Igor Dos Santos Oliveira" userId="b0c2fb47-b880-4cbf-af11-e7a3affee8ed" providerId="ADAL" clId="{494D6766-E60F-4C9C-8053-2F6D56CC7459}" dt="2026-09-01T03:41:12.746" v="8230" actId="1038"/>
          <ac:spMkLst>
            <pc:docMk/>
            <pc:sldMk cId="0" sldId="2147483634"/>
            <ac:spMk id="296" creationId="{9212FE14-7C45-D017-A1EB-BBEB18A99ABC}"/>
          </ac:spMkLst>
        </pc:spChg>
        <pc:spChg chg="mod ord">
          <ac:chgData name="Igor Dos Santos Oliveira" userId="b0c2fb47-b880-4cbf-af11-e7a3affee8ed" providerId="ADAL" clId="{494D6766-E60F-4C9C-8053-2F6D56CC7459}" dt="2026-09-01T03:39:31.679" v="8143" actId="1038"/>
          <ac:spMkLst>
            <pc:docMk/>
            <pc:sldMk cId="0" sldId="2147483634"/>
            <ac:spMk id="297" creationId="{0157AEF4-35AC-9222-F79D-E70043DBC554}"/>
          </ac:spMkLst>
        </pc:spChg>
        <pc:spChg chg="mod ord">
          <ac:chgData name="Igor Dos Santos Oliveira" userId="b0c2fb47-b880-4cbf-af11-e7a3affee8ed" providerId="ADAL" clId="{494D6766-E60F-4C9C-8053-2F6D56CC7459}" dt="2026-09-01T03:39:31.679" v="8143" actId="1038"/>
          <ac:spMkLst>
            <pc:docMk/>
            <pc:sldMk cId="0" sldId="2147483634"/>
            <ac:spMk id="298" creationId="{2CEF2B9C-122C-D7CE-F745-C4AB1F78B5DA}"/>
          </ac:spMkLst>
        </pc:spChg>
        <pc:spChg chg="mod">
          <ac:chgData name="Igor Dos Santos Oliveira" userId="b0c2fb47-b880-4cbf-af11-e7a3affee8ed" providerId="ADAL" clId="{494D6766-E60F-4C9C-8053-2F6D56CC7459}" dt="2026-09-01T03:44:06.716" v="8512" actId="1038"/>
          <ac:spMkLst>
            <pc:docMk/>
            <pc:sldMk cId="0" sldId="2147483634"/>
            <ac:spMk id="299" creationId="{EA0583D7-0B16-9AF9-5ECA-EAEB18C75253}"/>
          </ac:spMkLst>
        </pc:spChg>
        <pc:spChg chg="mod">
          <ac:chgData name="Igor Dos Santos Oliveira" userId="b0c2fb47-b880-4cbf-af11-e7a3affee8ed" providerId="ADAL" clId="{494D6766-E60F-4C9C-8053-2F6D56CC7459}" dt="2026-09-01T03:44:10.849" v="8524" actId="1038"/>
          <ac:spMkLst>
            <pc:docMk/>
            <pc:sldMk cId="0" sldId="2147483634"/>
            <ac:spMk id="300" creationId="{5A59EFD5-C1B8-E4E4-94AC-F47B3BBFA0C9}"/>
          </ac:spMkLst>
        </pc:spChg>
        <pc:spChg chg="mod">
          <ac:chgData name="Igor Dos Santos Oliveira" userId="b0c2fb47-b880-4cbf-af11-e7a3affee8ed" providerId="ADAL" clId="{494D6766-E60F-4C9C-8053-2F6D56CC7459}" dt="2026-09-01T03:40:12.147" v="8182" actId="14100"/>
          <ac:spMkLst>
            <pc:docMk/>
            <pc:sldMk cId="0" sldId="2147483634"/>
            <ac:spMk id="301" creationId="{F5BB133B-C1FF-B051-0DF9-1D088535BAB2}"/>
          </ac:spMkLst>
        </pc:spChg>
        <pc:spChg chg="mod">
          <ac:chgData name="Igor Dos Santos Oliveira" userId="b0c2fb47-b880-4cbf-af11-e7a3affee8ed" providerId="ADAL" clId="{494D6766-E60F-4C9C-8053-2F6D56CC7459}" dt="2026-09-01T03:40:15.813" v="8183" actId="14100"/>
          <ac:spMkLst>
            <pc:docMk/>
            <pc:sldMk cId="0" sldId="2147483634"/>
            <ac:spMk id="302" creationId="{9DC88BF0-5420-EEBB-4F71-BD37167DD2FD}"/>
          </ac:spMkLst>
        </pc:spChg>
        <pc:spChg chg="mod">
          <ac:chgData name="Igor Dos Santos Oliveira" userId="b0c2fb47-b880-4cbf-af11-e7a3affee8ed" providerId="ADAL" clId="{494D6766-E60F-4C9C-8053-2F6D56CC7459}" dt="2026-09-01T03:44:28.431" v="8567" actId="14100"/>
          <ac:spMkLst>
            <pc:docMk/>
            <pc:sldMk cId="0" sldId="2147483634"/>
            <ac:spMk id="303" creationId="{40D87F20-DE81-E55E-3BA3-FF5401EFBFEB}"/>
          </ac:spMkLst>
        </pc:spChg>
        <pc:spChg chg="add mod">
          <ac:chgData name="Igor Dos Santos Oliveira" userId="b0c2fb47-b880-4cbf-af11-e7a3affee8ed" providerId="ADAL" clId="{494D6766-E60F-4C9C-8053-2F6D56CC7459}" dt="2026-09-01T03:44:31.719" v="8576" actId="1038"/>
          <ac:spMkLst>
            <pc:docMk/>
            <pc:sldMk cId="0" sldId="2147483634"/>
            <ac:spMk id="304" creationId="{F3CD51C6-F508-46E3-956D-B3678C845B1F}"/>
          </ac:spMkLst>
        </pc:spChg>
        <pc:spChg chg="mod">
          <ac:chgData name="Igor Dos Santos Oliveira" userId="b0c2fb47-b880-4cbf-af11-e7a3affee8ed" providerId="ADAL" clId="{494D6766-E60F-4C9C-8053-2F6D56CC7459}" dt="2026-09-01T03:44:15.059" v="8528" actId="1038"/>
          <ac:spMkLst>
            <pc:docMk/>
            <pc:sldMk cId="0" sldId="2147483634"/>
            <ac:spMk id="306" creationId="{A71457F5-56F1-0824-3820-FB28FF8643D1}"/>
          </ac:spMkLst>
        </pc:spChg>
        <pc:spChg chg="add mod">
          <ac:chgData name="Igor Dos Santos Oliveira" userId="b0c2fb47-b880-4cbf-af11-e7a3affee8ed" providerId="ADAL" clId="{494D6766-E60F-4C9C-8053-2F6D56CC7459}" dt="2026-09-01T03:44:19.784" v="8546" actId="1038"/>
          <ac:spMkLst>
            <pc:docMk/>
            <pc:sldMk cId="0" sldId="2147483634"/>
            <ac:spMk id="307" creationId="{0C3674DE-71BA-DAD5-DA73-1EFC9416E45A}"/>
          </ac:spMkLst>
        </pc:spChg>
        <pc:spChg chg="mod">
          <ac:chgData name="Igor Dos Santos Oliveira" userId="b0c2fb47-b880-4cbf-af11-e7a3affee8ed" providerId="ADAL" clId="{494D6766-E60F-4C9C-8053-2F6D56CC7459}" dt="2026-09-01T03:42:24.563" v="8323" actId="1037"/>
          <ac:spMkLst>
            <pc:docMk/>
            <pc:sldMk cId="0" sldId="2147483634"/>
            <ac:spMk id="308" creationId="{14DABCB0-18C3-CD66-5897-C4F326CAF215}"/>
          </ac:spMkLst>
        </pc:spChg>
        <pc:spChg chg="add mod">
          <ac:chgData name="Igor Dos Santos Oliveira" userId="b0c2fb47-b880-4cbf-af11-e7a3affee8ed" providerId="ADAL" clId="{494D6766-E60F-4C9C-8053-2F6D56CC7459}" dt="2026-09-01T03:42:24.563" v="8323" actId="1037"/>
          <ac:spMkLst>
            <pc:docMk/>
            <pc:sldMk cId="0" sldId="2147483634"/>
            <ac:spMk id="309" creationId="{8046143C-AB28-2BCA-0223-E2A5B2346DE7}"/>
          </ac:spMkLst>
        </pc:spChg>
        <pc:spChg chg="add mod">
          <ac:chgData name="Igor Dos Santos Oliveira" userId="b0c2fb47-b880-4cbf-af11-e7a3affee8ed" providerId="ADAL" clId="{494D6766-E60F-4C9C-8053-2F6D56CC7459}" dt="2026-09-01T03:41:56.070" v="8298" actId="1037"/>
          <ac:spMkLst>
            <pc:docMk/>
            <pc:sldMk cId="0" sldId="2147483634"/>
            <ac:spMk id="310" creationId="{FD55F96D-1773-E2B8-5231-2D3A102AF82F}"/>
          </ac:spMkLst>
        </pc:spChg>
        <pc:spChg chg="mod">
          <ac:chgData name="Igor Dos Santos Oliveira" userId="b0c2fb47-b880-4cbf-af11-e7a3affee8ed" providerId="ADAL" clId="{494D6766-E60F-4C9C-8053-2F6D56CC7459}" dt="2026-09-01T03:41:56.070" v="8298" actId="1037"/>
          <ac:spMkLst>
            <pc:docMk/>
            <pc:sldMk cId="0" sldId="2147483634"/>
            <ac:spMk id="311" creationId="{19EB8968-B3E5-E136-552D-C299FAB112CF}"/>
          </ac:spMkLst>
        </pc:spChg>
        <pc:spChg chg="mod">
          <ac:chgData name="Igor Dos Santos Oliveira" userId="b0c2fb47-b880-4cbf-af11-e7a3affee8ed" providerId="ADAL" clId="{494D6766-E60F-4C9C-8053-2F6D56CC7459}" dt="2026-09-01T03:41:00.867" v="8189" actId="14100"/>
          <ac:spMkLst>
            <pc:docMk/>
            <pc:sldMk cId="0" sldId="2147483634"/>
            <ac:spMk id="312" creationId="{E54E9C84-C909-6526-9601-6E087B74D874}"/>
          </ac:spMkLst>
        </pc:spChg>
        <pc:spChg chg="mod">
          <ac:chgData name="Igor Dos Santos Oliveira" userId="b0c2fb47-b880-4cbf-af11-e7a3affee8ed" providerId="ADAL" clId="{494D6766-E60F-4C9C-8053-2F6D56CC7459}" dt="2026-09-01T03:41:19.433" v="8254" actId="1037"/>
          <ac:spMkLst>
            <pc:docMk/>
            <pc:sldMk cId="0" sldId="2147483634"/>
            <ac:spMk id="313" creationId="{B658DB78-0702-748B-51E0-85305A18A41C}"/>
          </ac:spMkLst>
        </pc:spChg>
        <pc:spChg chg="del mod">
          <ac:chgData name="Igor Dos Santos Oliveira" userId="b0c2fb47-b880-4cbf-af11-e7a3affee8ed" providerId="ADAL" clId="{494D6766-E60F-4C9C-8053-2F6D56CC7459}" dt="2026-09-01T03:37:24.127" v="8057" actId="1037"/>
          <ac:spMkLst>
            <pc:docMk/>
            <pc:sldMk cId="0" sldId="2147483634"/>
            <ac:spMk id="314" creationId="{54B97FE2-4898-2DB2-BF93-5297D5B5B5B3}"/>
          </ac:spMkLst>
        </pc:spChg>
        <pc:spChg chg="del mod">
          <ac:chgData name="Igor Dos Santos Oliveira" userId="b0c2fb47-b880-4cbf-af11-e7a3affee8ed" providerId="ADAL" clId="{494D6766-E60F-4C9C-8053-2F6D56CC7459}" dt="2026-09-01T03:37:29.522" v="8065" actId="1038"/>
          <ac:spMkLst>
            <pc:docMk/>
            <pc:sldMk cId="0" sldId="2147483634"/>
            <ac:spMk id="315" creationId="{049D5CFD-1A81-8B69-B8B0-8DF41999EACF}"/>
          </ac:spMkLst>
        </pc:spChg>
        <pc:spChg chg="add del mod ord">
          <ac:chgData name="Igor Dos Santos Oliveira" userId="b0c2fb47-b880-4cbf-af11-e7a3affee8ed" providerId="ADAL" clId="{494D6766-E60F-4C9C-8053-2F6D56CC7459}" dt="2026-09-01T03:37:24.127" v="8057" actId="1037"/>
          <ac:spMkLst>
            <pc:docMk/>
            <pc:sldMk cId="0" sldId="2147483634"/>
            <ac:spMk id="316" creationId="{536BE8D6-3F90-90B7-1485-E7A9FB11029E}"/>
          </ac:spMkLst>
        </pc:spChg>
        <pc:spChg chg="del mod ord">
          <ac:chgData name="Igor Dos Santos Oliveira" userId="b0c2fb47-b880-4cbf-af11-e7a3affee8ed" providerId="ADAL" clId="{494D6766-E60F-4C9C-8053-2F6D56CC7459}" dt="2026-09-01T03:37:24.127" v="8057" actId="1037"/>
          <ac:spMkLst>
            <pc:docMk/>
            <pc:sldMk cId="0" sldId="2147483634"/>
            <ac:spMk id="317" creationId="{26149D98-0F44-724F-CF10-66A230E47242}"/>
          </ac:spMkLst>
        </pc:spChg>
        <pc:spChg chg="mod">
          <ac:chgData name="Igor Dos Santos Oliveira" userId="b0c2fb47-b880-4cbf-af11-e7a3affee8ed" providerId="ADAL" clId="{494D6766-E60F-4C9C-8053-2F6D56CC7459}" dt="2026-09-01T03:32:35.200" v="7759" actId="1038"/>
          <ac:spMkLst>
            <pc:docMk/>
            <pc:sldMk cId="0" sldId="2147483634"/>
            <ac:spMk id="318" creationId="{E9A0AE02-38E8-7773-A953-679AEBF2D4E8}"/>
          </ac:spMkLst>
        </pc:spChg>
        <pc:spChg chg="add del mod">
          <ac:chgData name="Igor Dos Santos Oliveira" userId="b0c2fb47-b880-4cbf-af11-e7a3affee8ed" providerId="ADAL" clId="{494D6766-E60F-4C9C-8053-2F6D56CC7459}" dt="2026-09-01T03:32:35.200" v="7759" actId="1038"/>
          <ac:spMkLst>
            <pc:docMk/>
            <pc:sldMk cId="0" sldId="2147483634"/>
            <ac:spMk id="319" creationId="{17D2DDCA-79C6-519F-A866-E9DA208CC8D6}"/>
          </ac:spMkLst>
        </pc:spChg>
        <pc:spChg chg="del mod">
          <ac:chgData name="Igor Dos Santos Oliveira" userId="b0c2fb47-b880-4cbf-af11-e7a3affee8ed" providerId="ADAL" clId="{494D6766-E60F-4C9C-8053-2F6D56CC7459}" dt="2026-09-01T03:37:24.127" v="8057" actId="1037"/>
          <ac:spMkLst>
            <pc:docMk/>
            <pc:sldMk cId="0" sldId="2147483634"/>
            <ac:spMk id="320" creationId="{DF9DE870-CC46-4ACF-1772-B4B50A77EEE0}"/>
          </ac:spMkLst>
        </pc:spChg>
        <pc:spChg chg="add mod">
          <ac:chgData name="Igor Dos Santos Oliveira" userId="b0c2fb47-b880-4cbf-af11-e7a3affee8ed" providerId="ADAL" clId="{494D6766-E60F-4C9C-8053-2F6D56CC7459}" dt="2026-09-01T03:37:24.127" v="8057" actId="1037"/>
          <ac:spMkLst>
            <pc:docMk/>
            <pc:sldMk cId="0" sldId="2147483634"/>
            <ac:spMk id="321" creationId="{8A14027D-6B77-CB72-1B13-0F8EB9664ACB}"/>
          </ac:spMkLst>
        </pc:spChg>
        <pc:spChg chg="add mod">
          <ac:chgData name="Igor Dos Santos Oliveira" userId="b0c2fb47-b880-4cbf-af11-e7a3affee8ed" providerId="ADAL" clId="{494D6766-E60F-4C9C-8053-2F6D56CC7459}" dt="2026-09-01T03:28:50.355" v="7574" actId="14100"/>
          <ac:spMkLst>
            <pc:docMk/>
            <pc:sldMk cId="0" sldId="2147483634"/>
            <ac:spMk id="322" creationId="{8784A1DF-DBAA-47FE-31C6-FA3BEB8F8192}"/>
          </ac:spMkLst>
        </pc:spChg>
        <pc:spChg chg="add mod">
          <ac:chgData name="Igor Dos Santos Oliveira" userId="b0c2fb47-b880-4cbf-af11-e7a3affee8ed" providerId="ADAL" clId="{494D6766-E60F-4C9C-8053-2F6D56CC7459}" dt="2026-09-01T03:28:56.712" v="7592" actId="1038"/>
          <ac:spMkLst>
            <pc:docMk/>
            <pc:sldMk cId="0" sldId="2147483634"/>
            <ac:spMk id="323" creationId="{FFCFA7D8-46DC-4890-ED02-6DBED90AD429}"/>
          </ac:spMkLst>
        </pc:spChg>
        <pc:spChg chg="add del mod">
          <ac:chgData name="Igor Dos Santos Oliveira" userId="b0c2fb47-b880-4cbf-af11-e7a3affee8ed" providerId="ADAL" clId="{494D6766-E60F-4C9C-8053-2F6D56CC7459}" dt="2026-09-01T03:30:00.085" v="7644" actId="14100"/>
          <ac:spMkLst>
            <pc:docMk/>
            <pc:sldMk cId="0" sldId="2147483634"/>
            <ac:spMk id="325" creationId="{32464CF5-A278-174C-334B-E48455998483}"/>
          </ac:spMkLst>
        </pc:spChg>
        <pc:spChg chg="add del mod">
          <ac:chgData name="Igor Dos Santos Oliveira" userId="b0c2fb47-b880-4cbf-af11-e7a3affee8ed" providerId="ADAL" clId="{494D6766-E60F-4C9C-8053-2F6D56CC7459}" dt="2026-09-01T03:29:51.515" v="7643" actId="1036"/>
          <ac:spMkLst>
            <pc:docMk/>
            <pc:sldMk cId="0" sldId="2147483634"/>
            <ac:spMk id="326" creationId="{1AD75A29-FF3C-4CE3-D821-640DCCB3FABF}"/>
          </ac:spMkLst>
        </pc:spChg>
        <pc:spChg chg="add mod">
          <ac:chgData name="Igor Dos Santos Oliveira" userId="b0c2fb47-b880-4cbf-af11-e7a3affee8ed" providerId="ADAL" clId="{494D6766-E60F-4C9C-8053-2F6D56CC7459}" dt="2026-09-01T03:36:12.942" v="7968" actId="14100"/>
          <ac:spMkLst>
            <pc:docMk/>
            <pc:sldMk cId="0" sldId="2147483634"/>
            <ac:spMk id="327" creationId="{A654AB73-7534-54CA-53E0-B57DA0E5ABEA}"/>
          </ac:spMkLst>
        </pc:spChg>
        <pc:spChg chg="mod">
          <ac:chgData name="Igor Dos Santos Oliveira" userId="b0c2fb47-b880-4cbf-af11-e7a3affee8ed" providerId="ADAL" clId="{494D6766-E60F-4C9C-8053-2F6D56CC7459}" dt="2026-09-01T03:36:16.832" v="7986" actId="1038"/>
          <ac:spMkLst>
            <pc:docMk/>
            <pc:sldMk cId="0" sldId="2147483634"/>
            <ac:spMk id="328" creationId="{794F573C-A135-2AC5-2BED-712286C64636}"/>
          </ac:spMkLst>
        </pc:spChg>
        <pc:spChg chg="add del mod">
          <ac:chgData name="Igor Dos Santos Oliveira" userId="b0c2fb47-b880-4cbf-af11-e7a3affee8ed" providerId="ADAL" clId="{494D6766-E60F-4C9C-8053-2F6D56CC7459}" dt="2026-09-01T03:37:15.996" v="8051" actId="1037"/>
          <ac:spMkLst>
            <pc:docMk/>
            <pc:sldMk cId="0" sldId="2147483634"/>
            <ac:spMk id="329" creationId="{7F102783-2F3C-4F8F-D3A3-BDAAA7D62314}"/>
          </ac:spMkLst>
        </pc:spChg>
        <pc:spChg chg="mod">
          <ac:chgData name="Igor Dos Santos Oliveira" userId="b0c2fb47-b880-4cbf-af11-e7a3affee8ed" providerId="ADAL" clId="{494D6766-E60F-4C9C-8053-2F6D56CC7459}" dt="2026-09-01T03:37:15.996" v="8051" actId="1037"/>
          <ac:spMkLst>
            <pc:docMk/>
            <pc:sldMk cId="0" sldId="2147483634"/>
            <ac:spMk id="330" creationId="{0CBD6EA7-C1F8-60F5-3B51-29F37A577C5A}"/>
          </ac:spMkLst>
        </pc:spChg>
        <pc:spChg chg="add del mod">
          <ac:chgData name="Igor Dos Santos Oliveira" userId="b0c2fb47-b880-4cbf-af11-e7a3affee8ed" providerId="ADAL" clId="{494D6766-E60F-4C9C-8053-2F6D56CC7459}" dt="2026-09-01T03:37:24.127" v="8057" actId="1037"/>
          <ac:spMkLst>
            <pc:docMk/>
            <pc:sldMk cId="0" sldId="2147483634"/>
            <ac:spMk id="331" creationId="{22BD876A-9DF8-906C-F1EE-04C92B6785C6}"/>
          </ac:spMkLst>
        </pc:spChg>
        <pc:spChg chg="add mod">
          <ac:chgData name="Igor Dos Santos Oliveira" userId="b0c2fb47-b880-4cbf-af11-e7a3affee8ed" providerId="ADAL" clId="{494D6766-E60F-4C9C-8053-2F6D56CC7459}" dt="2026-09-01T03:37:24.127" v="8057" actId="1037"/>
          <ac:spMkLst>
            <pc:docMk/>
            <pc:sldMk cId="0" sldId="2147483634"/>
            <ac:spMk id="332" creationId="{AF095B50-0F43-983D-2AEA-34E9094BC0D5}"/>
          </ac:spMkLst>
        </pc:spChg>
        <pc:spChg chg="add mod">
          <ac:chgData name="Igor Dos Santos Oliveira" userId="b0c2fb47-b880-4cbf-af11-e7a3affee8ed" providerId="ADAL" clId="{494D6766-E60F-4C9C-8053-2F6D56CC7459}" dt="2026-09-01T02:48:04.560" v="7445"/>
          <ac:spMkLst>
            <pc:docMk/>
            <pc:sldMk cId="0" sldId="2147483634"/>
            <ac:spMk id="333" creationId="{B167A6E9-9059-A08A-F318-6A8FB59B906D}"/>
          </ac:spMkLst>
        </pc:spChg>
        <pc:spChg chg="add mod">
          <ac:chgData name="Igor Dos Santos Oliveira" userId="b0c2fb47-b880-4cbf-af11-e7a3affee8ed" providerId="ADAL" clId="{494D6766-E60F-4C9C-8053-2F6D56CC7459}" dt="2026-09-01T02:47:49.208" v="7429" actId="1076"/>
          <ac:spMkLst>
            <pc:docMk/>
            <pc:sldMk cId="0" sldId="2147483634"/>
            <ac:spMk id="334" creationId="{09F82384-DBE8-BBE1-D8ED-AB01B68A2002}"/>
          </ac:spMkLst>
        </pc:spChg>
        <pc:spChg chg="add mod">
          <ac:chgData name="Igor Dos Santos Oliveira" userId="b0c2fb47-b880-4cbf-af11-e7a3affee8ed" providerId="ADAL" clId="{494D6766-E60F-4C9C-8053-2F6D56CC7459}" dt="2026-09-01T03:47:35.155" v="8766" actId="208"/>
          <ac:spMkLst>
            <pc:docMk/>
            <pc:sldMk cId="0" sldId="2147483634"/>
            <ac:spMk id="335" creationId="{57DA6215-7AB5-0307-C66F-AF220B49AA15}"/>
          </ac:spMkLst>
        </pc:spChg>
        <pc:spChg chg="add mod">
          <ac:chgData name="Igor Dos Santos Oliveira" userId="b0c2fb47-b880-4cbf-af11-e7a3affee8ed" providerId="ADAL" clId="{494D6766-E60F-4C9C-8053-2F6D56CC7459}" dt="2026-09-01T03:47:20.961" v="8764" actId="1036"/>
          <ac:spMkLst>
            <pc:docMk/>
            <pc:sldMk cId="0" sldId="2147483634"/>
            <ac:spMk id="336" creationId="{1C125537-2719-5BFA-92FA-43108EC76E4B}"/>
          </ac:spMkLst>
        </pc:spChg>
        <pc:spChg chg="add mod">
          <ac:chgData name="Igor Dos Santos Oliveira" userId="b0c2fb47-b880-4cbf-af11-e7a3affee8ed" providerId="ADAL" clId="{494D6766-E60F-4C9C-8053-2F6D56CC7459}" dt="2026-09-01T03:47:35.155" v="8766" actId="208"/>
          <ac:spMkLst>
            <pc:docMk/>
            <pc:sldMk cId="0" sldId="2147483634"/>
            <ac:spMk id="337" creationId="{205B5BED-FC83-9E03-3B56-EF6A08D59A51}"/>
          </ac:spMkLst>
        </pc:spChg>
        <pc:spChg chg="mod">
          <ac:chgData name="Igor Dos Santos Oliveira" userId="b0c2fb47-b880-4cbf-af11-e7a3affee8ed" providerId="ADAL" clId="{494D6766-E60F-4C9C-8053-2F6D56CC7459}" dt="2026-09-01T03:47:35.155" v="8766" actId="208"/>
          <ac:spMkLst>
            <pc:docMk/>
            <pc:sldMk cId="0" sldId="2147483634"/>
            <ac:spMk id="339" creationId="{4998FA13-6B85-6D22-902D-888034F30367}"/>
          </ac:spMkLst>
        </pc:spChg>
        <pc:spChg chg="mod">
          <ac:chgData name="Igor Dos Santos Oliveira" userId="b0c2fb47-b880-4cbf-af11-e7a3affee8ed" providerId="ADAL" clId="{494D6766-E60F-4C9C-8053-2F6D56CC7459}" dt="2026-09-01T03:47:35.155" v="8766" actId="208"/>
          <ac:spMkLst>
            <pc:docMk/>
            <pc:sldMk cId="0" sldId="2147483634"/>
            <ac:spMk id="341" creationId="{4573198D-9518-AC3C-A127-A04871F81C8C}"/>
          </ac:spMkLst>
        </pc:spChg>
        <pc:spChg chg="add mod">
          <ac:chgData name="Igor Dos Santos Oliveira" userId="b0c2fb47-b880-4cbf-af11-e7a3affee8ed" providerId="ADAL" clId="{494D6766-E60F-4C9C-8053-2F6D56CC7459}" dt="2026-09-01T03:47:20.961" v="8764" actId="1036"/>
          <ac:spMkLst>
            <pc:docMk/>
            <pc:sldMk cId="0" sldId="2147483634"/>
            <ac:spMk id="342" creationId="{8F4A47B2-451C-C611-CFA0-E73BEF38AFAB}"/>
          </ac:spMkLst>
        </pc:spChg>
        <pc:spChg chg="add mod">
          <ac:chgData name="Igor Dos Santos Oliveira" userId="b0c2fb47-b880-4cbf-af11-e7a3affee8ed" providerId="ADAL" clId="{494D6766-E60F-4C9C-8053-2F6D56CC7459}" dt="2026-09-01T03:47:35.155" v="8766" actId="208"/>
          <ac:spMkLst>
            <pc:docMk/>
            <pc:sldMk cId="0" sldId="2147483634"/>
            <ac:spMk id="344" creationId="{408C0A3C-F7E9-EF8E-CF2F-9DCE0B6E14EC}"/>
          </ac:spMkLst>
        </pc:spChg>
        <pc:spChg chg="add mod">
          <ac:chgData name="Igor Dos Santos Oliveira" userId="b0c2fb47-b880-4cbf-af11-e7a3affee8ed" providerId="ADAL" clId="{494D6766-E60F-4C9C-8053-2F6D56CC7459}" dt="2026-09-01T03:47:20.961" v="8764" actId="1036"/>
          <ac:spMkLst>
            <pc:docMk/>
            <pc:sldMk cId="0" sldId="2147483634"/>
            <ac:spMk id="345" creationId="{AB88216C-8511-E0F7-EFA9-A1A7B076F2E6}"/>
          </ac:spMkLst>
        </pc:spChg>
        <pc:spChg chg="add mod">
          <ac:chgData name="Igor Dos Santos Oliveira" userId="b0c2fb47-b880-4cbf-af11-e7a3affee8ed" providerId="ADAL" clId="{494D6766-E60F-4C9C-8053-2F6D56CC7459}" dt="2026-09-01T03:47:35.155" v="8766" actId="208"/>
          <ac:spMkLst>
            <pc:docMk/>
            <pc:sldMk cId="0" sldId="2147483634"/>
            <ac:spMk id="346" creationId="{2D4A0F92-CE8D-83C1-8877-2DF182861294}"/>
          </ac:spMkLst>
        </pc:spChg>
        <pc:spChg chg="mod">
          <ac:chgData name="Igor Dos Santos Oliveira" userId="b0c2fb47-b880-4cbf-af11-e7a3affee8ed" providerId="ADAL" clId="{494D6766-E60F-4C9C-8053-2F6D56CC7459}" dt="2026-09-01T03:47:35.155" v="8766" actId="208"/>
          <ac:spMkLst>
            <pc:docMk/>
            <pc:sldMk cId="0" sldId="2147483634"/>
            <ac:spMk id="348" creationId="{D89754AC-C725-B48F-B81B-CDBAF3474352}"/>
          </ac:spMkLst>
        </pc:spChg>
        <pc:spChg chg="add mod">
          <ac:chgData name="Igor Dos Santos Oliveira" userId="b0c2fb47-b880-4cbf-af11-e7a3affee8ed" providerId="ADAL" clId="{494D6766-E60F-4C9C-8053-2F6D56CC7459}" dt="2026-09-01T03:47:20.961" v="8764" actId="1036"/>
          <ac:spMkLst>
            <pc:docMk/>
            <pc:sldMk cId="0" sldId="2147483634"/>
            <ac:spMk id="349" creationId="{AD677141-47CD-D357-31BD-722D0AB588D2}"/>
          </ac:spMkLst>
        </pc:spChg>
        <pc:spChg chg="add mod">
          <ac:chgData name="Igor Dos Santos Oliveira" userId="b0c2fb47-b880-4cbf-af11-e7a3affee8ed" providerId="ADAL" clId="{494D6766-E60F-4C9C-8053-2F6D56CC7459}" dt="2026-09-01T03:47:35.155" v="8766" actId="208"/>
          <ac:spMkLst>
            <pc:docMk/>
            <pc:sldMk cId="0" sldId="2147483634"/>
            <ac:spMk id="350" creationId="{8E16B209-21D3-DC95-18F4-F0B5DDA1C00F}"/>
          </ac:spMkLst>
        </pc:spChg>
        <pc:spChg chg="add mod">
          <ac:chgData name="Igor Dos Santos Oliveira" userId="b0c2fb47-b880-4cbf-af11-e7a3affee8ed" providerId="ADAL" clId="{494D6766-E60F-4C9C-8053-2F6D56CC7459}" dt="2026-09-01T03:47:20.961" v="8764" actId="1036"/>
          <ac:spMkLst>
            <pc:docMk/>
            <pc:sldMk cId="0" sldId="2147483634"/>
            <ac:spMk id="351" creationId="{CB1DBA2A-6336-73A6-8175-F3E20BBE62D2}"/>
          </ac:spMkLst>
        </pc:spChg>
        <pc:spChg chg="mod">
          <ac:chgData name="Igor Dos Santos Oliveira" userId="b0c2fb47-b880-4cbf-af11-e7a3affee8ed" providerId="ADAL" clId="{494D6766-E60F-4C9C-8053-2F6D56CC7459}" dt="2026-09-01T03:47:35.155" v="8766" actId="208"/>
          <ac:spMkLst>
            <pc:docMk/>
            <pc:sldMk cId="0" sldId="2147483634"/>
            <ac:spMk id="352" creationId="{27C9D586-36AF-0927-2CC2-D5B47094AFAB}"/>
          </ac:spMkLst>
        </pc:spChg>
        <pc:spChg chg="add mod">
          <ac:chgData name="Igor Dos Santos Oliveira" userId="b0c2fb47-b880-4cbf-af11-e7a3affee8ed" providerId="ADAL" clId="{494D6766-E60F-4C9C-8053-2F6D56CC7459}" dt="2026-09-01T04:17:27.719" v="9213"/>
          <ac:spMkLst>
            <pc:docMk/>
            <pc:sldMk cId="0" sldId="2147483634"/>
            <ac:spMk id="354" creationId="{B5BB6A89-91D9-55FE-D9FA-CBF5F178D6D7}"/>
          </ac:spMkLst>
        </pc:spChg>
        <pc:picChg chg="add mod">
          <ac:chgData name="Igor Dos Santos Oliveira" userId="b0c2fb47-b880-4cbf-af11-e7a3affee8ed" providerId="ADAL" clId="{494D6766-E60F-4C9C-8053-2F6D56CC7459}" dt="2026-09-01T01:46:01.830" v="5924" actId="1076"/>
          <ac:picMkLst>
            <pc:docMk/>
            <pc:sldMk cId="0" sldId="2147483634"/>
            <ac:picMk id="176" creationId="{872E0A7E-95C1-22B7-1F4D-504628D0E52C}"/>
          </ac:picMkLst>
        </pc:picChg>
        <pc:picChg chg="add mod">
          <ac:chgData name="Igor Dos Santos Oliveira" userId="b0c2fb47-b880-4cbf-af11-e7a3affee8ed" providerId="ADAL" clId="{494D6766-E60F-4C9C-8053-2F6D56CC7459}" dt="2026-08-31T23:03:09.886" v="5040"/>
          <ac:picMkLst>
            <pc:docMk/>
            <pc:sldMk cId="0" sldId="2147483634"/>
            <ac:picMk id="179" creationId="{44E4201A-A291-B8A2-8B06-2633B09D35B2}"/>
          </ac:picMkLst>
        </pc:picChg>
        <pc:picChg chg="add mod">
          <ac:chgData name="Igor Dos Santos Oliveira" userId="b0c2fb47-b880-4cbf-af11-e7a3affee8ed" providerId="ADAL" clId="{494D6766-E60F-4C9C-8053-2F6D56CC7459}" dt="2026-09-01T02:04:24.214" v="6430" actId="1038"/>
          <ac:picMkLst>
            <pc:docMk/>
            <pc:sldMk cId="0" sldId="2147483634"/>
            <ac:picMk id="180" creationId="{8B081A48-695A-789F-3DCF-1CAF95491672}"/>
          </ac:picMkLst>
        </pc:picChg>
        <pc:picChg chg="add mod">
          <ac:chgData name="Igor Dos Santos Oliveira" userId="b0c2fb47-b880-4cbf-af11-e7a3affee8ed" providerId="ADAL" clId="{494D6766-E60F-4C9C-8053-2F6D56CC7459}" dt="2026-09-01T02:49:42.637" v="7563" actId="1037"/>
          <ac:picMkLst>
            <pc:docMk/>
            <pc:sldMk cId="0" sldId="2147483634"/>
            <ac:picMk id="193" creationId="{5579B30E-8E17-EE5C-0E41-58D32FC22E17}"/>
          </ac:picMkLst>
        </pc:picChg>
        <pc:picChg chg="add mod">
          <ac:chgData name="Igor Dos Santos Oliveira" userId="b0c2fb47-b880-4cbf-af11-e7a3affee8ed" providerId="ADAL" clId="{494D6766-E60F-4C9C-8053-2F6D56CC7459}" dt="2026-09-01T02:05:26.101" v="6441" actId="1076"/>
          <ac:picMkLst>
            <pc:docMk/>
            <pc:sldMk cId="0" sldId="2147483634"/>
            <ac:picMk id="194" creationId="{22D3F7C3-9BBE-8E0D-CD0F-6A68A5884D5E}"/>
          </ac:picMkLst>
        </pc:picChg>
        <pc:picChg chg="add mod">
          <ac:chgData name="Igor Dos Santos Oliveira" userId="b0c2fb47-b880-4cbf-af11-e7a3affee8ed" providerId="ADAL" clId="{494D6766-E60F-4C9C-8053-2F6D56CC7459}" dt="2026-09-01T02:05:52.935" v="6451" actId="1036"/>
          <ac:picMkLst>
            <pc:docMk/>
            <pc:sldMk cId="0" sldId="2147483634"/>
            <ac:picMk id="195" creationId="{865EBAE6-4815-381E-E296-69A3B86E67ED}"/>
          </ac:picMkLst>
        </pc:picChg>
        <pc:picChg chg="add mod">
          <ac:chgData name="Igor Dos Santos Oliveira" userId="b0c2fb47-b880-4cbf-af11-e7a3affee8ed" providerId="ADAL" clId="{494D6766-E60F-4C9C-8053-2F6D56CC7459}" dt="2026-09-01T02:05:48.010" v="6447" actId="1076"/>
          <ac:picMkLst>
            <pc:docMk/>
            <pc:sldMk cId="0" sldId="2147483634"/>
            <ac:picMk id="196" creationId="{EEA4155C-CD8B-BA87-BE50-A3EB7FA26BD0}"/>
          </ac:picMkLst>
        </pc:picChg>
        <pc:picChg chg="mod">
          <ac:chgData name="Igor Dos Santos Oliveira" userId="b0c2fb47-b880-4cbf-af11-e7a3affee8ed" providerId="ADAL" clId="{494D6766-E60F-4C9C-8053-2F6D56CC7459}" dt="2026-09-01T02:49:30.487" v="7556" actId="1038"/>
          <ac:picMkLst>
            <pc:docMk/>
            <pc:sldMk cId="0" sldId="2147483634"/>
            <ac:picMk id="213" creationId="{F0C5B5D3-BE71-A135-1E8C-6F84D84159A4}"/>
          </ac:picMkLst>
        </pc:picChg>
        <pc:picChg chg="mod">
          <ac:chgData name="Igor Dos Santos Oliveira" userId="b0c2fb47-b880-4cbf-af11-e7a3affee8ed" providerId="ADAL" clId="{494D6766-E60F-4C9C-8053-2F6D56CC7459}" dt="2026-09-01T03:44:44.462" v="8598" actId="1037"/>
          <ac:picMkLst>
            <pc:docMk/>
            <pc:sldMk cId="0" sldId="2147483634"/>
            <ac:picMk id="305" creationId="{C19949B4-CFAB-0343-90A0-3975AF6907F7}"/>
          </ac:picMkLst>
        </pc:picChg>
        <pc:picChg chg="mod">
          <ac:chgData name="Igor Dos Santos Oliveira" userId="b0c2fb47-b880-4cbf-af11-e7a3affee8ed" providerId="ADAL" clId="{494D6766-E60F-4C9C-8053-2F6D56CC7459}" dt="2026-09-01T03:37:37.264" v="8095" actId="1038"/>
          <ac:picMkLst>
            <pc:docMk/>
            <pc:sldMk cId="0" sldId="2147483634"/>
            <ac:picMk id="324" creationId="{0FA764B6-4627-7387-3986-E2CA00D48223}"/>
          </ac:picMkLst>
        </pc:picChg>
      </pc:sldChg>
      <pc:sldChg chg="addSp delSp modSp add del mod">
        <pc:chgData name="Igor Dos Santos Oliveira" userId="b0c2fb47-b880-4cbf-af11-e7a3affee8ed" providerId="ADAL" clId="{494D6766-E60F-4C9C-8053-2F6D56CC7459}" dt="2026-08-31T23:04:27.106" v="5079" actId="47"/>
        <pc:sldMkLst>
          <pc:docMk/>
          <pc:sldMk cId="0" sldId="2147483635"/>
        </pc:sldMkLst>
        <pc:spChg chg="del">
          <ac:chgData name="Igor Dos Santos Oliveira" userId="b0c2fb47-b880-4cbf-af11-e7a3affee8ed" providerId="ADAL" clId="{494D6766-E60F-4C9C-8053-2F6D56CC7459}" dt="2026-08-31T21:40:14.808" v="3747" actId="478"/>
          <ac:spMkLst>
            <pc:docMk/>
            <pc:sldMk cId="0" sldId="2147483635"/>
            <ac:spMk id="2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21:49:01.841" v="3893" actId="1038"/>
          <ac:spMkLst>
            <pc:docMk/>
            <pc:sldMk cId="0" sldId="2147483635"/>
            <ac:spMk id="3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21:33:08.588" v="3702" actId="27636"/>
          <ac:spMkLst>
            <pc:docMk/>
            <pc:sldMk cId="0" sldId="2147483635"/>
            <ac:spMk id="31" creationId="{00000000-0000-0000-0000-000000000000}"/>
          </ac:spMkLst>
        </pc:spChg>
        <pc:spChg chg="del mod">
          <ac:chgData name="Igor Dos Santos Oliveira" userId="b0c2fb47-b880-4cbf-af11-e7a3affee8ed" providerId="ADAL" clId="{494D6766-E60F-4C9C-8053-2F6D56CC7459}" dt="2026-08-31T21:33:25.367" v="3744" actId="478"/>
          <ac:spMkLst>
            <pc:docMk/>
            <pc:sldMk cId="0" sldId="2147483635"/>
            <ac:spMk id="52" creationId="{00000000-0000-0000-0000-000000000000}"/>
          </ac:spMkLst>
        </pc:spChg>
        <pc:spChg chg="del">
          <ac:chgData name="Igor Dos Santos Oliveira" userId="b0c2fb47-b880-4cbf-af11-e7a3affee8ed" providerId="ADAL" clId="{494D6766-E60F-4C9C-8053-2F6D56CC7459}" dt="2026-08-31T21:33:27.597" v="3745" actId="478"/>
          <ac:spMkLst>
            <pc:docMk/>
            <pc:sldMk cId="0" sldId="2147483635"/>
            <ac:spMk id="53" creationId="{00000000-0000-0000-0000-000000000000}"/>
          </ac:spMkLst>
        </pc:spChg>
        <pc:spChg chg="mod">
          <ac:chgData name="Igor Dos Santos Oliveira" userId="b0c2fb47-b880-4cbf-af11-e7a3affee8ed" providerId="ADAL" clId="{494D6766-E60F-4C9C-8053-2F6D56CC7459}" dt="2026-08-31T21:33:08.420" v="3701"/>
          <ac:spMkLst>
            <pc:docMk/>
            <pc:sldMk cId="0" sldId="2147483635"/>
            <ac:spMk id="54" creationId="{00000000-0000-0000-0000-000000000000}"/>
          </ac:spMkLst>
        </pc:spChg>
        <pc:spChg chg="add mod">
          <ac:chgData name="Igor Dos Santos Oliveira" userId="b0c2fb47-b880-4cbf-af11-e7a3affee8ed" providerId="ADAL" clId="{494D6766-E60F-4C9C-8053-2F6D56CC7459}" dt="2026-08-31T21:48:22.566" v="3880" actId="12789"/>
          <ac:spMkLst>
            <pc:docMk/>
            <pc:sldMk cId="0" sldId="2147483635"/>
            <ac:spMk id="55" creationId="{2AE87E5E-3ADE-AEA6-088B-6AD46DA2F5CA}"/>
          </ac:spMkLst>
        </pc:spChg>
        <pc:spChg chg="add mod">
          <ac:chgData name="Igor Dos Santos Oliveira" userId="b0c2fb47-b880-4cbf-af11-e7a3affee8ed" providerId="ADAL" clId="{494D6766-E60F-4C9C-8053-2F6D56CC7459}" dt="2026-08-31T21:48:28.489" v="3886" actId="1035"/>
          <ac:spMkLst>
            <pc:docMk/>
            <pc:sldMk cId="0" sldId="2147483635"/>
            <ac:spMk id="56" creationId="{1178BBF4-A5EF-8431-D029-780CEB1DE703}"/>
          </ac:spMkLst>
        </pc:spChg>
        <pc:picChg chg="add mod">
          <ac:chgData name="Igor Dos Santos Oliveira" userId="b0c2fb47-b880-4cbf-af11-e7a3affee8ed" providerId="ADAL" clId="{494D6766-E60F-4C9C-8053-2F6D56CC7459}" dt="2026-08-31T21:40:09.415" v="3746"/>
          <ac:picMkLst>
            <pc:docMk/>
            <pc:sldMk cId="0" sldId="2147483635"/>
            <ac:picMk id="57" creationId="{22563137-DA37-09BE-3BFF-ABA8D37984A8}"/>
          </ac:picMkLst>
        </pc:picChg>
      </pc:sldChg>
      <pc:sldChg chg="add del ord">
        <pc:chgData name="Igor Dos Santos Oliveira" userId="b0c2fb47-b880-4cbf-af11-e7a3affee8ed" providerId="ADAL" clId="{494D6766-E60F-4C9C-8053-2F6D56CC7459}" dt="2026-09-01T03:48:02.504" v="8767" actId="47"/>
        <pc:sldMkLst>
          <pc:docMk/>
          <pc:sldMk cId="209844895" sldId="2147483635"/>
        </pc:sldMkLst>
      </pc:sldChg>
      <pc:sldChg chg="new del">
        <pc:chgData name="Igor Dos Santos Oliveira" userId="b0c2fb47-b880-4cbf-af11-e7a3affee8ed" providerId="ADAL" clId="{494D6766-E60F-4C9C-8053-2F6D56CC7459}" dt="2026-08-31T20:28:53.247" v="3654" actId="680"/>
        <pc:sldMkLst>
          <pc:docMk/>
          <pc:sldMk cId="1360050243" sldId="2147483635"/>
        </pc:sldMkLst>
      </pc:sldChg>
      <pc:sldChg chg="modSp add del mod ord">
        <pc:chgData name="Igor Dos Santos Oliveira" userId="b0c2fb47-b880-4cbf-af11-e7a3affee8ed" providerId="ADAL" clId="{494D6766-E60F-4C9C-8053-2F6D56CC7459}" dt="2026-09-01T03:45:01.085" v="8599" actId="47"/>
        <pc:sldMkLst>
          <pc:docMk/>
          <pc:sldMk cId="1631761220" sldId="2147483635"/>
        </pc:sldMkLst>
        <pc:spChg chg="mod">
          <ac:chgData name="Igor Dos Santos Oliveira" userId="b0c2fb47-b880-4cbf-af11-e7a3affee8ed" providerId="ADAL" clId="{494D6766-E60F-4C9C-8053-2F6D56CC7459}" dt="2026-09-01T03:42:48.472" v="8351" actId="20577"/>
          <ac:spMkLst>
            <pc:docMk/>
            <pc:sldMk cId="1631761220" sldId="2147483635"/>
            <ac:spMk id="24" creationId="{099319E1-3135-4F21-DB12-48933AD05BBC}"/>
          </ac:spMkLst>
        </pc:spChg>
      </pc:sldChg>
      <pc:sldChg chg="add del ord">
        <pc:chgData name="Igor Dos Santos Oliveira" userId="b0c2fb47-b880-4cbf-af11-e7a3affee8ed" providerId="ADAL" clId="{494D6766-E60F-4C9C-8053-2F6D56CC7459}" dt="2026-09-01T03:38:25.892" v="8096" actId="47"/>
        <pc:sldMkLst>
          <pc:docMk/>
          <pc:sldMk cId="2098496290" sldId="2147483635"/>
        </pc:sldMkLst>
      </pc:sldChg>
      <pc:sldChg chg="add del ord">
        <pc:chgData name="Igor Dos Santos Oliveira" userId="b0c2fb47-b880-4cbf-af11-e7a3affee8ed" providerId="ADAL" clId="{494D6766-E60F-4C9C-8053-2F6D56CC7459}" dt="2026-09-01T02:41:49.012" v="7367" actId="47"/>
        <pc:sldMkLst>
          <pc:docMk/>
          <pc:sldMk cId="2806366643" sldId="2147483635"/>
        </pc:sldMkLst>
      </pc:sldChg>
      <pc:sldChg chg="modSp add mod ord">
        <pc:chgData name="Igor Dos Santos Oliveira" userId="b0c2fb47-b880-4cbf-af11-e7a3affee8ed" providerId="ADAL" clId="{494D6766-E60F-4C9C-8053-2F6D56CC7459}" dt="2026-09-01T04:02:49.361" v="9017" actId="20577"/>
        <pc:sldMkLst>
          <pc:docMk/>
          <pc:sldMk cId="3195642449" sldId="2147483635"/>
        </pc:sldMkLst>
        <pc:spChg chg="mod">
          <ac:chgData name="Igor Dos Santos Oliveira" userId="b0c2fb47-b880-4cbf-af11-e7a3affee8ed" providerId="ADAL" clId="{494D6766-E60F-4C9C-8053-2F6D56CC7459}" dt="2026-09-01T03:50:35.430" v="8833"/>
          <ac:spMkLst>
            <pc:docMk/>
            <pc:sldMk cId="3195642449" sldId="2147483635"/>
            <ac:spMk id="7" creationId="{00488495-5DC8-A6F3-31AF-7BAE34DFADC6}"/>
          </ac:spMkLst>
        </pc:spChg>
        <pc:spChg chg="mod">
          <ac:chgData name="Igor Dos Santos Oliveira" userId="b0c2fb47-b880-4cbf-af11-e7a3affee8ed" providerId="ADAL" clId="{494D6766-E60F-4C9C-8053-2F6D56CC7459}" dt="2026-09-01T04:02:49.361" v="9017" actId="20577"/>
          <ac:spMkLst>
            <pc:docMk/>
            <pc:sldMk cId="3195642449" sldId="2147483635"/>
            <ac:spMk id="17" creationId="{0F3CBFFE-05EB-2DE7-A73C-6A5EAAB4AD44}"/>
          </ac:spMkLst>
        </pc:spChg>
        <pc:spChg chg="mod">
          <ac:chgData name="Igor Dos Santos Oliveira" userId="b0c2fb47-b880-4cbf-af11-e7a3affee8ed" providerId="ADAL" clId="{494D6766-E60F-4C9C-8053-2F6D56CC7459}" dt="2026-09-01T04:02:37.032" v="9013" actId="20577"/>
          <ac:spMkLst>
            <pc:docMk/>
            <pc:sldMk cId="3195642449" sldId="2147483635"/>
            <ac:spMk id="18" creationId="{DBB288E1-D457-7413-0189-C580E70EDBF7}"/>
          </ac:spMkLst>
        </pc:spChg>
        <pc:spChg chg="mod">
          <ac:chgData name="Igor Dos Santos Oliveira" userId="b0c2fb47-b880-4cbf-af11-e7a3affee8ed" providerId="ADAL" clId="{494D6766-E60F-4C9C-8053-2F6D56CC7459}" dt="2026-09-01T04:02:03.871" v="8999" actId="20577"/>
          <ac:spMkLst>
            <pc:docMk/>
            <pc:sldMk cId="3195642449" sldId="2147483635"/>
            <ac:spMk id="24" creationId="{75BAABE5-5522-53AD-9145-E9F2C9A2D58E}"/>
          </ac:spMkLst>
        </pc:spChg>
        <pc:spChg chg="mod">
          <ac:chgData name="Igor Dos Santos Oliveira" userId="b0c2fb47-b880-4cbf-af11-e7a3affee8ed" providerId="ADAL" clId="{494D6766-E60F-4C9C-8053-2F6D56CC7459}" dt="2026-09-01T04:02:17.610" v="9007" actId="20577"/>
          <ac:spMkLst>
            <pc:docMk/>
            <pc:sldMk cId="3195642449" sldId="2147483635"/>
            <ac:spMk id="25" creationId="{1228A5B6-9B3A-CC9E-7057-132AEF10E799}"/>
          </ac:spMkLst>
        </pc:spChg>
        <pc:spChg chg="mod">
          <ac:chgData name="Igor Dos Santos Oliveira" userId="b0c2fb47-b880-4cbf-af11-e7a3affee8ed" providerId="ADAL" clId="{494D6766-E60F-4C9C-8053-2F6D56CC7459}" dt="2026-09-01T04:02:08.423" v="9001" actId="20577"/>
          <ac:spMkLst>
            <pc:docMk/>
            <pc:sldMk cId="3195642449" sldId="2147483635"/>
            <ac:spMk id="31" creationId="{6E150EC9-520B-C290-9F73-90AEEAF07B58}"/>
          </ac:spMkLst>
        </pc:spChg>
        <pc:spChg chg="mod">
          <ac:chgData name="Igor Dos Santos Oliveira" userId="b0c2fb47-b880-4cbf-af11-e7a3affee8ed" providerId="ADAL" clId="{494D6766-E60F-4C9C-8053-2F6D56CC7459}" dt="2026-09-01T04:01:06.399" v="8981" actId="20577"/>
          <ac:spMkLst>
            <pc:docMk/>
            <pc:sldMk cId="3195642449" sldId="2147483635"/>
            <ac:spMk id="32" creationId="{3AA5ED10-A77D-771E-6A5D-281F3A33015B}"/>
          </ac:spMkLst>
        </pc:spChg>
        <pc:spChg chg="mod">
          <ac:chgData name="Igor Dos Santos Oliveira" userId="b0c2fb47-b880-4cbf-af11-e7a3affee8ed" providerId="ADAL" clId="{494D6766-E60F-4C9C-8053-2F6D56CC7459}" dt="2026-09-01T04:00:28.081" v="8967" actId="20577"/>
          <ac:spMkLst>
            <pc:docMk/>
            <pc:sldMk cId="3195642449" sldId="2147483635"/>
            <ac:spMk id="38" creationId="{E39F3A28-4B73-5831-4B0E-86F9C0857288}"/>
          </ac:spMkLst>
        </pc:spChg>
        <pc:spChg chg="mod">
          <ac:chgData name="Igor Dos Santos Oliveira" userId="b0c2fb47-b880-4cbf-af11-e7a3affee8ed" providerId="ADAL" clId="{494D6766-E60F-4C9C-8053-2F6D56CC7459}" dt="2026-09-01T04:00:39.090" v="8973" actId="20577"/>
          <ac:spMkLst>
            <pc:docMk/>
            <pc:sldMk cId="3195642449" sldId="2147483635"/>
            <ac:spMk id="39" creationId="{AFE8333A-8418-E540-E05E-F886687D02AF}"/>
          </ac:spMkLst>
        </pc:spChg>
        <pc:spChg chg="mod">
          <ac:chgData name="Igor Dos Santos Oliveira" userId="b0c2fb47-b880-4cbf-af11-e7a3affee8ed" providerId="ADAL" clId="{494D6766-E60F-4C9C-8053-2F6D56CC7459}" dt="2026-09-01T03:59:37.912" v="8951" actId="20577"/>
          <ac:spMkLst>
            <pc:docMk/>
            <pc:sldMk cId="3195642449" sldId="2147483635"/>
            <ac:spMk id="45" creationId="{90E6B3CD-FA22-B8C3-15A3-3D8B44B5DB78}"/>
          </ac:spMkLst>
        </pc:spChg>
        <pc:spChg chg="mod">
          <ac:chgData name="Igor Dos Santos Oliveira" userId="b0c2fb47-b880-4cbf-af11-e7a3affee8ed" providerId="ADAL" clId="{494D6766-E60F-4C9C-8053-2F6D56CC7459}" dt="2026-09-01T03:59:52.380" v="8959" actId="20577"/>
          <ac:spMkLst>
            <pc:docMk/>
            <pc:sldMk cId="3195642449" sldId="2147483635"/>
            <ac:spMk id="46" creationId="{D8ACF45C-E877-444D-6AD8-9276D8CB8C5F}"/>
          </ac:spMkLst>
        </pc:spChg>
        <pc:spChg chg="mod">
          <ac:chgData name="Igor Dos Santos Oliveira" userId="b0c2fb47-b880-4cbf-af11-e7a3affee8ed" providerId="ADAL" clId="{494D6766-E60F-4C9C-8053-2F6D56CC7459}" dt="2026-09-01T03:59:05.895" v="8935" actId="20577"/>
          <ac:spMkLst>
            <pc:docMk/>
            <pc:sldMk cId="3195642449" sldId="2147483635"/>
            <ac:spMk id="52" creationId="{1B9DF39B-3401-644B-B210-DF906CDAC507}"/>
          </ac:spMkLst>
        </pc:spChg>
        <pc:spChg chg="mod">
          <ac:chgData name="Igor Dos Santos Oliveira" userId="b0c2fb47-b880-4cbf-af11-e7a3affee8ed" providerId="ADAL" clId="{494D6766-E60F-4C9C-8053-2F6D56CC7459}" dt="2026-09-01T03:59:25.045" v="8943" actId="20577"/>
          <ac:spMkLst>
            <pc:docMk/>
            <pc:sldMk cId="3195642449" sldId="2147483635"/>
            <ac:spMk id="53" creationId="{4E599B37-45AF-EBF4-4646-B5A2CDF5C4F7}"/>
          </ac:spMkLst>
        </pc:spChg>
        <pc:spChg chg="mod">
          <ac:chgData name="Igor Dos Santos Oliveira" userId="b0c2fb47-b880-4cbf-af11-e7a3affee8ed" providerId="ADAL" clId="{494D6766-E60F-4C9C-8053-2F6D56CC7459}" dt="2026-09-01T03:58:34.951" v="8921" actId="20577"/>
          <ac:spMkLst>
            <pc:docMk/>
            <pc:sldMk cId="3195642449" sldId="2147483635"/>
            <ac:spMk id="59" creationId="{532D6F32-4BF7-DF91-0C0F-D08C85DC92AA}"/>
          </ac:spMkLst>
        </pc:spChg>
        <pc:spChg chg="mod">
          <ac:chgData name="Igor Dos Santos Oliveira" userId="b0c2fb47-b880-4cbf-af11-e7a3affee8ed" providerId="ADAL" clId="{494D6766-E60F-4C9C-8053-2F6D56CC7459}" dt="2026-09-01T03:58:40.253" v="8927" actId="20577"/>
          <ac:spMkLst>
            <pc:docMk/>
            <pc:sldMk cId="3195642449" sldId="2147483635"/>
            <ac:spMk id="60" creationId="{A56BA0AB-28DD-2987-FE33-09F37ECE8832}"/>
          </ac:spMkLst>
        </pc:spChg>
        <pc:spChg chg="mod">
          <ac:chgData name="Igor Dos Santos Oliveira" userId="b0c2fb47-b880-4cbf-af11-e7a3affee8ed" providerId="ADAL" clId="{494D6766-E60F-4C9C-8053-2F6D56CC7459}" dt="2026-09-01T03:58:06.082" v="8913" actId="20577"/>
          <ac:spMkLst>
            <pc:docMk/>
            <pc:sldMk cId="3195642449" sldId="2147483635"/>
            <ac:spMk id="66" creationId="{540F7D89-2F04-2469-D730-8A14FE295831}"/>
          </ac:spMkLst>
        </pc:spChg>
        <pc:spChg chg="mod">
          <ac:chgData name="Igor Dos Santos Oliveira" userId="b0c2fb47-b880-4cbf-af11-e7a3affee8ed" providerId="ADAL" clId="{494D6766-E60F-4C9C-8053-2F6D56CC7459}" dt="2026-09-01T03:58:00.422" v="8909" actId="20577"/>
          <ac:spMkLst>
            <pc:docMk/>
            <pc:sldMk cId="3195642449" sldId="2147483635"/>
            <ac:spMk id="67" creationId="{E3C81D0B-B20A-D718-1B6E-F8FD36878749}"/>
          </ac:spMkLst>
        </pc:spChg>
        <pc:spChg chg="mod">
          <ac:chgData name="Igor Dos Santos Oliveira" userId="b0c2fb47-b880-4cbf-af11-e7a3affee8ed" providerId="ADAL" clId="{494D6766-E60F-4C9C-8053-2F6D56CC7459}" dt="2026-09-01T03:57:21.617" v="8901" actId="20577"/>
          <ac:spMkLst>
            <pc:docMk/>
            <pc:sldMk cId="3195642449" sldId="2147483635"/>
            <ac:spMk id="73" creationId="{EF554BF6-3FF3-7306-63AA-7B8B364C61F6}"/>
          </ac:spMkLst>
        </pc:spChg>
        <pc:spChg chg="mod">
          <ac:chgData name="Igor Dos Santos Oliveira" userId="b0c2fb47-b880-4cbf-af11-e7a3affee8ed" providerId="ADAL" clId="{494D6766-E60F-4C9C-8053-2F6D56CC7459}" dt="2026-09-01T03:57:17.097" v="8893" actId="20577"/>
          <ac:spMkLst>
            <pc:docMk/>
            <pc:sldMk cId="3195642449" sldId="2147483635"/>
            <ac:spMk id="74" creationId="{06885A6B-45EF-1C66-C9CF-C43F0B32AAD0}"/>
          </ac:spMkLst>
        </pc:spChg>
        <pc:spChg chg="mod">
          <ac:chgData name="Igor Dos Santos Oliveira" userId="b0c2fb47-b880-4cbf-af11-e7a3affee8ed" providerId="ADAL" clId="{494D6766-E60F-4C9C-8053-2F6D56CC7459}" dt="2026-09-01T03:54:55.650" v="8877" actId="20577"/>
          <ac:spMkLst>
            <pc:docMk/>
            <pc:sldMk cId="3195642449" sldId="2147483635"/>
            <ac:spMk id="80" creationId="{7A2BAA0F-1893-6271-59F6-30AF7E178F16}"/>
          </ac:spMkLst>
        </pc:spChg>
        <pc:spChg chg="mod">
          <ac:chgData name="Igor Dos Santos Oliveira" userId="b0c2fb47-b880-4cbf-af11-e7a3affee8ed" providerId="ADAL" clId="{494D6766-E60F-4C9C-8053-2F6D56CC7459}" dt="2026-09-01T03:48:26.428" v="8787" actId="20577"/>
          <ac:spMkLst>
            <pc:docMk/>
            <pc:sldMk cId="3195642449" sldId="2147483635"/>
            <ac:spMk id="99" creationId="{43156667-3F5A-DCC0-9EBC-3D04B8F969FB}"/>
          </ac:spMkLst>
        </pc:spChg>
      </pc:sldChg>
      <pc:sldChg chg="addSp delSp modSp add mod ord">
        <pc:chgData name="Igor Dos Santos Oliveira" userId="b0c2fb47-b880-4cbf-af11-e7a3affee8ed" providerId="ADAL" clId="{494D6766-E60F-4C9C-8053-2F6D56CC7459}" dt="2026-09-01T04:17:37.063" v="9217"/>
        <pc:sldMkLst>
          <pc:docMk/>
          <pc:sldMk cId="1781201954" sldId="2147483636"/>
        </pc:sldMkLst>
        <pc:spChg chg="mod">
          <ac:chgData name="Igor Dos Santos Oliveira" userId="b0c2fb47-b880-4cbf-af11-e7a3affee8ed" providerId="ADAL" clId="{494D6766-E60F-4C9C-8053-2F6D56CC7459}" dt="2026-09-01T03:52:21.555" v="8839" actId="555"/>
          <ac:spMkLst>
            <pc:docMk/>
            <pc:sldMk cId="1781201954" sldId="2147483636"/>
            <ac:spMk id="5" creationId="{C6BC1F4B-5221-CD85-A9D5-05F7A6B887B4}"/>
          </ac:spMkLst>
        </pc:spChg>
        <pc:spChg chg="mod">
          <ac:chgData name="Igor Dos Santos Oliveira" userId="b0c2fb47-b880-4cbf-af11-e7a3affee8ed" providerId="ADAL" clId="{494D6766-E60F-4C9C-8053-2F6D56CC7459}" dt="2026-09-01T03:50:23.247" v="8832"/>
          <ac:spMkLst>
            <pc:docMk/>
            <pc:sldMk cId="1781201954" sldId="2147483636"/>
            <ac:spMk id="7" creationId="{133E5F4F-C1BE-FBC7-A10D-AE7A6D240EF6}"/>
          </ac:spMkLst>
        </pc:spChg>
        <pc:spChg chg="mod">
          <ac:chgData name="Igor Dos Santos Oliveira" userId="b0c2fb47-b880-4cbf-af11-e7a3affee8ed" providerId="ADAL" clId="{494D6766-E60F-4C9C-8053-2F6D56CC7459}" dt="2026-09-01T03:53:22.467" v="8851" actId="207"/>
          <ac:spMkLst>
            <pc:docMk/>
            <pc:sldMk cId="1781201954" sldId="2147483636"/>
            <ac:spMk id="8" creationId="{4B2ED26F-EC04-60E0-CEED-467D4B2D38D7}"/>
          </ac:spMkLst>
        </pc:spChg>
        <pc:spChg chg="mod">
          <ac:chgData name="Igor Dos Santos Oliveira" userId="b0c2fb47-b880-4cbf-af11-e7a3affee8ed" providerId="ADAL" clId="{494D6766-E60F-4C9C-8053-2F6D56CC7459}" dt="2026-09-01T03:53:22.467" v="8851" actId="207"/>
          <ac:spMkLst>
            <pc:docMk/>
            <pc:sldMk cId="1781201954" sldId="2147483636"/>
            <ac:spMk id="12" creationId="{5628F673-8B73-1D6A-92C9-F2239A9E692A}"/>
          </ac:spMkLst>
        </pc:spChg>
        <pc:spChg chg="mod">
          <ac:chgData name="Igor Dos Santos Oliveira" userId="b0c2fb47-b880-4cbf-af11-e7a3affee8ed" providerId="ADAL" clId="{494D6766-E60F-4C9C-8053-2F6D56CC7459}" dt="2026-09-01T03:51:38.841" v="8835" actId="208"/>
          <ac:spMkLst>
            <pc:docMk/>
            <pc:sldMk cId="1781201954" sldId="2147483636"/>
            <ac:spMk id="14" creationId="{E6A8840E-D975-04B9-5D5F-D61BB2588751}"/>
          </ac:spMkLst>
        </pc:spChg>
        <pc:spChg chg="mod">
          <ac:chgData name="Igor Dos Santos Oliveira" userId="b0c2fb47-b880-4cbf-af11-e7a3affee8ed" providerId="ADAL" clId="{494D6766-E60F-4C9C-8053-2F6D56CC7459}" dt="2026-09-01T03:53:31.793" v="8852" actId="207"/>
          <ac:spMkLst>
            <pc:docMk/>
            <pc:sldMk cId="1781201954" sldId="2147483636"/>
            <ac:spMk id="15" creationId="{1324BC5B-F2C8-449F-BEA2-C2D9D045D0E8}"/>
          </ac:spMkLst>
        </pc:spChg>
        <pc:spChg chg="mod">
          <ac:chgData name="Igor Dos Santos Oliveira" userId="b0c2fb47-b880-4cbf-af11-e7a3affee8ed" providerId="ADAL" clId="{494D6766-E60F-4C9C-8053-2F6D56CC7459}" dt="2026-09-01T04:05:34.063" v="9073" actId="20577"/>
          <ac:spMkLst>
            <pc:docMk/>
            <pc:sldMk cId="1781201954" sldId="2147483636"/>
            <ac:spMk id="17" creationId="{4D7C2F63-459B-9556-5583-AE79926807F5}"/>
          </ac:spMkLst>
        </pc:spChg>
        <pc:spChg chg="mod">
          <ac:chgData name="Igor Dos Santos Oliveira" userId="b0c2fb47-b880-4cbf-af11-e7a3affee8ed" providerId="ADAL" clId="{494D6766-E60F-4C9C-8053-2F6D56CC7459}" dt="2026-09-01T04:05:52.359" v="9081" actId="20577"/>
          <ac:spMkLst>
            <pc:docMk/>
            <pc:sldMk cId="1781201954" sldId="2147483636"/>
            <ac:spMk id="18" creationId="{8312B744-CA11-8163-F229-403E40D6760E}"/>
          </ac:spMkLst>
        </pc:spChg>
        <pc:spChg chg="del mod">
          <ac:chgData name="Igor Dos Santos Oliveira" userId="b0c2fb47-b880-4cbf-af11-e7a3affee8ed" providerId="ADAL" clId="{494D6766-E60F-4C9C-8053-2F6D56CC7459}" dt="2026-09-01T03:53:37.647" v="8853" actId="478"/>
          <ac:spMkLst>
            <pc:docMk/>
            <pc:sldMk cId="1781201954" sldId="2147483636"/>
            <ac:spMk id="19" creationId="{836954B8-929E-5C35-1787-52AE670EBD8F}"/>
          </ac:spMkLst>
        </pc:spChg>
        <pc:spChg chg="del mod">
          <ac:chgData name="Igor Dos Santos Oliveira" userId="b0c2fb47-b880-4cbf-af11-e7a3affee8ed" providerId="ADAL" clId="{494D6766-E60F-4C9C-8053-2F6D56CC7459}" dt="2026-09-01T03:53:40.692" v="8854" actId="478"/>
          <ac:spMkLst>
            <pc:docMk/>
            <pc:sldMk cId="1781201954" sldId="2147483636"/>
            <ac:spMk id="20" creationId="{F006CBC0-3A1D-8032-1E0F-FE8EC19CEC82}"/>
          </ac:spMkLst>
        </pc:spChg>
        <pc:spChg chg="add mod">
          <ac:chgData name="Igor Dos Santos Oliveira" userId="b0c2fb47-b880-4cbf-af11-e7a3affee8ed" providerId="ADAL" clId="{494D6766-E60F-4C9C-8053-2F6D56CC7459}" dt="2026-09-01T03:53:53.368" v="8857" actId="1076"/>
          <ac:spMkLst>
            <pc:docMk/>
            <pc:sldMk cId="1781201954" sldId="2147483636"/>
            <ac:spMk id="21" creationId="{A0DA8DE8-E353-46EF-9BE4-BA73E15BCE9E}"/>
          </ac:spMkLst>
        </pc:spChg>
        <pc:spChg chg="mod">
          <ac:chgData name="Igor Dos Santos Oliveira" userId="b0c2fb47-b880-4cbf-af11-e7a3affee8ed" providerId="ADAL" clId="{494D6766-E60F-4C9C-8053-2F6D56CC7459}" dt="2026-09-01T04:06:11.141" v="9087" actId="20577"/>
          <ac:spMkLst>
            <pc:docMk/>
            <pc:sldMk cId="1781201954" sldId="2147483636"/>
            <ac:spMk id="24" creationId="{70389FBD-265E-AA9B-76CF-127429EE854F}"/>
          </ac:spMkLst>
        </pc:spChg>
        <pc:spChg chg="mod">
          <ac:chgData name="Igor Dos Santos Oliveira" userId="b0c2fb47-b880-4cbf-af11-e7a3affee8ed" providerId="ADAL" clId="{494D6766-E60F-4C9C-8053-2F6D56CC7459}" dt="2026-09-01T04:06:17.864" v="9093" actId="20577"/>
          <ac:spMkLst>
            <pc:docMk/>
            <pc:sldMk cId="1781201954" sldId="2147483636"/>
            <ac:spMk id="25" creationId="{996F4E28-65E2-62B0-0E6B-63C06B6EA596}"/>
          </ac:spMkLst>
        </pc:spChg>
        <pc:spChg chg="add mod">
          <ac:chgData name="Igor Dos Santos Oliveira" userId="b0c2fb47-b880-4cbf-af11-e7a3affee8ed" providerId="ADAL" clId="{494D6766-E60F-4C9C-8053-2F6D56CC7459}" dt="2026-09-01T03:53:56.614" v="8869" actId="20577"/>
          <ac:spMkLst>
            <pc:docMk/>
            <pc:sldMk cId="1781201954" sldId="2147483636"/>
            <ac:spMk id="26" creationId="{A22F37C7-CC51-1199-24E3-5DBCDEA338A8}"/>
          </ac:spMkLst>
        </pc:spChg>
        <pc:spChg chg="add del mod">
          <ac:chgData name="Igor Dos Santos Oliveira" userId="b0c2fb47-b880-4cbf-af11-e7a3affee8ed" providerId="ADAL" clId="{494D6766-E60F-4C9C-8053-2F6D56CC7459}" dt="2026-09-01T03:53:45.453" v="8856" actId="478"/>
          <ac:spMkLst>
            <pc:docMk/>
            <pc:sldMk cId="1781201954" sldId="2147483636"/>
            <ac:spMk id="27" creationId="{FFBC429B-E91C-0E0B-3B83-062200B8FEF6}"/>
          </ac:spMkLst>
        </pc:spChg>
        <pc:spChg chg="add mod">
          <ac:chgData name="Igor Dos Santos Oliveira" userId="b0c2fb47-b880-4cbf-af11-e7a3affee8ed" providerId="ADAL" clId="{494D6766-E60F-4C9C-8053-2F6D56CC7459}" dt="2026-09-01T04:17:37.063" v="9217"/>
          <ac:spMkLst>
            <pc:docMk/>
            <pc:sldMk cId="1781201954" sldId="2147483636"/>
            <ac:spMk id="28" creationId="{7269FEA5-CB49-94FF-8A9F-B25143696EC2}"/>
          </ac:spMkLst>
        </pc:spChg>
        <pc:spChg chg="mod">
          <ac:chgData name="Igor Dos Santos Oliveira" userId="b0c2fb47-b880-4cbf-af11-e7a3affee8ed" providerId="ADAL" clId="{494D6766-E60F-4C9C-8053-2F6D56CC7459}" dt="2026-09-01T04:06:49.287" v="9103" actId="20577"/>
          <ac:spMkLst>
            <pc:docMk/>
            <pc:sldMk cId="1781201954" sldId="2147483636"/>
            <ac:spMk id="31" creationId="{9E6EA0B5-AE18-C12E-EAE0-8FB457D588BC}"/>
          </ac:spMkLst>
        </pc:spChg>
        <pc:spChg chg="mod">
          <ac:chgData name="Igor Dos Santos Oliveira" userId="b0c2fb47-b880-4cbf-af11-e7a3affee8ed" providerId="ADAL" clId="{494D6766-E60F-4C9C-8053-2F6D56CC7459}" dt="2026-09-01T04:12:48.529" v="9141" actId="20577"/>
          <ac:spMkLst>
            <pc:docMk/>
            <pc:sldMk cId="1781201954" sldId="2147483636"/>
            <ac:spMk id="32" creationId="{50F7BEFA-2862-70E5-1AAE-D6674CDF3E98}"/>
          </ac:spMkLst>
        </pc:spChg>
        <pc:spChg chg="mod">
          <ac:chgData name="Igor Dos Santos Oliveira" userId="b0c2fb47-b880-4cbf-af11-e7a3affee8ed" providerId="ADAL" clId="{494D6766-E60F-4C9C-8053-2F6D56CC7459}" dt="2026-09-01T04:10:11.359" v="9127" actId="20577"/>
          <ac:spMkLst>
            <pc:docMk/>
            <pc:sldMk cId="1781201954" sldId="2147483636"/>
            <ac:spMk id="38" creationId="{F86718A0-AB21-A4A1-1A4C-D79AE8200BDF}"/>
          </ac:spMkLst>
        </pc:spChg>
        <pc:spChg chg="mod">
          <ac:chgData name="Igor Dos Santos Oliveira" userId="b0c2fb47-b880-4cbf-af11-e7a3affee8ed" providerId="ADAL" clId="{494D6766-E60F-4C9C-8053-2F6D56CC7459}" dt="2026-09-01T04:10:16.458" v="9133" actId="20577"/>
          <ac:spMkLst>
            <pc:docMk/>
            <pc:sldMk cId="1781201954" sldId="2147483636"/>
            <ac:spMk id="39" creationId="{D0038820-507F-D59F-DD0C-ACBB4C9969DA}"/>
          </ac:spMkLst>
        </pc:spChg>
        <pc:spChg chg="mod">
          <ac:chgData name="Igor Dos Santos Oliveira" userId="b0c2fb47-b880-4cbf-af11-e7a3affee8ed" providerId="ADAL" clId="{494D6766-E60F-4C9C-8053-2F6D56CC7459}" dt="2026-09-01T04:09:27.648" v="9121" actId="20577"/>
          <ac:spMkLst>
            <pc:docMk/>
            <pc:sldMk cId="1781201954" sldId="2147483636"/>
            <ac:spMk id="45" creationId="{6A48E4A9-9C92-6824-75B1-DA0436DF9ABB}"/>
          </ac:spMkLst>
        </pc:spChg>
        <pc:spChg chg="mod">
          <ac:chgData name="Igor Dos Santos Oliveira" userId="b0c2fb47-b880-4cbf-af11-e7a3affee8ed" providerId="ADAL" clId="{494D6766-E60F-4C9C-8053-2F6D56CC7459}" dt="2026-09-01T04:09:22.335" v="9113" actId="20577"/>
          <ac:spMkLst>
            <pc:docMk/>
            <pc:sldMk cId="1781201954" sldId="2147483636"/>
            <ac:spMk id="46" creationId="{04C686EC-CBF4-6B1C-5736-BB9286851E82}"/>
          </ac:spMkLst>
        </pc:spChg>
        <pc:spChg chg="mod">
          <ac:chgData name="Igor Dos Santos Oliveira" userId="b0c2fb47-b880-4cbf-af11-e7a3affee8ed" providerId="ADAL" clId="{494D6766-E60F-4C9C-8053-2F6D56CC7459}" dt="2026-09-01T04:08:39.631" v="9107" actId="20577"/>
          <ac:spMkLst>
            <pc:docMk/>
            <pc:sldMk cId="1781201954" sldId="2147483636"/>
            <ac:spMk id="52" creationId="{BC65E28E-F4DF-AE6C-8EE9-D7AB9E45BD05}"/>
          </ac:spMkLst>
        </pc:spChg>
        <pc:spChg chg="mod">
          <ac:chgData name="Igor Dos Santos Oliveira" userId="b0c2fb47-b880-4cbf-af11-e7a3affee8ed" providerId="ADAL" clId="{494D6766-E60F-4C9C-8053-2F6D56CC7459}" dt="2026-09-01T04:05:13.918" v="9067" actId="20577"/>
          <ac:spMkLst>
            <pc:docMk/>
            <pc:sldMk cId="1781201954" sldId="2147483636"/>
            <ac:spMk id="53" creationId="{8E83995A-19DF-A637-6FCF-838316E1DDBB}"/>
          </ac:spMkLst>
        </pc:spChg>
        <pc:spChg chg="mod">
          <ac:chgData name="Igor Dos Santos Oliveira" userId="b0c2fb47-b880-4cbf-af11-e7a3affee8ed" providerId="ADAL" clId="{494D6766-E60F-4C9C-8053-2F6D56CC7459}" dt="2026-09-01T04:04:38.128" v="9047" actId="20577"/>
          <ac:spMkLst>
            <pc:docMk/>
            <pc:sldMk cId="1781201954" sldId="2147483636"/>
            <ac:spMk id="59" creationId="{F0811DBE-5648-F909-6420-1758189455FD}"/>
          </ac:spMkLst>
        </pc:spChg>
        <pc:spChg chg="mod">
          <ac:chgData name="Igor Dos Santos Oliveira" userId="b0c2fb47-b880-4cbf-af11-e7a3affee8ed" providerId="ADAL" clId="{494D6766-E60F-4C9C-8053-2F6D56CC7459}" dt="2026-09-01T04:04:42.897" v="9053" actId="20577"/>
          <ac:spMkLst>
            <pc:docMk/>
            <pc:sldMk cId="1781201954" sldId="2147483636"/>
            <ac:spMk id="60" creationId="{7A55C9BD-1047-901E-5437-C4773F8014C6}"/>
          </ac:spMkLst>
        </pc:spChg>
        <pc:spChg chg="mod">
          <ac:chgData name="Igor Dos Santos Oliveira" userId="b0c2fb47-b880-4cbf-af11-e7a3affee8ed" providerId="ADAL" clId="{494D6766-E60F-4C9C-8053-2F6D56CC7459}" dt="2026-09-01T04:04:02.173" v="9035" actId="20577"/>
          <ac:spMkLst>
            <pc:docMk/>
            <pc:sldMk cId="1781201954" sldId="2147483636"/>
            <ac:spMk id="66" creationId="{276FC59F-5AA5-45E2-6CA6-CF66B6ED3F09}"/>
          </ac:spMkLst>
        </pc:spChg>
        <pc:spChg chg="mod">
          <ac:chgData name="Igor Dos Santos Oliveira" userId="b0c2fb47-b880-4cbf-af11-e7a3affee8ed" providerId="ADAL" clId="{494D6766-E60F-4C9C-8053-2F6D56CC7459}" dt="2026-09-01T04:04:13.288" v="9041" actId="20577"/>
          <ac:spMkLst>
            <pc:docMk/>
            <pc:sldMk cId="1781201954" sldId="2147483636"/>
            <ac:spMk id="67" creationId="{711005FD-3696-AC43-2B6F-D93B5383D38F}"/>
          </ac:spMkLst>
        </pc:spChg>
        <pc:spChg chg="mod">
          <ac:chgData name="Igor Dos Santos Oliveira" userId="b0c2fb47-b880-4cbf-af11-e7a3affee8ed" providerId="ADAL" clId="{494D6766-E60F-4C9C-8053-2F6D56CC7459}" dt="2026-09-01T04:03:34.356" v="9025" actId="20577"/>
          <ac:spMkLst>
            <pc:docMk/>
            <pc:sldMk cId="1781201954" sldId="2147483636"/>
            <ac:spMk id="73" creationId="{E6240514-0786-60C4-A559-5049A2B9575D}"/>
          </ac:spMkLst>
        </pc:spChg>
        <pc:spChg chg="mod">
          <ac:chgData name="Igor Dos Santos Oliveira" userId="b0c2fb47-b880-4cbf-af11-e7a3affee8ed" providerId="ADAL" clId="{494D6766-E60F-4C9C-8053-2F6D56CC7459}" dt="2026-09-01T04:03:38.676" v="9031" actId="20577"/>
          <ac:spMkLst>
            <pc:docMk/>
            <pc:sldMk cId="1781201954" sldId="2147483636"/>
            <ac:spMk id="74" creationId="{24B3BC2C-D68E-5C7E-A84F-5DCC1EE83D79}"/>
          </ac:spMkLst>
        </pc:spChg>
        <pc:spChg chg="mod">
          <ac:chgData name="Igor Dos Santos Oliveira" userId="b0c2fb47-b880-4cbf-af11-e7a3affee8ed" providerId="ADAL" clId="{494D6766-E60F-4C9C-8053-2F6D56CC7459}" dt="2026-09-01T03:55:11.413" v="8883" actId="20577"/>
          <ac:spMkLst>
            <pc:docMk/>
            <pc:sldMk cId="1781201954" sldId="2147483636"/>
            <ac:spMk id="80" creationId="{D9D5C56C-4F5C-7E97-9C7E-3187111B63C3}"/>
          </ac:spMkLst>
        </pc:spChg>
        <pc:spChg chg="mod">
          <ac:chgData name="Igor Dos Santos Oliveira" userId="b0c2fb47-b880-4cbf-af11-e7a3affee8ed" providerId="ADAL" clId="{494D6766-E60F-4C9C-8053-2F6D56CC7459}" dt="2026-09-01T03:54:04.417" v="8870" actId="207"/>
          <ac:spMkLst>
            <pc:docMk/>
            <pc:sldMk cId="1781201954" sldId="2147483636"/>
            <ac:spMk id="85" creationId="{CCD51C3D-BB5E-5881-9A76-1DBE1A98BEC2}"/>
          </ac:spMkLst>
        </pc:spChg>
        <pc:spChg chg="mod">
          <ac:chgData name="Igor Dos Santos Oliveira" userId="b0c2fb47-b880-4cbf-af11-e7a3affee8ed" providerId="ADAL" clId="{494D6766-E60F-4C9C-8053-2F6D56CC7459}" dt="2026-09-01T03:54:04.417" v="8870" actId="207"/>
          <ac:spMkLst>
            <pc:docMk/>
            <pc:sldMk cId="1781201954" sldId="2147483636"/>
            <ac:spMk id="88" creationId="{38D9BA63-AE29-1A1D-8BC1-588219E456A8}"/>
          </ac:spMkLst>
        </pc:spChg>
        <pc:spChg chg="mod">
          <ac:chgData name="Igor Dos Santos Oliveira" userId="b0c2fb47-b880-4cbf-af11-e7a3affee8ed" providerId="ADAL" clId="{494D6766-E60F-4C9C-8053-2F6D56CC7459}" dt="2026-09-01T03:54:04.417" v="8870" actId="207"/>
          <ac:spMkLst>
            <pc:docMk/>
            <pc:sldMk cId="1781201954" sldId="2147483636"/>
            <ac:spMk id="91" creationId="{B041C756-5E0D-0FBC-94D6-9BCB9FB49BD8}"/>
          </ac:spMkLst>
        </pc:spChg>
        <pc:spChg chg="mod">
          <ac:chgData name="Igor Dos Santos Oliveira" userId="b0c2fb47-b880-4cbf-af11-e7a3affee8ed" providerId="ADAL" clId="{494D6766-E60F-4C9C-8053-2F6D56CC7459}" dt="2026-09-01T03:53:22.467" v="8851" actId="207"/>
          <ac:spMkLst>
            <pc:docMk/>
            <pc:sldMk cId="1781201954" sldId="2147483636"/>
            <ac:spMk id="93" creationId="{6D714DDA-31BF-9CCE-8F66-62701020F19C}"/>
          </ac:spMkLst>
        </pc:spChg>
        <pc:spChg chg="mod">
          <ac:chgData name="Igor Dos Santos Oliveira" userId="b0c2fb47-b880-4cbf-af11-e7a3affee8ed" providerId="ADAL" clId="{494D6766-E60F-4C9C-8053-2F6D56CC7459}" dt="2026-09-01T03:53:22.467" v="8851" actId="207"/>
          <ac:spMkLst>
            <pc:docMk/>
            <pc:sldMk cId="1781201954" sldId="2147483636"/>
            <ac:spMk id="94" creationId="{7D7DB6A2-08D0-5F49-4BA9-02FE1BF98A68}"/>
          </ac:spMkLst>
        </pc:spChg>
        <pc:spChg chg="mod">
          <ac:chgData name="Igor Dos Santos Oliveira" userId="b0c2fb47-b880-4cbf-af11-e7a3affee8ed" providerId="ADAL" clId="{494D6766-E60F-4C9C-8053-2F6D56CC7459}" dt="2026-09-01T03:53:22.467" v="8851" actId="207"/>
          <ac:spMkLst>
            <pc:docMk/>
            <pc:sldMk cId="1781201954" sldId="2147483636"/>
            <ac:spMk id="96" creationId="{62D0268A-BDC1-28C0-2DF3-01E960B54A63}"/>
          </ac:spMkLst>
        </pc:spChg>
        <pc:spChg chg="mod">
          <ac:chgData name="Igor Dos Santos Oliveira" userId="b0c2fb47-b880-4cbf-af11-e7a3affee8ed" providerId="ADAL" clId="{494D6766-E60F-4C9C-8053-2F6D56CC7459}" dt="2026-09-01T03:48:33.793" v="8803" actId="20577"/>
          <ac:spMkLst>
            <pc:docMk/>
            <pc:sldMk cId="1781201954" sldId="2147483636"/>
            <ac:spMk id="99" creationId="{29658F8D-6DA1-3041-9757-2956B2F9903F}"/>
          </ac:spMkLst>
        </pc:spChg>
        <pc:spChg chg="mod">
          <ac:chgData name="Igor Dos Santos Oliveira" userId="b0c2fb47-b880-4cbf-af11-e7a3affee8ed" providerId="ADAL" clId="{494D6766-E60F-4C9C-8053-2F6D56CC7459}" dt="2026-09-01T03:53:22.467" v="8851" actId="207"/>
          <ac:spMkLst>
            <pc:docMk/>
            <pc:sldMk cId="1781201954" sldId="2147483636"/>
            <ac:spMk id="101" creationId="{5250CF17-3DF5-4C39-F02E-01A18418CA0E}"/>
          </ac:spMkLst>
        </pc:spChg>
        <pc:spChg chg="mod">
          <ac:chgData name="Igor Dos Santos Oliveira" userId="b0c2fb47-b880-4cbf-af11-e7a3affee8ed" providerId="ADAL" clId="{494D6766-E60F-4C9C-8053-2F6D56CC7459}" dt="2026-09-01T03:53:22.467" v="8851" actId="207"/>
          <ac:spMkLst>
            <pc:docMk/>
            <pc:sldMk cId="1781201954" sldId="2147483636"/>
            <ac:spMk id="103" creationId="{54607BA6-2A18-FBCD-2A11-0EF9FFB28F9B}"/>
          </ac:spMkLst>
        </pc:spChg>
        <pc:spChg chg="mod">
          <ac:chgData name="Igor Dos Santos Oliveira" userId="b0c2fb47-b880-4cbf-af11-e7a3affee8ed" providerId="ADAL" clId="{494D6766-E60F-4C9C-8053-2F6D56CC7459}" dt="2026-09-01T03:53:22.467" v="8851" actId="207"/>
          <ac:spMkLst>
            <pc:docMk/>
            <pc:sldMk cId="1781201954" sldId="2147483636"/>
            <ac:spMk id="105" creationId="{7F4B4015-3A3A-B1DC-D4D4-312F8CB3D45F}"/>
          </ac:spMkLst>
        </pc:spChg>
        <pc:spChg chg="mod">
          <ac:chgData name="Igor Dos Santos Oliveira" userId="b0c2fb47-b880-4cbf-af11-e7a3affee8ed" providerId="ADAL" clId="{494D6766-E60F-4C9C-8053-2F6D56CC7459}" dt="2026-09-01T03:53:22.467" v="8851" actId="207"/>
          <ac:spMkLst>
            <pc:docMk/>
            <pc:sldMk cId="1781201954" sldId="2147483636"/>
            <ac:spMk id="106" creationId="{6AEC3617-5BCC-4CFE-46A1-49ABD0FE53BB}"/>
          </ac:spMkLst>
        </pc:spChg>
        <pc:spChg chg="mod">
          <ac:chgData name="Igor Dos Santos Oliveira" userId="b0c2fb47-b880-4cbf-af11-e7a3affee8ed" providerId="ADAL" clId="{494D6766-E60F-4C9C-8053-2F6D56CC7459}" dt="2026-09-01T03:53:22.467" v="8851" actId="207"/>
          <ac:spMkLst>
            <pc:docMk/>
            <pc:sldMk cId="1781201954" sldId="2147483636"/>
            <ac:spMk id="108" creationId="{4626A659-646B-81F9-A4E6-9AF83A906265}"/>
          </ac:spMkLst>
        </pc:spChg>
      </pc:sldChg>
      <pc:sldMasterChg chg="delSldLayout">
        <pc:chgData name="Igor Dos Santos Oliveira" userId="b0c2fb47-b880-4cbf-af11-e7a3affee8ed" providerId="ADAL" clId="{494D6766-E60F-4C9C-8053-2F6D56CC7459}" dt="2026-08-31T23:04:27.106" v="5079" actId="47"/>
        <pc:sldMasterMkLst>
          <pc:docMk/>
          <pc:sldMasterMk cId="1909451149" sldId="2147483751"/>
        </pc:sldMasterMkLst>
        <pc:sldLayoutChg chg="del">
          <pc:chgData name="Igor Dos Santos Oliveira" userId="b0c2fb47-b880-4cbf-af11-e7a3affee8ed" providerId="ADAL" clId="{494D6766-E60F-4C9C-8053-2F6D56CC7459}" dt="2026-08-31T23:04:27.106" v="5079" actId="47"/>
          <pc:sldLayoutMkLst>
            <pc:docMk/>
            <pc:sldMasterMk cId="1909451149" sldId="2147483751"/>
            <pc:sldLayoutMk cId="3090727876" sldId="2147483851"/>
          </pc:sldLayoutMkLst>
        </pc:sldLayoutChg>
      </pc:sldMasterChg>
      <pc:sldMasterChg chg="del delSldLayout">
        <pc:chgData name="Igor Dos Santos Oliveira" userId="b0c2fb47-b880-4cbf-af11-e7a3affee8ed" providerId="ADAL" clId="{494D6766-E60F-4C9C-8053-2F6D56CC7459}" dt="2026-08-31T22:56:38.149" v="5026" actId="47"/>
        <pc:sldMasterMkLst>
          <pc:docMk/>
          <pc:sldMasterMk cId="68030450" sldId="2147483831"/>
        </pc:sldMasterMkLst>
        <pc:sldLayoutChg chg="del">
          <pc:chgData name="Igor Dos Santos Oliveira" userId="b0c2fb47-b880-4cbf-af11-e7a3affee8ed" providerId="ADAL" clId="{494D6766-E60F-4C9C-8053-2F6D56CC7459}" dt="2026-08-31T22:56:38.149" v="5026" actId="47"/>
          <pc:sldLayoutMkLst>
            <pc:docMk/>
            <pc:sldMasterMk cId="68030450" sldId="2147483831"/>
            <pc:sldLayoutMk cId="741039224" sldId="2147483832"/>
          </pc:sldLayoutMkLst>
        </pc:sldLayoutChg>
        <pc:sldLayoutChg chg="del">
          <pc:chgData name="Igor Dos Santos Oliveira" userId="b0c2fb47-b880-4cbf-af11-e7a3affee8ed" providerId="ADAL" clId="{494D6766-E60F-4C9C-8053-2F6D56CC7459}" dt="2026-08-31T22:56:38.149" v="5026" actId="47"/>
          <pc:sldLayoutMkLst>
            <pc:docMk/>
            <pc:sldMasterMk cId="68030450" sldId="2147483831"/>
            <pc:sldLayoutMk cId="616580051" sldId="2147483833"/>
          </pc:sldLayoutMkLst>
        </pc:sldLayoutChg>
        <pc:sldLayoutChg chg="del">
          <pc:chgData name="Igor Dos Santos Oliveira" userId="b0c2fb47-b880-4cbf-af11-e7a3affee8ed" providerId="ADAL" clId="{494D6766-E60F-4C9C-8053-2F6D56CC7459}" dt="2026-08-31T22:56:38.149" v="5026" actId="47"/>
          <pc:sldLayoutMkLst>
            <pc:docMk/>
            <pc:sldMasterMk cId="68030450" sldId="2147483831"/>
            <pc:sldLayoutMk cId="4156016978" sldId="2147483834"/>
          </pc:sldLayoutMkLst>
        </pc:sldLayoutChg>
        <pc:sldLayoutChg chg="del">
          <pc:chgData name="Igor Dos Santos Oliveira" userId="b0c2fb47-b880-4cbf-af11-e7a3affee8ed" providerId="ADAL" clId="{494D6766-E60F-4C9C-8053-2F6D56CC7459}" dt="2026-08-31T22:56:38.149" v="5026" actId="47"/>
          <pc:sldLayoutMkLst>
            <pc:docMk/>
            <pc:sldMasterMk cId="68030450" sldId="2147483831"/>
            <pc:sldLayoutMk cId="3428619698" sldId="2147483835"/>
          </pc:sldLayoutMkLst>
        </pc:sldLayoutChg>
        <pc:sldLayoutChg chg="del">
          <pc:chgData name="Igor Dos Santos Oliveira" userId="b0c2fb47-b880-4cbf-af11-e7a3affee8ed" providerId="ADAL" clId="{494D6766-E60F-4C9C-8053-2F6D56CC7459}" dt="2026-08-31T22:56:38.149" v="5026" actId="47"/>
          <pc:sldLayoutMkLst>
            <pc:docMk/>
            <pc:sldMasterMk cId="68030450" sldId="2147483831"/>
            <pc:sldLayoutMk cId="1988119164" sldId="2147483836"/>
          </pc:sldLayoutMkLst>
        </pc:sldLayoutChg>
        <pc:sldLayoutChg chg="del">
          <pc:chgData name="Igor Dos Santos Oliveira" userId="b0c2fb47-b880-4cbf-af11-e7a3affee8ed" providerId="ADAL" clId="{494D6766-E60F-4C9C-8053-2F6D56CC7459}" dt="2026-08-31T22:56:38.149" v="5026" actId="47"/>
          <pc:sldLayoutMkLst>
            <pc:docMk/>
            <pc:sldMasterMk cId="68030450" sldId="2147483831"/>
            <pc:sldLayoutMk cId="449844994" sldId="2147483837"/>
          </pc:sldLayoutMkLst>
        </pc:sldLayoutChg>
        <pc:sldLayoutChg chg="del">
          <pc:chgData name="Igor Dos Santos Oliveira" userId="b0c2fb47-b880-4cbf-af11-e7a3affee8ed" providerId="ADAL" clId="{494D6766-E60F-4C9C-8053-2F6D56CC7459}" dt="2026-08-31T22:56:38.149" v="5026" actId="47"/>
          <pc:sldLayoutMkLst>
            <pc:docMk/>
            <pc:sldMasterMk cId="68030450" sldId="2147483831"/>
            <pc:sldLayoutMk cId="3600198964" sldId="2147483838"/>
          </pc:sldLayoutMkLst>
        </pc:sldLayoutChg>
        <pc:sldLayoutChg chg="del">
          <pc:chgData name="Igor Dos Santos Oliveira" userId="b0c2fb47-b880-4cbf-af11-e7a3affee8ed" providerId="ADAL" clId="{494D6766-E60F-4C9C-8053-2F6D56CC7459}" dt="2026-08-31T22:56:38.149" v="5026" actId="47"/>
          <pc:sldLayoutMkLst>
            <pc:docMk/>
            <pc:sldMasterMk cId="68030450" sldId="2147483831"/>
            <pc:sldLayoutMk cId="4185109089" sldId="2147483839"/>
          </pc:sldLayoutMkLst>
        </pc:sldLayoutChg>
        <pc:sldLayoutChg chg="del">
          <pc:chgData name="Igor Dos Santos Oliveira" userId="b0c2fb47-b880-4cbf-af11-e7a3affee8ed" providerId="ADAL" clId="{494D6766-E60F-4C9C-8053-2F6D56CC7459}" dt="2026-08-31T22:56:38.149" v="5026" actId="47"/>
          <pc:sldLayoutMkLst>
            <pc:docMk/>
            <pc:sldMasterMk cId="68030450" sldId="2147483831"/>
            <pc:sldLayoutMk cId="3004842415" sldId="2147483840"/>
          </pc:sldLayoutMkLst>
        </pc:sldLayoutChg>
        <pc:sldLayoutChg chg="del">
          <pc:chgData name="Igor Dos Santos Oliveira" userId="b0c2fb47-b880-4cbf-af11-e7a3affee8ed" providerId="ADAL" clId="{494D6766-E60F-4C9C-8053-2F6D56CC7459}" dt="2026-08-31T22:56:38.149" v="5026" actId="47"/>
          <pc:sldLayoutMkLst>
            <pc:docMk/>
            <pc:sldMasterMk cId="68030450" sldId="2147483831"/>
            <pc:sldLayoutMk cId="2926345446" sldId="2147483841"/>
          </pc:sldLayoutMkLst>
        </pc:sldLayoutChg>
        <pc:sldLayoutChg chg="del">
          <pc:chgData name="Igor Dos Santos Oliveira" userId="b0c2fb47-b880-4cbf-af11-e7a3affee8ed" providerId="ADAL" clId="{494D6766-E60F-4C9C-8053-2F6D56CC7459}" dt="2026-08-31T22:56:38.149" v="5026" actId="47"/>
          <pc:sldLayoutMkLst>
            <pc:docMk/>
            <pc:sldMasterMk cId="68030450" sldId="2147483831"/>
            <pc:sldLayoutMk cId="3801285495" sldId="2147483842"/>
          </pc:sldLayoutMkLst>
        </pc:sldLayoutChg>
        <pc:sldLayoutChg chg="del">
          <pc:chgData name="Igor Dos Santos Oliveira" userId="b0c2fb47-b880-4cbf-af11-e7a3affee8ed" providerId="ADAL" clId="{494D6766-E60F-4C9C-8053-2F6D56CC7459}" dt="2026-08-31T22:56:38.149" v="5026" actId="47"/>
          <pc:sldLayoutMkLst>
            <pc:docMk/>
            <pc:sldMasterMk cId="68030450" sldId="2147483831"/>
            <pc:sldLayoutMk cId="3581798623" sldId="2147483844"/>
          </pc:sldLayoutMkLst>
        </pc:sldLayoutChg>
        <pc:sldLayoutChg chg="del">
          <pc:chgData name="Igor Dos Santos Oliveira" userId="b0c2fb47-b880-4cbf-af11-e7a3affee8ed" providerId="ADAL" clId="{494D6766-E60F-4C9C-8053-2F6D56CC7459}" dt="2026-08-31T22:56:38.149" v="5026" actId="47"/>
          <pc:sldLayoutMkLst>
            <pc:docMk/>
            <pc:sldMasterMk cId="68030450" sldId="2147483831"/>
            <pc:sldLayoutMk cId="3235753682" sldId="2147483850"/>
          </pc:sldLayoutMkLst>
        </pc:sldLayoutChg>
        <pc:sldLayoutChg chg="del">
          <pc:chgData name="Igor Dos Santos Oliveira" userId="b0c2fb47-b880-4cbf-af11-e7a3affee8ed" providerId="ADAL" clId="{494D6766-E60F-4C9C-8053-2F6D56CC7459}" dt="2026-08-31T14:01:14.146" v="936" actId="47"/>
          <pc:sldLayoutMkLst>
            <pc:docMk/>
            <pc:sldMasterMk cId="68030450" sldId="2147483831"/>
            <pc:sldLayoutMk cId="3340983336" sldId="2147483852"/>
          </pc:sldLayoutMkLst>
        </pc:sldLayoutChg>
        <pc:sldLayoutChg chg="del">
          <pc:chgData name="Igor Dos Santos Oliveira" userId="b0c2fb47-b880-4cbf-af11-e7a3affee8ed" providerId="ADAL" clId="{494D6766-E60F-4C9C-8053-2F6D56CC7459}" dt="2026-08-31T14:26:45.048" v="1063" actId="47"/>
          <pc:sldLayoutMkLst>
            <pc:docMk/>
            <pc:sldMasterMk cId="68030450" sldId="2147483831"/>
            <pc:sldLayoutMk cId="695713275" sldId="2147483853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88BABA-71B6-1D46-9BD2-5A61B2EB7D9A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753C5B-A14A-B546-B0FC-DCBD543E60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4752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5E1D3B-A8C8-0A40-917E-B433933788DE}" type="slidenum">
              <a:rPr kumimoji="0" lang="x-non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ivo Type" panose="02000500000000020000" pitchFamily="2" charset="77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x-non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ivo Type" panose="0200050000000002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54692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41400-013A-3A78-64CD-64B9E26ED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6AC00D-A888-4EA4-FA8C-195B89A039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66FAB4-B244-E93D-5DF0-11FCFF63AA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0FB40D-9527-2C1B-F21A-91D80EE672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7197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99F86-4FD0-D742-C77A-5F6AF6C2B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C0C00D-448F-6E59-18A0-008CB851CA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038335-C313-77FF-CC03-D45B73C731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597090-56EE-989F-0610-1254DEAF97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8743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2A8CB-DD39-F487-B9A9-47CB09EBA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8B3F8A-24E6-48DA-87B4-6082C1A5B6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E403E9-E0E4-D0BF-A5E8-2A0343F434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37DE4C-E1BB-3DA4-C6BA-62839EC7C6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2363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87FF2C-7BCE-4C59-9F02-A516C428D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C815C1-E2F0-6B5B-01AC-27499E565D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8A7F86-C9BC-87EE-A9C6-8D3337CEE4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BCA845-BD01-8F02-5EC6-E22A189A29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7822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44546-0D30-B0D6-6A55-92542AA68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41C44E-BF14-EF43-1E58-E2EACF1C38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F7E6B3-11F8-BE5A-BCD5-D0C30FEFCF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76FB79-84E9-FC28-5C3A-5535A80DBE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1701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Layout atualizado com deduplicacao por squad. Cross Squads global contem GP Igor e LT Felipe. No Squad 01, Catia, Marcio, Patricia e Poliana aparecem uma unica vez no bloco compartilhado. Frentes exibem apenas perfis exclusivos.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5E1D3B-A8C8-0A40-917E-B433933788DE}" type="slidenum">
              <a:rPr lang="x-none" smtClean="0"/>
              <a:t>18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3320399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8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59A56B-9063-FEDD-7301-0001E86E0B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8DCBF5B-A36F-9166-7AFC-914B066FB1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11E63AA-9F90-5C95-DA65-BC7B52DF3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3943">
              <a:defRPr/>
            </a:pPr>
            <a:fld id="{557548F4-0261-B547-8DE0-CE0778D0F1DE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 defTabSz="913943">
                <a:defRPr/>
              </a:pPr>
              <a:t>31/08/2026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F5FB0B-519D-E57A-EC3B-67EB45128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3943">
              <a:defRPr/>
            </a:pPr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D7A36F2-B5DA-5506-3CAF-15F9FCEC4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3943">
              <a:defRPr/>
            </a:pPr>
            <a:fld id="{D9C7BD06-87D0-8C4B-B1EB-7CBBB5FD72F4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 defTabSz="913943">
                <a:defRPr/>
              </a:pPr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37562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FD9B6B-FAA8-027F-7701-B6F20033E5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966DF01-12D9-58BB-5991-EDB8029680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588488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Capa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3">
            <a:extLst>
              <a:ext uri="{FF2B5EF4-FFF2-40B4-BE49-F238E27FC236}">
                <a16:creationId xmlns:a16="http://schemas.microsoft.com/office/drawing/2014/main" id="{82C3BC5C-01FE-BE88-6A93-8752FE94FD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2885" y="3168881"/>
            <a:ext cx="4791604" cy="939480"/>
          </a:xfrm>
        </p:spPr>
        <p:txBody>
          <a:bodyPr anchor="t">
            <a:normAutofit/>
          </a:bodyPr>
          <a:lstStyle>
            <a:lvl1pPr>
              <a:defRPr sz="3000" b="0" i="0">
                <a:solidFill>
                  <a:schemeClr val="bg1"/>
                </a:solidFill>
                <a:latin typeface="Vivo Type" panose="02000500000000020000" pitchFamily="2" charset="77"/>
                <a:ea typeface="Vivo Type" panose="02000500000000020000" pitchFamily="2" charset="77"/>
                <a:cs typeface="Vivo Type" panose="02000500000000020000" pitchFamily="2" charset="77"/>
              </a:defRPr>
            </a:lvl1pPr>
          </a:lstStyle>
          <a:p>
            <a:r>
              <a:rPr lang="en-US" err="1"/>
              <a:t>Título</a:t>
            </a:r>
            <a:r>
              <a:rPr lang="en-US"/>
              <a:t> da </a:t>
            </a:r>
            <a:r>
              <a:rPr lang="en-US" err="1"/>
              <a:t>apresentação</a:t>
            </a:r>
            <a:br>
              <a:rPr lang="en-US"/>
            </a:br>
            <a:r>
              <a:rPr lang="en-US"/>
              <a:t>em 30 pt Regular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9181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82B8087-385C-D343-8998-E2944B541B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80395" y="6433718"/>
            <a:ext cx="177691" cy="24366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3D34CA-4418-F236-3BA1-06591725CB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724" y="334219"/>
            <a:ext cx="10987526" cy="864527"/>
          </a:xfrm>
        </p:spPr>
        <p:txBody>
          <a:bodyPr anchor="t">
            <a:noAutofit/>
          </a:bodyPr>
          <a:lstStyle>
            <a:lvl1pPr>
              <a:defRPr sz="8000" b="0" i="0">
                <a:solidFill>
                  <a:srgbClr val="660099"/>
                </a:solidFill>
                <a:latin typeface="Vivo Type" panose="02000500000000020000" pitchFamily="2" charset="77"/>
                <a:ea typeface="Vivo Type" panose="02000500000000020000" pitchFamily="2" charset="77"/>
                <a:cs typeface="Vivo Type" panose="02000500000000020000" pitchFamily="2" charset="77"/>
              </a:defRPr>
            </a:lvl1pPr>
          </a:lstStyle>
          <a:p>
            <a:r>
              <a:rPr lang="en-US" err="1"/>
              <a:t>Obrigad</a:t>
            </a:r>
            <a:r>
              <a:rPr lang="en-US"/>
              <a:t>_</a:t>
            </a:r>
            <a:endParaRPr lang="pt-BR"/>
          </a:p>
        </p:txBody>
      </p:sp>
      <p:sp>
        <p:nvSpPr>
          <p:cNvPr id="3" name="TextBox 5">
            <a:extLst>
              <a:ext uri="{FF2B5EF4-FFF2-40B4-BE49-F238E27FC236}">
                <a16:creationId xmlns:a16="http://schemas.microsoft.com/office/drawing/2014/main" id="{6621682E-A0BB-A38C-94A2-7B8071E312BE}"/>
              </a:ext>
            </a:extLst>
          </p:cNvPr>
          <p:cNvSpPr txBox="1"/>
          <p:nvPr userDrawn="1"/>
        </p:nvSpPr>
        <p:spPr>
          <a:xfrm>
            <a:off x="361801" y="6399336"/>
            <a:ext cx="864417" cy="292422"/>
          </a:xfrm>
          <a:prstGeom prst="rect">
            <a:avLst/>
          </a:prstGeom>
          <a:noFill/>
        </p:spPr>
        <p:txBody>
          <a:bodyPr wrap="square" lIns="121954" tIns="60977" rIns="121954" bIns="60977" rtlCol="0">
            <a:spAutoFit/>
          </a:bodyPr>
          <a:lstStyle/>
          <a:p>
            <a:pPr algn="l"/>
            <a:fld id="{1FBC671E-67B5-5546-8EDD-863B5FB6B5ED}" type="slidenum">
              <a:rPr lang="pt-BR" sz="1100" b="0" i="0" smtClean="0">
                <a:solidFill>
                  <a:schemeClr val="bg1"/>
                </a:solidFill>
                <a:latin typeface="Vivo Type" panose="02000500000000020000" pitchFamily="2" charset="77"/>
                <a:cs typeface="Vivo Type" panose="02000500000000020000" pitchFamily="2" charset="77"/>
              </a:rPr>
              <a:pPr algn="l"/>
              <a:t>‹nº›</a:t>
            </a:fld>
            <a:endParaRPr lang="pt-BR" sz="1100" b="0" i="0">
              <a:solidFill>
                <a:schemeClr val="bg1"/>
              </a:solidFill>
              <a:latin typeface="Vivo Type" panose="02000500000000020000" pitchFamily="2" charset="77"/>
              <a:cs typeface="Vivo Type" panose="02000500000000020000" pitchFamily="2" charset="77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828D18D-115F-4A02-991C-D2BDD01C401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48961" y="0"/>
            <a:ext cx="6543040" cy="6858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b="0" i="0" baseline="0">
                <a:solidFill>
                  <a:schemeClr val="bg1">
                    <a:lumMod val="85000"/>
                  </a:schemeClr>
                </a:solidFill>
                <a:latin typeface="Vivo Type" panose="02000500000000020000" pitchFamily="2" charset="77"/>
                <a:ea typeface="Vivo Type" panose="02000500000000020000" pitchFamily="2" charset="77"/>
                <a:cs typeface="Vivo Type" panose="02000500000000020000" pitchFamily="2" charset="77"/>
              </a:defRPr>
            </a:lvl1pPr>
          </a:lstStyle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insira uma</a:t>
            </a:r>
            <a:br>
              <a:rPr lang="pt-BR"/>
            </a:br>
            <a:r>
              <a:rPr lang="pt-BR"/>
              <a:t>imagem</a:t>
            </a:r>
          </a:p>
        </p:txBody>
      </p:sp>
    </p:spTree>
    <p:extLst>
      <p:ext uri="{BB962C8B-B14F-4D97-AF65-F5344CB8AC3E}">
        <p14:creationId xmlns:p14="http://schemas.microsoft.com/office/powerpoint/2010/main" val="725551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9424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1.xml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2.bin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3.emf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2.bin"/><Relationship Id="rId5" Type="http://schemas.openxmlformats.org/officeDocument/2006/relationships/tags" Target="../tags/tag3.xml"/><Relationship Id="rId4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theme" Target="../theme/theme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to 10" hidden="1">
            <a:extLst>
              <a:ext uri="{FF2B5EF4-FFF2-40B4-BE49-F238E27FC236}">
                <a16:creationId xmlns:a16="http://schemas.microsoft.com/office/drawing/2014/main" id="{831C6021-B02B-89AB-A60B-D965F79FD93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377035607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4" imgW="384" imgH="384" progId="TCLayout.ActiveDocument.1">
                  <p:embed/>
                </p:oleObj>
              </mc:Choice>
              <mc:Fallback>
                <p:oleObj name="Slide do think-cell" r:id="rId4" imgW="384" imgH="384" progId="TCLayout.ActiveDocument.1">
                  <p:embed/>
                  <p:pic>
                    <p:nvPicPr>
                      <p:cNvPr id="11" name="Objeto 10" hidden="1">
                        <a:extLst>
                          <a:ext uri="{FF2B5EF4-FFF2-40B4-BE49-F238E27FC236}">
                            <a16:creationId xmlns:a16="http://schemas.microsoft.com/office/drawing/2014/main" id="{831C6021-B02B-89AB-A60B-D965F79FD9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aixaDeTexto 6">
            <a:extLst>
              <a:ext uri="{FF2B5EF4-FFF2-40B4-BE49-F238E27FC236}">
                <a16:creationId xmlns:a16="http://schemas.microsoft.com/office/drawing/2014/main" id="{C9243711-1DB2-2F20-9602-D877A85D1A8D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87820"/>
            <a:ext cx="7548563" cy="1066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7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*** Documento CORPORATIVO de TELEFÓNICA. *** CORPORATE </a:t>
            </a:r>
            <a:r>
              <a:rPr lang="pt-BR" sz="700" err="1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document</a:t>
            </a:r>
            <a:r>
              <a:rPr lang="pt-BR" sz="7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 </a:t>
            </a:r>
            <a:r>
              <a:rPr lang="pt-BR" sz="700" err="1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of</a:t>
            </a:r>
            <a:r>
              <a:rPr lang="pt-BR" sz="7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 TELEFÓNICA. *** Documento CORPORATIVO da TELEFÓNICA. *** TELEFÓNICA UNTERNEHMENSINTERN </a:t>
            </a:r>
            <a:r>
              <a:rPr lang="pt-BR" sz="700" err="1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Dokument</a:t>
            </a:r>
            <a:r>
              <a:rPr lang="pt-BR" sz="7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.</a:t>
            </a:r>
          </a:p>
        </p:txBody>
      </p:sp>
      <p:pic>
        <p:nvPicPr>
          <p:cNvPr id="9" name="Imagem 3">
            <a:extLst>
              <a:ext uri="{FF2B5EF4-FFF2-40B4-BE49-F238E27FC236}">
                <a16:creationId xmlns:a16="http://schemas.microsoft.com/office/drawing/2014/main" id="{A881801E-0FD1-3BA5-FF81-28DEAD9E41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3533" cy="6858000"/>
          </a:xfrm>
          <a:prstGeom prst="rect">
            <a:avLst/>
          </a:prstGeom>
        </p:spPr>
      </p:pic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F5D6F85-D6AE-4E40-9780-DD374FA55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79CC30E-4D54-F14B-9ADC-29FD8303DA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40A7E2E-1C3E-B24B-B337-B3BA0321E3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3943">
              <a:defRPr/>
            </a:pPr>
            <a:fld id="{557548F4-0261-B547-8DE0-CE0778D0F1DE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 defTabSz="913943">
                <a:defRPr/>
              </a:pPr>
              <a:t>31/08/2026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AD2E25D-7C88-9C4A-B91C-E017E6112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1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3943">
              <a:defRPr/>
            </a:pPr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7632C6F-BE25-0444-8466-6F5A921C83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3943">
              <a:defRPr/>
            </a:pPr>
            <a:fld id="{D9C7BD06-87D0-8C4B-B1EB-7CBBB5FD72F4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 defTabSz="913943">
                <a:defRPr/>
              </a:pPr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7186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5" r:id="rId1"/>
  </p:sldLayoutIdLst>
  <p:txStyles>
    <p:titleStyle>
      <a:lvl1pPr algn="l" defTabSz="913943" rtl="0" eaLnBrk="1" latinLnBrk="0" hangingPunct="1">
        <a:lnSpc>
          <a:spcPct val="90000"/>
        </a:lnSpc>
        <a:spcBef>
          <a:spcPct val="0"/>
        </a:spcBef>
        <a:buNone/>
        <a:defRPr sz="439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86" indent="-228486" algn="l" defTabSz="913943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457" indent="-228486" algn="l" defTabSz="91394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429" indent="-228486" algn="l" defTabSz="91394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400" indent="-228486" algn="l" defTabSz="91394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371" indent="-228486" algn="l" defTabSz="91394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343" indent="-228486" algn="l" defTabSz="91394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314" indent="-228486" algn="l" defTabSz="91394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286" indent="-228486" algn="l" defTabSz="91394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257" indent="-228486" algn="l" defTabSz="91394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71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943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914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886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857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828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800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771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60F38F36-91BD-4A6B-926D-16C78B201B1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4971894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27" imgH="327" progId="TCLayout.ActiveDocument.1">
                  <p:embed/>
                </p:oleObj>
              </mc:Choice>
              <mc:Fallback>
                <p:oleObj name="think-cell Slide" r:id="rId4" imgW="327" imgH="327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60F38F36-91BD-4A6B-926D-16C78B201B1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 userDrawn="1">
            <p:ph type="title"/>
          </p:nvPr>
        </p:nvSpPr>
        <p:spPr bwMode="auto"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pt-BR" err="1"/>
              <a:t>Place</a:t>
            </a:r>
            <a:r>
              <a:rPr lang="pt-BR"/>
              <a:t> </a:t>
            </a:r>
            <a:r>
              <a:rPr lang="pt-BR" err="1"/>
              <a:t>headline</a:t>
            </a:r>
            <a:r>
              <a:rPr lang="pt-BR"/>
              <a:t> </a:t>
            </a:r>
            <a:r>
              <a:rPr lang="pt-BR" err="1"/>
              <a:t>here</a:t>
            </a:r>
            <a:r>
              <a:rPr lang="pt-BR"/>
              <a:t> (36pt, min 30pt)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 bwMode="auto">
          <a:xfrm>
            <a:off x="381000" y="1371600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pt-BR" err="1"/>
              <a:t>First</a:t>
            </a:r>
            <a:r>
              <a:rPr lang="pt-BR"/>
              <a:t> </a:t>
            </a:r>
            <a:r>
              <a:rPr lang="pt-BR" err="1"/>
              <a:t>level</a:t>
            </a:r>
            <a:r>
              <a:rPr lang="pt-BR"/>
              <a:t> (copy 20pt)</a:t>
            </a:r>
          </a:p>
          <a:p>
            <a:pPr lvl="1"/>
            <a:r>
              <a:rPr lang="pt-BR" err="1"/>
              <a:t>Second</a:t>
            </a:r>
            <a:r>
              <a:rPr lang="pt-BR"/>
              <a:t> </a:t>
            </a:r>
            <a:r>
              <a:rPr lang="pt-BR" err="1"/>
              <a:t>level</a:t>
            </a:r>
            <a:r>
              <a:rPr lang="pt-BR"/>
              <a:t> (</a:t>
            </a:r>
            <a:r>
              <a:rPr lang="pt-BR" err="1"/>
              <a:t>bullet</a:t>
            </a:r>
            <a:r>
              <a:rPr lang="pt-BR"/>
              <a:t> 20pt)</a:t>
            </a:r>
          </a:p>
          <a:p>
            <a:pPr lvl="2"/>
            <a:r>
              <a:rPr lang="pt-BR" err="1"/>
              <a:t>Third</a:t>
            </a:r>
            <a:r>
              <a:rPr lang="pt-BR"/>
              <a:t> </a:t>
            </a:r>
            <a:r>
              <a:rPr lang="pt-BR" err="1"/>
              <a:t>level</a:t>
            </a:r>
            <a:r>
              <a:rPr lang="pt-BR"/>
              <a:t> (</a:t>
            </a:r>
            <a:r>
              <a:rPr lang="pt-BR" err="1"/>
              <a:t>bullet</a:t>
            </a:r>
            <a:r>
              <a:rPr lang="pt-BR"/>
              <a:t> 20pt)</a:t>
            </a:r>
          </a:p>
          <a:p>
            <a:pPr lvl="3"/>
            <a:r>
              <a:rPr lang="pt-BR" err="1"/>
              <a:t>Fourth</a:t>
            </a:r>
            <a:r>
              <a:rPr lang="pt-BR"/>
              <a:t> </a:t>
            </a:r>
            <a:r>
              <a:rPr lang="pt-BR" err="1"/>
              <a:t>level</a:t>
            </a:r>
            <a:r>
              <a:rPr lang="pt-BR"/>
              <a:t> (</a:t>
            </a:r>
            <a:r>
              <a:rPr lang="pt-BR" err="1"/>
              <a:t>bullet</a:t>
            </a:r>
            <a:r>
              <a:rPr lang="pt-BR"/>
              <a:t> 18pt)</a:t>
            </a:r>
          </a:p>
          <a:p>
            <a:pPr lvl="4"/>
            <a:r>
              <a:rPr lang="pt-BR" err="1"/>
              <a:t>Fifth</a:t>
            </a:r>
            <a:r>
              <a:rPr lang="pt-BR"/>
              <a:t> </a:t>
            </a:r>
            <a:r>
              <a:rPr lang="pt-BR" err="1"/>
              <a:t>level</a:t>
            </a:r>
            <a:r>
              <a:rPr lang="pt-BR"/>
              <a:t> (</a:t>
            </a:r>
            <a:r>
              <a:rPr lang="pt-BR" err="1"/>
              <a:t>bullet</a:t>
            </a:r>
            <a:r>
              <a:rPr lang="pt-BR"/>
              <a:t> 18pt)</a:t>
            </a:r>
          </a:p>
          <a:p>
            <a:pPr lvl="5"/>
            <a:r>
              <a:rPr lang="pt-BR" err="1"/>
              <a:t>Sixth</a:t>
            </a:r>
            <a:r>
              <a:rPr lang="pt-BR"/>
              <a:t> </a:t>
            </a:r>
            <a:r>
              <a:rPr lang="pt-BR" err="1"/>
              <a:t>level</a:t>
            </a:r>
            <a:r>
              <a:rPr lang="pt-BR"/>
              <a:t> (copy 16pt)</a:t>
            </a:r>
          </a:p>
          <a:p>
            <a:pPr lvl="6"/>
            <a:r>
              <a:rPr lang="pt-BR" err="1"/>
              <a:t>Seventh</a:t>
            </a:r>
            <a:r>
              <a:rPr lang="pt-BR"/>
              <a:t> </a:t>
            </a:r>
            <a:r>
              <a:rPr lang="pt-BR" err="1"/>
              <a:t>level</a:t>
            </a:r>
            <a:r>
              <a:rPr lang="pt-BR"/>
              <a:t> (</a:t>
            </a:r>
            <a:r>
              <a:rPr lang="pt-BR" err="1"/>
              <a:t>small</a:t>
            </a:r>
            <a:r>
              <a:rPr lang="pt-BR"/>
              <a:t> copy 12pt)</a:t>
            </a:r>
          </a:p>
          <a:p>
            <a:pPr lvl="7"/>
            <a:r>
              <a:rPr lang="pt-BR"/>
              <a:t>EIGHT LEVEL (DESCRIPTOR 10PT)</a:t>
            </a:r>
          </a:p>
          <a:p>
            <a:pPr lvl="8"/>
            <a:r>
              <a:rPr lang="pt-BR" err="1"/>
              <a:t>Ninth</a:t>
            </a:r>
            <a:r>
              <a:rPr lang="pt-BR"/>
              <a:t> </a:t>
            </a:r>
            <a:r>
              <a:rPr lang="pt-BR" err="1"/>
              <a:t>level</a:t>
            </a:r>
            <a:r>
              <a:rPr lang="pt-BR"/>
              <a:t> (</a:t>
            </a:r>
            <a:r>
              <a:rPr lang="pt-BR" err="1"/>
              <a:t>footer</a:t>
            </a:r>
            <a:r>
              <a:rPr lang="pt-BR"/>
              <a:t> 8pt)</a:t>
            </a:r>
          </a:p>
        </p:txBody>
      </p:sp>
      <p:sp>
        <p:nvSpPr>
          <p:cNvPr id="4" name="CaixaDeTexto 6">
            <a:extLst>
              <a:ext uri="{FF2B5EF4-FFF2-40B4-BE49-F238E27FC236}">
                <a16:creationId xmlns:a16="http://schemas.microsoft.com/office/drawing/2014/main" id="{C9243711-1DB2-2F20-9602-D877A85D1A8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87820"/>
            <a:ext cx="7548563" cy="1066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7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*** Documento CORPORATIVO de TELEFÓNICA. *** CORPORATE </a:t>
            </a:r>
            <a:r>
              <a:rPr lang="pt-BR" sz="700" err="1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document</a:t>
            </a:r>
            <a:r>
              <a:rPr lang="pt-BR" sz="7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 </a:t>
            </a:r>
            <a:r>
              <a:rPr lang="pt-BR" sz="700" err="1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of</a:t>
            </a:r>
            <a:r>
              <a:rPr lang="pt-BR" sz="7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 TELEFÓNICA. *** Documento CORPORATIVO da TELEFÓNICA. *** TELEFÓNICA UNTERNEHMENSINTERN </a:t>
            </a:r>
            <a:r>
              <a:rPr lang="pt-BR" sz="700" err="1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Dokument</a:t>
            </a:r>
            <a:r>
              <a:rPr lang="pt-BR" sz="7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08983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6" r:id="rId1"/>
  </p:sldLayoutIdLst>
  <p:hf hdr="0" ft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2286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Tx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System Font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System Font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Graphik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5ACBF0"/>
          </p15:clr>
        </p15:guide>
        <p15:guide id="2" orient="horz" pos="3976">
          <p15:clr>
            <a:srgbClr val="5ACBF0"/>
          </p15:clr>
        </p15:guide>
        <p15:guide id="3" pos="240">
          <p15:clr>
            <a:srgbClr val="5ACBF0"/>
          </p15:clr>
        </p15:guide>
        <p15:guide id="4" pos="7440">
          <p15:clr>
            <a:srgbClr val="5ACBF0"/>
          </p15:clr>
        </p15:guide>
        <p15:guide id="5" orient="horz" pos="4148">
          <p15:clr>
            <a:srgbClr val="5ACBF0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3FCB95F6-B47A-E801-5BE6-562A95EC6A06}"/>
              </a:ext>
            </a:extLst>
          </p:cNvPr>
          <p:cNvSpPr/>
          <p:nvPr userDrawn="1"/>
        </p:nvSpPr>
        <p:spPr>
          <a:xfrm>
            <a:off x="0" y="0"/>
            <a:ext cx="12192000" cy="900000"/>
          </a:xfrm>
          <a:prstGeom prst="rect">
            <a:avLst/>
          </a:prstGeom>
          <a:gradFill flip="none" rotWithShape="1">
            <a:gsLst>
              <a:gs pos="20000">
                <a:srgbClr val="660099"/>
              </a:gs>
              <a:gs pos="100000">
                <a:schemeClr val="tx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pt-BR" sz="2399"/>
          </a:p>
        </p:txBody>
      </p:sp>
      <p:sp>
        <p:nvSpPr>
          <p:cNvPr id="7" name="TextBox 28">
            <a:extLst>
              <a:ext uri="{FF2B5EF4-FFF2-40B4-BE49-F238E27FC236}">
                <a16:creationId xmlns:a16="http://schemas.microsoft.com/office/drawing/2014/main" id="{2B560C8B-2EE4-3B79-58EA-78E07AB33350}"/>
              </a:ext>
            </a:extLst>
          </p:cNvPr>
          <p:cNvSpPr txBox="1"/>
          <p:nvPr userDrawn="1"/>
        </p:nvSpPr>
        <p:spPr>
          <a:xfrm>
            <a:off x="10967584" y="6334680"/>
            <a:ext cx="864417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1FBC671E-67B5-5546-8EDD-863B5FB6B5ED}" type="slidenum">
              <a:rPr lang="pt-BR" sz="1099" b="0" i="0" smtClean="0">
                <a:solidFill>
                  <a:srgbClr val="380054"/>
                </a:solidFill>
                <a:latin typeface="Vivo Type" panose="02000500000000020000" pitchFamily="2" charset="77"/>
                <a:cs typeface="Vivo Type" panose="02000500000000020000" pitchFamily="2" charset="77"/>
              </a:rPr>
              <a:pPr algn="r"/>
              <a:t>‹nº›</a:t>
            </a:fld>
            <a:endParaRPr lang="pt-BR" sz="1099" b="0" i="0">
              <a:solidFill>
                <a:srgbClr val="380054"/>
              </a:solidFill>
              <a:latin typeface="Vivo Type" panose="02000500000000020000" pitchFamily="2" charset="77"/>
              <a:cs typeface="Vivo Type" panose="02000500000000020000" pitchFamily="2" charset="77"/>
            </a:endParaRP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B98BA52C-56E8-DBF5-0DBF-A257874B67D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86183" y="218245"/>
            <a:ext cx="1145817" cy="421222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7906E56B-410C-0A3D-29DC-93A364323FB4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581140"/>
            <a:ext cx="2703513" cy="2133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7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***Este documento está </a:t>
            </a:r>
            <a:r>
              <a:rPr lang="pt-BR" sz="70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clasificado</a:t>
            </a:r>
            <a:r>
              <a:rPr lang="pt-BR" sz="7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como USO INTERNO por TELEFÓNICA.
***</a:t>
            </a:r>
            <a:r>
              <a:rPr lang="pt-BR" sz="70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</a:t>
            </a:r>
            <a:r>
              <a:rPr lang="pt-BR" sz="7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70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</a:t>
            </a:r>
            <a:r>
              <a:rPr lang="pt-BR" sz="7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70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pt-BR" sz="7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70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classified</a:t>
            </a:r>
            <a:r>
              <a:rPr lang="pt-BR" sz="7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as INTERNAL USE </a:t>
            </a:r>
            <a:r>
              <a:rPr lang="pt-BR" sz="70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</a:t>
            </a:r>
            <a:r>
              <a:rPr lang="pt-BR" sz="7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TELEFÓNICA.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F71406-1B20-CE9F-CAF9-CFDA30566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0B6D069-097F-7358-6B39-AEEEB241ED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564454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3943" rtl="0" eaLnBrk="1" latinLnBrk="0" hangingPunct="1">
        <a:lnSpc>
          <a:spcPct val="90000"/>
        </a:lnSpc>
        <a:spcBef>
          <a:spcPct val="0"/>
        </a:spcBef>
        <a:buNone/>
        <a:defRPr sz="439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86" indent="-228486" algn="l" defTabSz="913943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457" indent="-228486" algn="l" defTabSz="91394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429" indent="-228486" algn="l" defTabSz="91394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400" indent="-228486" algn="l" defTabSz="91394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371" indent="-228486" algn="l" defTabSz="91394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343" indent="-228486" algn="l" defTabSz="91394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314" indent="-228486" algn="l" defTabSz="91394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286" indent="-228486" algn="l" defTabSz="91394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257" indent="-228486" algn="l" defTabSz="91394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71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943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914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886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857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828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800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771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06F42D-8685-F853-9765-578600F22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6A3AB5-1DFB-B91C-9A3E-2D7F682FE9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8F8917-C156-2E94-795D-A2B3C55EBE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ED57BC-1C8A-4750-8870-53138523972A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2BCFE7-AB16-4675-E251-3CFF72B3BF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41F5B6-254B-E47B-6E97-06F78373DE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99835B-DFCE-4FC8-B3D0-32356A0BF495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9243711-1DB2-2F20-9602-D877A85D1A8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87820"/>
            <a:ext cx="7548563" cy="1066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7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*** Documento CORPORATIVO de TELEFÓNICA. *** CORPORATE </a:t>
            </a:r>
            <a:r>
              <a:rPr lang="pt-BR" sz="700" err="1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document</a:t>
            </a:r>
            <a:r>
              <a:rPr lang="pt-BR" sz="7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 </a:t>
            </a:r>
            <a:r>
              <a:rPr lang="pt-BR" sz="700" err="1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of</a:t>
            </a:r>
            <a:r>
              <a:rPr lang="pt-BR" sz="7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 TELEFÓNICA. *** Documento CORPORATIVO da TELEFÓNICA. *** TELEFÓNICA UNTERNEHMENSINTERN </a:t>
            </a:r>
            <a:r>
              <a:rPr lang="pt-BR" sz="700" err="1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Dokument</a:t>
            </a:r>
            <a:r>
              <a:rPr lang="pt-BR" sz="7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65440542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C89807-A905-5341-AD07-D820EA040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375474-87F9-EF7B-6801-1DD9C17726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F4C301-5215-89CE-04A1-1EB503F215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C12DFA-1960-45B0-B29E-2B1F467BB576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FBB312-AAB4-77EC-8DB3-B2215159EE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1B1034-EE69-5B22-1247-1F8E68B5FA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7A2D54-52D9-4601-BA31-D0B4F79CD763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9243711-1DB2-2F20-9602-D877A85D1A8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87820"/>
            <a:ext cx="7548563" cy="1066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7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*** Documento CORPORATIVO de TELEFÓNICA. *** CORPORATE </a:t>
            </a:r>
            <a:r>
              <a:rPr lang="pt-BR" sz="700" err="1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document</a:t>
            </a:r>
            <a:r>
              <a:rPr lang="pt-BR" sz="7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 </a:t>
            </a:r>
            <a:r>
              <a:rPr lang="pt-BR" sz="700" err="1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of</a:t>
            </a:r>
            <a:r>
              <a:rPr lang="pt-BR" sz="7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 TELEFÓNICA. *** Documento CORPORATIVO da TELEFÓNICA. *** TELEFÓNICA UNTERNEHMENSINTERN </a:t>
            </a:r>
            <a:r>
              <a:rPr lang="pt-BR" sz="700" err="1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Dokument</a:t>
            </a:r>
            <a:r>
              <a:rPr lang="pt-BR" sz="7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97113997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89D478-76A9-70F0-34E3-CACA36E76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0E8085-489E-65B8-7976-442A313A0D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Click to edit Master text styles</a:t>
            </a:r>
          </a:p>
          <a:p>
            <a:pPr lvl="1"/>
            <a:r>
              <a:rPr lang="pt-BR"/>
              <a:t>Second level</a:t>
            </a:r>
          </a:p>
          <a:p>
            <a:pPr lvl="2"/>
            <a:r>
              <a:rPr lang="pt-BR"/>
              <a:t>Third level</a:t>
            </a:r>
          </a:p>
          <a:p>
            <a:pPr lvl="3"/>
            <a:r>
              <a:rPr lang="pt-BR"/>
              <a:t>Fourth level</a:t>
            </a:r>
          </a:p>
          <a:p>
            <a:pPr lvl="4"/>
            <a:r>
              <a:rPr lang="pt-BR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BB1E14-6DC7-CEA1-742B-6A75F8F39A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C33666-32A7-44C6-87E1-6E3CB816E6D1}" type="datetime1">
              <a:rPr lang="pt-BR" smtClean="0"/>
              <a:t>31/08/2026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78CFD2-B566-7633-ECD4-75988D0125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690A4-B39D-C5D8-1BCA-4BA7F6125E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E6DF6A-8E05-44CE-A803-E4239FBE8E0C}" type="slidenum">
              <a:rPr lang="pt-BR" smtClean="0"/>
              <a:t>‹nº›</a:t>
            </a:fld>
            <a:endParaRPr lang="pt-B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9FABD9-6280-CE0B-C01F-E0A14B3ADD08}"/>
              </a:ext>
            </a:extLst>
          </p:cNvPr>
          <p:cNvSpPr/>
          <p:nvPr userDrawn="1"/>
        </p:nvSpPr>
        <p:spPr>
          <a:xfrm>
            <a:off x="12293600" y="1435560"/>
            <a:ext cx="457200" cy="457200"/>
          </a:xfrm>
          <a:prstGeom prst="rect">
            <a:avLst/>
          </a:prstGeom>
          <a:solidFill>
            <a:srgbClr val="BE82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1D9C0DF-643E-1705-0D8C-F1493123DED0}"/>
              </a:ext>
            </a:extLst>
          </p:cNvPr>
          <p:cNvSpPr/>
          <p:nvPr userDrawn="1"/>
        </p:nvSpPr>
        <p:spPr>
          <a:xfrm>
            <a:off x="12293600" y="50800"/>
            <a:ext cx="457200" cy="457200"/>
          </a:xfrm>
          <a:prstGeom prst="rect">
            <a:avLst/>
          </a:prstGeom>
          <a:solidFill>
            <a:srgbClr val="750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BAAD91B-8C46-C18C-43DD-2549F4001749}"/>
              </a:ext>
            </a:extLst>
          </p:cNvPr>
          <p:cNvSpPr/>
          <p:nvPr userDrawn="1"/>
        </p:nvSpPr>
        <p:spPr>
          <a:xfrm>
            <a:off x="12293600" y="590361"/>
            <a:ext cx="457200" cy="457200"/>
          </a:xfrm>
          <a:prstGeom prst="rect">
            <a:avLst/>
          </a:prstGeom>
          <a:solidFill>
            <a:srgbClr val="C161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BC226BF-9DFF-2C0E-747D-41F75310F36F}"/>
              </a:ext>
            </a:extLst>
          </p:cNvPr>
          <p:cNvSpPr/>
          <p:nvPr userDrawn="1"/>
        </p:nvSpPr>
        <p:spPr>
          <a:xfrm>
            <a:off x="12293600" y="1975121"/>
            <a:ext cx="457200" cy="457200"/>
          </a:xfrm>
          <a:prstGeom prst="rect">
            <a:avLst/>
          </a:prstGeom>
          <a:solidFill>
            <a:srgbClr val="E5CD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0D76431-0857-4934-56B0-0CE09E1BFE0C}"/>
              </a:ext>
            </a:extLst>
          </p:cNvPr>
          <p:cNvSpPr/>
          <p:nvPr userDrawn="1"/>
        </p:nvSpPr>
        <p:spPr>
          <a:xfrm>
            <a:off x="12293600" y="2889439"/>
            <a:ext cx="457200" cy="457200"/>
          </a:xfrm>
          <a:prstGeom prst="rect">
            <a:avLst/>
          </a:prstGeom>
          <a:solidFill>
            <a:sysClr val="window" lastClr="FFFFFF">
              <a:lumMod val="6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874E9A6-A89F-2060-CCDF-187D89D25510}"/>
              </a:ext>
            </a:extLst>
          </p:cNvPr>
          <p:cNvSpPr/>
          <p:nvPr userDrawn="1"/>
        </p:nvSpPr>
        <p:spPr>
          <a:xfrm>
            <a:off x="12293600" y="3429000"/>
            <a:ext cx="457200" cy="457200"/>
          </a:xfrm>
          <a:prstGeom prst="rect">
            <a:avLst/>
          </a:prstGeom>
          <a:solidFill>
            <a:srgbClr val="BFBFB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FF9A72B-2371-368D-C625-FAFA22158BD6}"/>
              </a:ext>
            </a:extLst>
          </p:cNvPr>
          <p:cNvSpPr/>
          <p:nvPr userDrawn="1"/>
        </p:nvSpPr>
        <p:spPr>
          <a:xfrm>
            <a:off x="12806326" y="1435560"/>
            <a:ext cx="457200" cy="457200"/>
          </a:xfrm>
          <a:prstGeom prst="rect">
            <a:avLst/>
          </a:prstGeom>
          <a:solidFill>
            <a:srgbClr val="D999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EA110B8-26FB-F854-2F4D-8A8407DDE97E}"/>
              </a:ext>
            </a:extLst>
          </p:cNvPr>
          <p:cNvSpPr/>
          <p:nvPr userDrawn="1"/>
        </p:nvSpPr>
        <p:spPr>
          <a:xfrm>
            <a:off x="12806326" y="50800"/>
            <a:ext cx="457200" cy="457200"/>
          </a:xfrm>
          <a:prstGeom prst="rect">
            <a:avLst/>
          </a:prstGeom>
          <a:solidFill>
            <a:srgbClr val="A100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B6BF209-A6ED-4D96-454F-CCFD9867F193}"/>
              </a:ext>
            </a:extLst>
          </p:cNvPr>
          <p:cNvSpPr/>
          <p:nvPr userDrawn="1"/>
        </p:nvSpPr>
        <p:spPr>
          <a:xfrm>
            <a:off x="12806326" y="590361"/>
            <a:ext cx="457200" cy="457200"/>
          </a:xfrm>
          <a:prstGeom prst="rect">
            <a:avLst/>
          </a:prstGeom>
          <a:solidFill>
            <a:srgbClr val="7500C0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1F2F489-0708-C60B-B6DF-4F93361627EE}"/>
              </a:ext>
            </a:extLst>
          </p:cNvPr>
          <p:cNvSpPr/>
          <p:nvPr userDrawn="1"/>
        </p:nvSpPr>
        <p:spPr>
          <a:xfrm>
            <a:off x="12806326" y="2889439"/>
            <a:ext cx="457200" cy="457200"/>
          </a:xfrm>
          <a:prstGeom prst="rect">
            <a:avLst/>
          </a:prstGeom>
          <a:solidFill>
            <a:srgbClr val="EAEAE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7D10196-D8F0-A550-A8AF-9EF3C62B3208}"/>
              </a:ext>
            </a:extLst>
          </p:cNvPr>
          <p:cNvSpPr/>
          <p:nvPr userDrawn="1"/>
        </p:nvSpPr>
        <p:spPr>
          <a:xfrm>
            <a:off x="12806326" y="3429000"/>
            <a:ext cx="457200" cy="457200"/>
          </a:xfrm>
          <a:prstGeom prst="rect">
            <a:avLst/>
          </a:prstGeom>
          <a:solidFill>
            <a:srgbClr val="D9D9D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5BFD809-0F75-0F16-4E0F-F6332E575AAF}"/>
              </a:ext>
            </a:extLst>
          </p:cNvPr>
          <p:cNvSpPr/>
          <p:nvPr userDrawn="1"/>
        </p:nvSpPr>
        <p:spPr>
          <a:xfrm>
            <a:off x="12806326" y="1975121"/>
            <a:ext cx="457200" cy="457200"/>
          </a:xfrm>
          <a:prstGeom prst="rect">
            <a:avLst/>
          </a:prstGeom>
          <a:solidFill>
            <a:srgbClr val="DCA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9243711-1DB2-2F20-9602-D877A85D1A8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87820"/>
            <a:ext cx="7548563" cy="1066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7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*** Documento CORPORATIVO de TELEFÓNICA. *** CORPORATE </a:t>
            </a:r>
            <a:r>
              <a:rPr lang="pt-BR" sz="700" err="1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document</a:t>
            </a:r>
            <a:r>
              <a:rPr lang="pt-BR" sz="7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 </a:t>
            </a:r>
            <a:r>
              <a:rPr lang="pt-BR" sz="700" err="1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of</a:t>
            </a:r>
            <a:r>
              <a:rPr lang="pt-BR" sz="7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 TELEFÓNICA. *** Documento CORPORATIVO da TELEFÓNICA. *** TELEFÓNICA UNTERNEHMENSINTERN </a:t>
            </a:r>
            <a:r>
              <a:rPr lang="pt-BR" sz="700" err="1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Dokument</a:t>
            </a:r>
            <a:r>
              <a:rPr lang="pt-BR" sz="7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3465361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2FBFA6-BACA-7ED8-B5D8-24A15DD2A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F84E4D-FB6F-3B86-DEAF-67F6CA52E3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EA3E80-AC8F-B6B7-0978-E79BAC487D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6DBD7D-7BD8-44F5-80EA-E66B7DC15AA4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146031-180D-5E99-3B47-8E5C9D7B14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24C2A5-1D7D-30B4-70FA-A0C744DD4C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AA68C3-E910-4642-8E82-05BB89859AD8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9243711-1DB2-2F20-9602-D877A85D1A8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87820"/>
            <a:ext cx="7548563" cy="1066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7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*** Documento CORPORATIVO de TELEFÓNICA. *** CORPORATE </a:t>
            </a:r>
            <a:r>
              <a:rPr lang="pt-BR" sz="700" err="1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document</a:t>
            </a:r>
            <a:r>
              <a:rPr lang="pt-BR" sz="7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 </a:t>
            </a:r>
            <a:r>
              <a:rPr lang="pt-BR" sz="700" err="1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of</a:t>
            </a:r>
            <a:r>
              <a:rPr lang="pt-BR" sz="7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 TELEFÓNICA. *** Documento CORPORATIVO da TELEFÓNICA. *** TELEFÓNICA UNTERNEHMENSINTERN </a:t>
            </a:r>
            <a:r>
              <a:rPr lang="pt-BR" sz="700" err="1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Dokument</a:t>
            </a:r>
            <a:r>
              <a:rPr lang="pt-BR" sz="7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20551670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60F38F36-91BD-4A6B-926D-16C78B201B1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24971894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27" imgH="327" progId="TCLayout.ActiveDocument.1">
                  <p:embed/>
                </p:oleObj>
              </mc:Choice>
              <mc:Fallback>
                <p:oleObj name="think-cell Slide" r:id="rId6" imgW="327" imgH="327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60F38F36-91BD-4A6B-926D-16C78B201B1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 userDrawn="1">
            <p:ph type="title"/>
          </p:nvPr>
        </p:nvSpPr>
        <p:spPr bwMode="auto"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pt-BR" err="1"/>
              <a:t>Place</a:t>
            </a:r>
            <a:r>
              <a:rPr lang="pt-BR"/>
              <a:t> </a:t>
            </a:r>
            <a:r>
              <a:rPr lang="pt-BR" err="1"/>
              <a:t>headline</a:t>
            </a:r>
            <a:r>
              <a:rPr lang="pt-BR"/>
              <a:t> </a:t>
            </a:r>
            <a:r>
              <a:rPr lang="pt-BR" err="1"/>
              <a:t>here</a:t>
            </a:r>
            <a:r>
              <a:rPr lang="pt-BR"/>
              <a:t> (36pt, min 30pt)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 bwMode="auto">
          <a:xfrm>
            <a:off x="381000" y="1371600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pt-BR" err="1"/>
              <a:t>First</a:t>
            </a:r>
            <a:r>
              <a:rPr lang="pt-BR"/>
              <a:t> </a:t>
            </a:r>
            <a:r>
              <a:rPr lang="pt-BR" err="1"/>
              <a:t>level</a:t>
            </a:r>
            <a:r>
              <a:rPr lang="pt-BR"/>
              <a:t> (copy 20pt)</a:t>
            </a:r>
          </a:p>
          <a:p>
            <a:pPr lvl="1"/>
            <a:r>
              <a:rPr lang="pt-BR" err="1"/>
              <a:t>Second</a:t>
            </a:r>
            <a:r>
              <a:rPr lang="pt-BR"/>
              <a:t> </a:t>
            </a:r>
            <a:r>
              <a:rPr lang="pt-BR" err="1"/>
              <a:t>level</a:t>
            </a:r>
            <a:r>
              <a:rPr lang="pt-BR"/>
              <a:t> (</a:t>
            </a:r>
            <a:r>
              <a:rPr lang="pt-BR" err="1"/>
              <a:t>bullet</a:t>
            </a:r>
            <a:r>
              <a:rPr lang="pt-BR"/>
              <a:t> 20pt)</a:t>
            </a:r>
          </a:p>
          <a:p>
            <a:pPr lvl="2"/>
            <a:r>
              <a:rPr lang="pt-BR" err="1"/>
              <a:t>Third</a:t>
            </a:r>
            <a:r>
              <a:rPr lang="pt-BR"/>
              <a:t> </a:t>
            </a:r>
            <a:r>
              <a:rPr lang="pt-BR" err="1"/>
              <a:t>level</a:t>
            </a:r>
            <a:r>
              <a:rPr lang="pt-BR"/>
              <a:t> (</a:t>
            </a:r>
            <a:r>
              <a:rPr lang="pt-BR" err="1"/>
              <a:t>bullet</a:t>
            </a:r>
            <a:r>
              <a:rPr lang="pt-BR"/>
              <a:t> 20pt)</a:t>
            </a:r>
          </a:p>
          <a:p>
            <a:pPr lvl="3"/>
            <a:r>
              <a:rPr lang="pt-BR" err="1"/>
              <a:t>Fourth</a:t>
            </a:r>
            <a:r>
              <a:rPr lang="pt-BR"/>
              <a:t> </a:t>
            </a:r>
            <a:r>
              <a:rPr lang="pt-BR" err="1"/>
              <a:t>level</a:t>
            </a:r>
            <a:r>
              <a:rPr lang="pt-BR"/>
              <a:t> (</a:t>
            </a:r>
            <a:r>
              <a:rPr lang="pt-BR" err="1"/>
              <a:t>bullet</a:t>
            </a:r>
            <a:r>
              <a:rPr lang="pt-BR"/>
              <a:t> 18pt)</a:t>
            </a:r>
          </a:p>
          <a:p>
            <a:pPr lvl="4"/>
            <a:r>
              <a:rPr lang="pt-BR" err="1"/>
              <a:t>Fifth</a:t>
            </a:r>
            <a:r>
              <a:rPr lang="pt-BR"/>
              <a:t> </a:t>
            </a:r>
            <a:r>
              <a:rPr lang="pt-BR" err="1"/>
              <a:t>level</a:t>
            </a:r>
            <a:r>
              <a:rPr lang="pt-BR"/>
              <a:t> (</a:t>
            </a:r>
            <a:r>
              <a:rPr lang="pt-BR" err="1"/>
              <a:t>bullet</a:t>
            </a:r>
            <a:r>
              <a:rPr lang="pt-BR"/>
              <a:t> 18pt)</a:t>
            </a:r>
          </a:p>
          <a:p>
            <a:pPr lvl="5"/>
            <a:r>
              <a:rPr lang="pt-BR" err="1"/>
              <a:t>Sixth</a:t>
            </a:r>
            <a:r>
              <a:rPr lang="pt-BR"/>
              <a:t> </a:t>
            </a:r>
            <a:r>
              <a:rPr lang="pt-BR" err="1"/>
              <a:t>level</a:t>
            </a:r>
            <a:r>
              <a:rPr lang="pt-BR"/>
              <a:t> (copy 16pt)</a:t>
            </a:r>
          </a:p>
          <a:p>
            <a:pPr lvl="6"/>
            <a:r>
              <a:rPr lang="pt-BR" err="1"/>
              <a:t>Seventh</a:t>
            </a:r>
            <a:r>
              <a:rPr lang="pt-BR"/>
              <a:t> </a:t>
            </a:r>
            <a:r>
              <a:rPr lang="pt-BR" err="1"/>
              <a:t>level</a:t>
            </a:r>
            <a:r>
              <a:rPr lang="pt-BR"/>
              <a:t> (</a:t>
            </a:r>
            <a:r>
              <a:rPr lang="pt-BR" err="1"/>
              <a:t>small</a:t>
            </a:r>
            <a:r>
              <a:rPr lang="pt-BR"/>
              <a:t> copy 12pt)</a:t>
            </a:r>
          </a:p>
          <a:p>
            <a:pPr lvl="7"/>
            <a:r>
              <a:rPr lang="pt-BR"/>
              <a:t>EIGHT LEVEL (DESCRIPTOR 10PT)</a:t>
            </a:r>
          </a:p>
          <a:p>
            <a:pPr lvl="8"/>
            <a:r>
              <a:rPr lang="pt-BR" err="1"/>
              <a:t>Ninth</a:t>
            </a:r>
            <a:r>
              <a:rPr lang="pt-BR"/>
              <a:t> </a:t>
            </a:r>
            <a:r>
              <a:rPr lang="pt-BR" err="1"/>
              <a:t>level</a:t>
            </a:r>
            <a:r>
              <a:rPr lang="pt-BR"/>
              <a:t> (</a:t>
            </a:r>
            <a:r>
              <a:rPr lang="pt-BR" err="1"/>
              <a:t>footer</a:t>
            </a:r>
            <a:r>
              <a:rPr lang="pt-BR"/>
              <a:t> 8pt)</a:t>
            </a:r>
          </a:p>
        </p:txBody>
      </p:sp>
      <p:sp>
        <p:nvSpPr>
          <p:cNvPr id="4" name="CaixaDeTexto 6">
            <a:extLst>
              <a:ext uri="{FF2B5EF4-FFF2-40B4-BE49-F238E27FC236}">
                <a16:creationId xmlns:a16="http://schemas.microsoft.com/office/drawing/2014/main" id="{C9243711-1DB2-2F20-9602-D877A85D1A8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87820"/>
            <a:ext cx="7548563" cy="1066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7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*** Documento CORPORATIVO de TELEFÓNICA. *** CORPORATE </a:t>
            </a:r>
            <a:r>
              <a:rPr lang="pt-BR" sz="700" err="1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document</a:t>
            </a:r>
            <a:r>
              <a:rPr lang="pt-BR" sz="7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 </a:t>
            </a:r>
            <a:r>
              <a:rPr lang="pt-BR" sz="700" err="1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of</a:t>
            </a:r>
            <a:r>
              <a:rPr lang="pt-BR" sz="7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 TELEFÓNICA. *** Documento CORPORATIVO da TELEFÓNICA. *** TELEFÓNICA UNTERNEHMENSINTERN </a:t>
            </a:r>
            <a:r>
              <a:rPr lang="pt-BR" sz="700" err="1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Dokument</a:t>
            </a:r>
            <a:r>
              <a:rPr lang="pt-BR" sz="7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09451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30" r:id="rId2"/>
    <p:sldLayoutId id="2147483847" r:id="rId3"/>
  </p:sldLayoutIdLst>
  <p:hf hdr="0" ft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2286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Tx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System Font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System Font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Graphik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5ACBF0"/>
          </p15:clr>
        </p15:guide>
        <p15:guide id="2" orient="horz" pos="3976">
          <p15:clr>
            <a:srgbClr val="5ACBF0"/>
          </p15:clr>
        </p15:guide>
        <p15:guide id="3" pos="240">
          <p15:clr>
            <a:srgbClr val="5ACBF0"/>
          </p15:clr>
        </p15:guide>
        <p15:guide id="4" pos="7440">
          <p15:clr>
            <a:srgbClr val="5ACBF0"/>
          </p15:clr>
        </p15:guide>
        <p15:guide id="5" orient="horz" pos="4148">
          <p15:clr>
            <a:srgbClr val="5ACBF0"/>
          </p15:clr>
        </p15:guide>
      </p15:sldGuideLst>
    </p:ext>
  </p:extLst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pt-BR" err="1"/>
              <a:t>Place</a:t>
            </a:r>
            <a:r>
              <a:rPr lang="pt-BR"/>
              <a:t> </a:t>
            </a:r>
            <a:r>
              <a:rPr lang="pt-BR" err="1"/>
              <a:t>headline</a:t>
            </a:r>
            <a:r>
              <a:rPr lang="pt-BR"/>
              <a:t> </a:t>
            </a:r>
            <a:r>
              <a:rPr lang="pt-BR" err="1"/>
              <a:t>here</a:t>
            </a:r>
            <a:r>
              <a:rPr lang="pt-BR"/>
              <a:t> (36pt, min 30pt)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81000" y="1371600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pt-BR" err="1"/>
              <a:t>Subtitle</a:t>
            </a:r>
            <a:r>
              <a:rPr lang="pt-BR"/>
              <a:t> (</a:t>
            </a:r>
            <a:r>
              <a:rPr lang="pt-BR" err="1"/>
              <a:t>bullet</a:t>
            </a:r>
            <a:r>
              <a:rPr lang="pt-BR"/>
              <a:t> 16pt)</a:t>
            </a:r>
          </a:p>
          <a:p>
            <a:pPr lvl="1"/>
            <a:r>
              <a:rPr lang="pt-BR"/>
              <a:t>Bajada (</a:t>
            </a:r>
            <a:r>
              <a:rPr lang="pt-BR" err="1"/>
              <a:t>bullet</a:t>
            </a:r>
            <a:r>
              <a:rPr lang="pt-BR"/>
              <a:t> 14pt)</a:t>
            </a:r>
          </a:p>
          <a:p>
            <a:pPr lvl="2"/>
            <a:r>
              <a:rPr lang="pt-BR" err="1"/>
              <a:t>Third</a:t>
            </a:r>
            <a:r>
              <a:rPr lang="pt-BR"/>
              <a:t> </a:t>
            </a:r>
            <a:r>
              <a:rPr lang="pt-BR" err="1"/>
              <a:t>level</a:t>
            </a:r>
            <a:r>
              <a:rPr lang="pt-BR"/>
              <a:t> (</a:t>
            </a:r>
            <a:r>
              <a:rPr lang="pt-BR" err="1"/>
              <a:t>bullet</a:t>
            </a:r>
            <a:r>
              <a:rPr lang="pt-BR"/>
              <a:t> 20pt)</a:t>
            </a:r>
          </a:p>
          <a:p>
            <a:pPr lvl="3"/>
            <a:r>
              <a:rPr lang="pt-BR" err="1"/>
              <a:t>Fourth</a:t>
            </a:r>
            <a:r>
              <a:rPr lang="pt-BR"/>
              <a:t> </a:t>
            </a:r>
            <a:r>
              <a:rPr lang="pt-BR" err="1"/>
              <a:t>level</a:t>
            </a:r>
            <a:r>
              <a:rPr lang="pt-BR"/>
              <a:t> (</a:t>
            </a:r>
            <a:r>
              <a:rPr lang="pt-BR" err="1"/>
              <a:t>bullet</a:t>
            </a:r>
            <a:r>
              <a:rPr lang="pt-BR"/>
              <a:t> 18pt)</a:t>
            </a:r>
          </a:p>
          <a:p>
            <a:pPr lvl="4"/>
            <a:r>
              <a:rPr lang="pt-BR" err="1"/>
              <a:t>Fifth</a:t>
            </a:r>
            <a:r>
              <a:rPr lang="pt-BR"/>
              <a:t> </a:t>
            </a:r>
            <a:r>
              <a:rPr lang="pt-BR" err="1"/>
              <a:t>level</a:t>
            </a:r>
            <a:r>
              <a:rPr lang="pt-BR"/>
              <a:t> (</a:t>
            </a:r>
            <a:r>
              <a:rPr lang="pt-BR" err="1"/>
              <a:t>bullet</a:t>
            </a:r>
            <a:r>
              <a:rPr lang="pt-BR"/>
              <a:t> 18pt)</a:t>
            </a:r>
          </a:p>
          <a:p>
            <a:pPr lvl="5"/>
            <a:r>
              <a:rPr lang="pt-BR" err="1"/>
              <a:t>Sixth</a:t>
            </a:r>
            <a:r>
              <a:rPr lang="pt-BR"/>
              <a:t> </a:t>
            </a:r>
            <a:r>
              <a:rPr lang="pt-BR" err="1"/>
              <a:t>level</a:t>
            </a:r>
            <a:r>
              <a:rPr lang="pt-BR"/>
              <a:t> (copy 16pt)</a:t>
            </a:r>
          </a:p>
          <a:p>
            <a:pPr lvl="6"/>
            <a:r>
              <a:rPr lang="pt-BR" err="1"/>
              <a:t>Seventh</a:t>
            </a:r>
            <a:r>
              <a:rPr lang="pt-BR"/>
              <a:t> </a:t>
            </a:r>
            <a:r>
              <a:rPr lang="pt-BR" err="1"/>
              <a:t>level</a:t>
            </a:r>
            <a:r>
              <a:rPr lang="pt-BR"/>
              <a:t> (</a:t>
            </a:r>
            <a:r>
              <a:rPr lang="pt-BR" err="1"/>
              <a:t>small</a:t>
            </a:r>
            <a:r>
              <a:rPr lang="pt-BR"/>
              <a:t> copy 12pt)</a:t>
            </a:r>
          </a:p>
          <a:p>
            <a:pPr lvl="7"/>
            <a:r>
              <a:rPr lang="pt-BR"/>
              <a:t>EIGHT LEVEL (DESCRIPTOR 10PT)</a:t>
            </a:r>
          </a:p>
          <a:p>
            <a:pPr lvl="8"/>
            <a:r>
              <a:rPr lang="pt-BR" err="1"/>
              <a:t>Ninth</a:t>
            </a:r>
            <a:r>
              <a:rPr lang="pt-BR"/>
              <a:t> </a:t>
            </a:r>
            <a:r>
              <a:rPr lang="pt-BR" err="1"/>
              <a:t>level</a:t>
            </a:r>
            <a:r>
              <a:rPr lang="pt-BR"/>
              <a:t> (</a:t>
            </a:r>
            <a:r>
              <a:rPr lang="pt-BR" err="1"/>
              <a:t>footer</a:t>
            </a:r>
            <a:r>
              <a:rPr lang="pt-BR"/>
              <a:t> 8pt)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A171160-C7F3-46DE-911A-73C4F50C8896}"/>
              </a:ext>
            </a:extLst>
          </p:cNvPr>
          <p:cNvSpPr>
            <a:spLocks noGrp="1"/>
          </p:cNvSpPr>
          <p:nvPr userDrawn="1">
            <p:ph type="dt" sz="half" idx="2"/>
          </p:nvPr>
        </p:nvSpPr>
        <p:spPr>
          <a:xfrm>
            <a:off x="9787944" y="0"/>
            <a:ext cx="2023056" cy="381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r" defTabSz="914400" rtl="0" eaLnBrk="1" latinLnBrk="0" hangingPunct="1">
              <a:defRPr lang="en-US" sz="800" kern="1200" smtClean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pt-BR"/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A8F949D7-A1BE-4724-B561-A8BB124F9F71}"/>
              </a:ext>
            </a:extLst>
          </p:cNvPr>
          <p:cNvSpPr txBox="1">
            <a:spLocks/>
          </p:cNvSpPr>
          <p:nvPr userDrawn="1"/>
        </p:nvSpPr>
        <p:spPr>
          <a:xfrm>
            <a:off x="7315200" y="6486833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600">
              <a:spcAft>
                <a:spcPts val="1200"/>
              </a:spcAft>
              <a:defRPr/>
            </a:pPr>
            <a:r>
              <a:rPr lang="pt-BR"/>
              <a:t>Copyright © 2025 Accenture. </a:t>
            </a:r>
            <a:r>
              <a:rPr lang="pt-BR" err="1"/>
              <a:t>All</a:t>
            </a:r>
            <a:r>
              <a:rPr lang="pt-BR"/>
              <a:t> </a:t>
            </a:r>
            <a:r>
              <a:rPr lang="pt-BR" err="1"/>
              <a:t>rights</a:t>
            </a:r>
            <a:r>
              <a:rPr lang="pt-BR"/>
              <a:t> </a:t>
            </a:r>
            <a:r>
              <a:rPr lang="pt-BR" err="1"/>
              <a:t>reserved</a:t>
            </a:r>
            <a:r>
              <a:rPr lang="pt-BR"/>
              <a:t>.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699260DA-CBEE-58BF-1466-0A2729B4828B}"/>
              </a:ext>
            </a:extLst>
          </p:cNvPr>
          <p:cNvSpPr txBox="1">
            <a:spLocks/>
          </p:cNvSpPr>
          <p:nvPr userDrawn="1"/>
        </p:nvSpPr>
        <p:spPr>
          <a:xfrm>
            <a:off x="11569044" y="6486833"/>
            <a:ext cx="241955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F90F471-3972-4120-B8B3-0237DE626C35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" name="Picture 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21FF21A9-9B9D-3AEE-E667-224A755220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6501276"/>
            <a:ext cx="581025" cy="153456"/>
          </a:xfrm>
          <a:prstGeom prst="rect">
            <a:avLst/>
          </a:prstGeom>
        </p:spPr>
      </p:pic>
      <p:pic>
        <p:nvPicPr>
          <p:cNvPr id="1030" name="Picture 6" descr="Vivo logo – PNG e Vetor – Download de Logo">
            <a:extLst>
              <a:ext uri="{FF2B5EF4-FFF2-40B4-BE49-F238E27FC236}">
                <a16:creationId xmlns:a16="http://schemas.microsoft.com/office/drawing/2014/main" id="{E00355E6-8A82-18CF-EF8A-5D2B05DED1AB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272519" y="6545826"/>
            <a:ext cx="390525" cy="137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6">
            <a:extLst>
              <a:ext uri="{FF2B5EF4-FFF2-40B4-BE49-F238E27FC236}">
                <a16:creationId xmlns:a16="http://schemas.microsoft.com/office/drawing/2014/main" id="{C9243711-1DB2-2F20-9602-D877A85D1A8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87820"/>
            <a:ext cx="7548563" cy="1066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7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*** Documento CORPORATIVO de TELEFÓNICA. *** CORPORATE </a:t>
            </a:r>
            <a:r>
              <a:rPr lang="pt-BR" sz="700" err="1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document</a:t>
            </a:r>
            <a:r>
              <a:rPr lang="pt-BR" sz="7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 </a:t>
            </a:r>
            <a:r>
              <a:rPr lang="pt-BR" sz="700" err="1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of</a:t>
            </a:r>
            <a:r>
              <a:rPr lang="pt-BR" sz="7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 TELEFÓNICA. *** Documento CORPORATIVO da TELEFÓNICA. *** TELEFÓNICA UNTERNEHMENSINTERN </a:t>
            </a:r>
            <a:r>
              <a:rPr lang="pt-BR" sz="700" err="1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Dokument</a:t>
            </a:r>
            <a:r>
              <a:rPr lang="pt-BR" sz="7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688351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600" b="0" kern="1200">
          <a:solidFill>
            <a:schemeClr val="accent2"/>
          </a:solidFill>
          <a:latin typeface="+mn-lt"/>
          <a:ea typeface="+mn-ea"/>
          <a:cs typeface="+mn-cs"/>
        </a:defRPr>
      </a:lvl1pPr>
      <a:lvl2pPr marL="0" indent="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Graphik" panose="020B0503030202060203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230188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461963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684213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503030202060203" pitchFamily="34" charset="0"/>
        <a:buNone/>
        <a:tabLst/>
        <a:defRPr sz="11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7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5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C35EA4"/>
          </p15:clr>
        </p15:guide>
        <p15:guide id="2" orient="horz" pos="3976">
          <p15:clr>
            <a:srgbClr val="C35EA4"/>
          </p15:clr>
        </p15:guide>
        <p15:guide id="3" pos="240">
          <p15:clr>
            <a:srgbClr val="C35EA4"/>
          </p15:clr>
        </p15:guide>
        <p15:guide id="4" pos="7440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e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slide" Target="slide3.xml"/><Relationship Id="rId7" Type="http://schemas.openxmlformats.org/officeDocument/2006/relationships/slide" Target="slide18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slide" Target="slide9.xml"/><Relationship Id="rId5" Type="http://schemas.openxmlformats.org/officeDocument/2006/relationships/slide" Target="slide7.xml"/><Relationship Id="rId4" Type="http://schemas.openxmlformats.org/officeDocument/2006/relationships/slide" Target="slide5.xml"/><Relationship Id="rId9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5" Type="http://schemas.openxmlformats.org/officeDocument/2006/relationships/slide" Target="slide4.xml"/><Relationship Id="rId4" Type="http://schemas.openxmlformats.org/officeDocument/2006/relationships/slide" Target="slide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microsoft.com/office/2007/relationships/hdphoto" Target="../media/hdphoto1.wdp"/><Relationship Id="rId5" Type="http://schemas.openxmlformats.org/officeDocument/2006/relationships/image" Target="../media/image11.png"/><Relationship Id="rId4" Type="http://schemas.openxmlformats.org/officeDocument/2006/relationships/slide" Target="slide18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slide" Target="slide6.xml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microsoft.com/office/2007/relationships/hdphoto" Target="../media/hdphoto1.wdp"/><Relationship Id="rId5" Type="http://schemas.openxmlformats.org/officeDocument/2006/relationships/image" Target="../media/image11.png"/><Relationship Id="rId10" Type="http://schemas.openxmlformats.org/officeDocument/2006/relationships/slide" Target="slide11.xml"/><Relationship Id="rId4" Type="http://schemas.openxmlformats.org/officeDocument/2006/relationships/slide" Target="slide18.xml"/><Relationship Id="rId9" Type="http://schemas.openxmlformats.org/officeDocument/2006/relationships/slide" Target="slid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microsoft.com/office/2007/relationships/hdphoto" Target="../media/hdphoto1.wdp"/><Relationship Id="rId5" Type="http://schemas.openxmlformats.org/officeDocument/2006/relationships/image" Target="../media/image11.png"/><Relationship Id="rId4" Type="http://schemas.openxmlformats.org/officeDocument/2006/relationships/slide" Target="slide18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" Target="slide11.xml"/><Relationship Id="rId3" Type="http://schemas.openxmlformats.org/officeDocument/2006/relationships/slide" Target="slide18.xml"/><Relationship Id="rId7" Type="http://schemas.openxmlformats.org/officeDocument/2006/relationships/slide" Target="slide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slide" Target="slide8.xml"/><Relationship Id="rId5" Type="http://schemas.microsoft.com/office/2007/relationships/hdphoto" Target="../media/hdphoto1.wdp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microsoft.com/office/2007/relationships/hdphoto" Target="../media/hdphoto1.wdp"/><Relationship Id="rId5" Type="http://schemas.openxmlformats.org/officeDocument/2006/relationships/image" Target="../media/image11.png"/><Relationship Id="rId4" Type="http://schemas.openxmlformats.org/officeDocument/2006/relationships/slide" Target="slide18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" Target="slide11.xml"/><Relationship Id="rId3" Type="http://schemas.openxmlformats.org/officeDocument/2006/relationships/slide" Target="slide18.xml"/><Relationship Id="rId7" Type="http://schemas.openxmlformats.org/officeDocument/2006/relationships/slide" Target="slide10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6" Type="http://schemas.openxmlformats.org/officeDocument/2006/relationships/slide" Target="slide2.xml"/><Relationship Id="rId5" Type="http://schemas.microsoft.com/office/2007/relationships/hdphoto" Target="../media/hdphoto1.wdp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6" Type="http://schemas.microsoft.com/office/2007/relationships/hdphoto" Target="../media/hdphoto1.wdp"/><Relationship Id="rId5" Type="http://schemas.openxmlformats.org/officeDocument/2006/relationships/image" Target="../media/image11.png"/><Relationship Id="rId4" Type="http://schemas.openxmlformats.org/officeDocument/2006/relationships/slide" Target="slide18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" Target="slide12.xml"/><Relationship Id="rId3" Type="http://schemas.openxmlformats.org/officeDocument/2006/relationships/slide" Target="slide18.xml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png"/><Relationship Id="rId5" Type="http://schemas.microsoft.com/office/2007/relationships/hdphoto" Target="../media/hdphoto1.wdp"/><Relationship Id="rId4" Type="http://schemas.openxmlformats.org/officeDocument/2006/relationships/image" Target="../media/image11.png"/><Relationship Id="rId9" Type="http://schemas.openxmlformats.org/officeDocument/2006/relationships/slide" Target="slide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7" Type="http://schemas.microsoft.com/office/2007/relationships/hdphoto" Target="../media/hdphoto1.wdp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slide" Target="slide18.xml"/><Relationship Id="rId4" Type="http://schemas.openxmlformats.org/officeDocument/2006/relationships/slide" Target="slide15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" Target="slide14.xml"/><Relationship Id="rId3" Type="http://schemas.openxmlformats.org/officeDocument/2006/relationships/slide" Target="slide18.xml"/><Relationship Id="rId7" Type="http://schemas.openxmlformats.org/officeDocument/2006/relationships/slide" Target="slide1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6" Type="http://schemas.openxmlformats.org/officeDocument/2006/relationships/slide" Target="slide12.xml"/><Relationship Id="rId5" Type="http://schemas.microsoft.com/office/2007/relationships/hdphoto" Target="../media/hdphoto1.wdp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6" Type="http://schemas.microsoft.com/office/2007/relationships/hdphoto" Target="../media/hdphoto1.wdp"/><Relationship Id="rId5" Type="http://schemas.openxmlformats.org/officeDocument/2006/relationships/image" Target="../media/image11.png"/><Relationship Id="rId4" Type="http://schemas.openxmlformats.org/officeDocument/2006/relationships/slide" Target="slide18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" Target="slide16.xml"/><Relationship Id="rId3" Type="http://schemas.openxmlformats.org/officeDocument/2006/relationships/slide" Target="slide18.xml"/><Relationship Id="rId7" Type="http://schemas.openxmlformats.org/officeDocument/2006/relationships/slide" Target="slide1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6" Type="http://schemas.openxmlformats.org/officeDocument/2006/relationships/slide" Target="slide12.xml"/><Relationship Id="rId5" Type="http://schemas.microsoft.com/office/2007/relationships/hdphoto" Target="../media/hdphoto1.wdp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6" Type="http://schemas.microsoft.com/office/2007/relationships/hdphoto" Target="../media/hdphoto1.wdp"/><Relationship Id="rId5" Type="http://schemas.openxmlformats.org/officeDocument/2006/relationships/image" Target="../media/image11.png"/><Relationship Id="rId4" Type="http://schemas.openxmlformats.org/officeDocument/2006/relationships/slide" Target="slide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18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5" Type="http://schemas.microsoft.com/office/2007/relationships/hdphoto" Target="../media/hdphoto1.wdp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0F980-E34A-F2AA-97F3-56A258268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7A9C299-3694-4B20-BDD2-220D06E7B15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8ED780-D8B6-F3CF-A809-F1672809E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852" y="3900342"/>
            <a:ext cx="7430463" cy="939480"/>
          </a:xfrm>
        </p:spPr>
        <p:txBody>
          <a:bodyPr>
            <a:noAutofit/>
          </a:bodyPr>
          <a:lstStyle/>
          <a:p>
            <a:pPr algn="ctr" defTabSz="456515">
              <a:lnSpc>
                <a:spcPct val="95000"/>
              </a:lnSpc>
              <a:spcBef>
                <a:spcPts val="0"/>
              </a:spcBef>
              <a:defRPr/>
            </a:pPr>
            <a:r>
              <a:rPr lang="pt-BR" sz="6597" b="1">
                <a:solidFill>
                  <a:srgbClr val="E6E6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ivo Type" panose="02000500000000020000" pitchFamily="50" charset="0"/>
                <a:ea typeface="+mn-ea"/>
                <a:cs typeface="Vivo Type" panose="02000500000000020000" pitchFamily="50" charset="0"/>
              </a:rPr>
              <a:t>Master de Clientes</a:t>
            </a:r>
          </a:p>
        </p:txBody>
      </p:sp>
      <p:pic>
        <p:nvPicPr>
          <p:cNvPr id="4" name="Imagem 5">
            <a:extLst>
              <a:ext uri="{FF2B5EF4-FFF2-40B4-BE49-F238E27FC236}">
                <a16:creationId xmlns:a16="http://schemas.microsoft.com/office/drawing/2014/main" id="{D91B03E8-B047-4DEC-58D5-B2D426D790AA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4746" y="622932"/>
            <a:ext cx="1584359" cy="591367"/>
          </a:xfrm>
          <a:prstGeom prst="rect">
            <a:avLst/>
          </a:prstGeom>
        </p:spPr>
      </p:pic>
      <p:sp>
        <p:nvSpPr>
          <p:cNvPr id="5" name="Espaço Reservado para Texto 2">
            <a:extLst>
              <a:ext uri="{FF2B5EF4-FFF2-40B4-BE49-F238E27FC236}">
                <a16:creationId xmlns:a16="http://schemas.microsoft.com/office/drawing/2014/main" id="{D8C1849F-7A5A-5AF6-F1A9-014EA4902BEC}"/>
              </a:ext>
            </a:extLst>
          </p:cNvPr>
          <p:cNvSpPr txBox="1">
            <a:spLocks/>
          </p:cNvSpPr>
          <p:nvPr/>
        </p:nvSpPr>
        <p:spPr>
          <a:xfrm>
            <a:off x="458436" y="4839822"/>
            <a:ext cx="4538154" cy="9922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Vivo Type" panose="02000500000000020000" pitchFamily="2" charset="77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Vivo Type" panose="02000500000000020000" pitchFamily="2" charset="77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Vivo Type" panose="02000500000000020000" pitchFamily="2" charset="77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b="0" i="0" kern="1200">
                <a:solidFill>
                  <a:schemeClr val="tx1"/>
                </a:solidFill>
                <a:latin typeface="Vivo Type" panose="02000500000000020000" pitchFamily="2" charset="77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b="0" i="0" kern="1200">
                <a:solidFill>
                  <a:schemeClr val="tx1"/>
                </a:solidFill>
                <a:latin typeface="Vivo Type" panose="02000500000000020000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pt-BR">
                <a:solidFill>
                  <a:prstClr val="white"/>
                </a:solidFill>
                <a:latin typeface="Vivo Type" panose="02000500000000020000" pitchFamily="50" charset="0"/>
                <a:cs typeface="Vivo Type" panose="02000500000000020000" pitchFamily="50" charset="0"/>
              </a:rPr>
              <a:t>Dir. Dados</a:t>
            </a:r>
          </a:p>
          <a:p>
            <a:pPr lvl="0">
              <a:lnSpc>
                <a:spcPct val="100000"/>
              </a:lnSpc>
              <a:spcBef>
                <a:spcPts val="0"/>
              </a:spcBef>
              <a:defRPr/>
            </a:pPr>
            <a:r>
              <a:rPr lang="pt-BR">
                <a:solidFill>
                  <a:prstClr val="white"/>
                </a:solidFill>
                <a:latin typeface="Vivo Type" panose="02000500000000020000" pitchFamily="50" charset="0"/>
                <a:cs typeface="Vivo Type" panose="02000500000000020000" pitchFamily="50" charset="0"/>
              </a:rPr>
              <a:t>01/09/2026</a:t>
            </a:r>
          </a:p>
        </p:txBody>
      </p:sp>
    </p:spTree>
    <p:extLst>
      <p:ext uri="{BB962C8B-B14F-4D97-AF65-F5344CB8AC3E}">
        <p14:creationId xmlns:p14="http://schemas.microsoft.com/office/powerpoint/2010/main" val="1883312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7" name="Shape 5"/>
          <p:cNvSpPr/>
          <p:nvPr/>
        </p:nvSpPr>
        <p:spPr>
          <a:xfrm>
            <a:off x="383174" y="1291046"/>
            <a:ext cx="2670048" cy="4937034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12700">
            <a:solidFill>
              <a:srgbClr val="E4E2EC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83174" y="1291046"/>
            <a:ext cx="2670048" cy="73152"/>
          </a:xfrm>
          <a:prstGeom prst="rect">
            <a:avLst/>
          </a:prstGeom>
          <a:solidFill>
            <a:srgbClr val="6F2DBD"/>
          </a:solidFill>
          <a:ln w="12700">
            <a:solidFill>
              <a:srgbClr val="6F2DBD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66054" y="1556222"/>
            <a:ext cx="384048" cy="274320"/>
          </a:xfrm>
          <a:prstGeom prst="roundRect">
            <a:avLst>
              <a:gd name="adj" fmla="val 50000"/>
            </a:avLst>
          </a:prstGeom>
          <a:solidFill>
            <a:srgbClr val="EEE5FA"/>
          </a:solidFill>
          <a:ln w="12700">
            <a:solidFill>
              <a:srgbClr val="EEE5FA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66054" y="155622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rgbClr val="6F2DBD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01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800494" y="1556222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EEE5FA"/>
          </a:solidFill>
          <a:ln w="12700">
            <a:solidFill>
              <a:srgbClr val="EEE5FA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800494" y="1556222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rgbClr val="6F2DBD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CONSOLIDACAO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66054" y="204999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Visao Completa Cliente</a:t>
            </a:r>
            <a:endParaRPr lang="en-US" sz="14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66054" y="258949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>
                <a:solidFill>
                  <a:srgbClr val="6F2DBD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HOJE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66054" y="280895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pt-BR" sz="900" noProof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Dados distribuídos entre o Master atual e dados no </a:t>
            </a:r>
            <a:r>
              <a:rPr lang="pt-BR" sz="900" noProof="0" err="1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Salesforce</a:t>
            </a:r>
            <a:r>
              <a:rPr lang="pt-BR" sz="900" noProof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.</a:t>
            </a:r>
            <a:endParaRPr lang="pt-BR" sz="900" noProof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66054" y="356790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>
                <a:solidFill>
                  <a:srgbClr val="6F2DBD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O QUE FAZER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66054" y="3787358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pt-BR" sz="900" noProof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Consolidar dados na base do Master de Clientes. (Oracle)</a:t>
            </a:r>
            <a:endParaRPr lang="pt-BR" sz="900" noProof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66054" y="461031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>
                <a:solidFill>
                  <a:srgbClr val="6F2DBD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ENTREGAS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66054" y="4829774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840" noProof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Modelo de dados consolidado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840" noProof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Camada de integração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840" noProof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Migração das jornadas de dados</a:t>
            </a:r>
            <a:endParaRPr lang="pt-BR" sz="840" noProof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20" name="Shape 18">
            <a:hlinkClick r:id="rId3" action="ppaction://hlinksldjump"/>
          </p:cNvPr>
          <p:cNvSpPr/>
          <p:nvPr/>
        </p:nvSpPr>
        <p:spPr>
          <a:xfrm>
            <a:off x="575198" y="5626318"/>
            <a:ext cx="2286000" cy="347472"/>
          </a:xfrm>
          <a:prstGeom prst="roundRect">
            <a:avLst>
              <a:gd name="adj" fmla="val 39474"/>
            </a:avLst>
          </a:prstGeom>
          <a:solidFill>
            <a:srgbClr val="6F2DBD"/>
          </a:solidFill>
          <a:ln w="12700">
            <a:solidFill>
              <a:srgbClr val="6F2DBD"/>
            </a:solidFill>
            <a:prstDash val="solid"/>
          </a:ln>
        </p:spPr>
        <p:txBody>
          <a:bodyPr/>
          <a:lstStyle/>
          <a:p>
            <a:pPr algn="ctr"/>
            <a:r>
              <a:rPr lang="pt-BR" sz="900" b="1">
                <a:solidFill>
                  <a:schemeClr val="bg1"/>
                </a:solidFill>
                <a:latin typeface="Vivo Type" panose="02000500000000020000" pitchFamily="50" charset="0"/>
                <a:cs typeface="Vivo Type" panose="02000500000000020000" pitchFamily="50" charset="0"/>
              </a:rPr>
              <a:t>ABRIR FRENTE &gt;</a:t>
            </a:r>
          </a:p>
        </p:txBody>
      </p:sp>
      <p:sp>
        <p:nvSpPr>
          <p:cNvPr id="22" name="Shape 20"/>
          <p:cNvSpPr/>
          <p:nvPr/>
        </p:nvSpPr>
        <p:spPr>
          <a:xfrm>
            <a:off x="3290966" y="1291046"/>
            <a:ext cx="2670048" cy="4937034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12700">
            <a:solidFill>
              <a:srgbClr val="E4E2EC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290966" y="1291046"/>
            <a:ext cx="2670048" cy="73152"/>
          </a:xfrm>
          <a:prstGeom prst="rect">
            <a:avLst/>
          </a:prstGeom>
          <a:solidFill>
            <a:srgbClr val="008E8A"/>
          </a:solidFill>
          <a:ln w="12700">
            <a:solidFill>
              <a:srgbClr val="008E8A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473846" y="1556222"/>
            <a:ext cx="384048" cy="274320"/>
          </a:xfrm>
          <a:prstGeom prst="roundRect">
            <a:avLst>
              <a:gd name="adj" fmla="val 50000"/>
            </a:avLst>
          </a:prstGeom>
          <a:solidFill>
            <a:srgbClr val="DDF5F3"/>
          </a:solidFill>
          <a:ln w="12700">
            <a:solidFill>
              <a:srgbClr val="DDF5F3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473846" y="155622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rgbClr val="008E8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02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708286" y="1556222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DDF5F3"/>
          </a:solidFill>
          <a:ln w="12700">
            <a:solidFill>
              <a:srgbClr val="DDF5F3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708286" y="1556222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rgbClr val="008E8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MIGRACAO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473846" y="204999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Migracao SFA</a:t>
            </a:r>
            <a:endParaRPr lang="en-US" sz="14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3473846" y="258949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>
                <a:solidFill>
                  <a:srgbClr val="008E8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HOJE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3473846" y="280895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pt-BR" sz="900" noProof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Dados consumidos da estrutura do </a:t>
            </a:r>
            <a:r>
              <a:rPr lang="pt-BR" sz="900" noProof="0" err="1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Salesforce</a:t>
            </a:r>
            <a:r>
              <a:rPr lang="pt-BR" sz="9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 (Visão Cliente).</a:t>
            </a:r>
            <a:endParaRPr lang="pt-BR" sz="900" noProof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3473846" y="356790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>
                <a:solidFill>
                  <a:srgbClr val="008E8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O QUE FAZER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3473846" y="3787358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pt-BR" sz="900" noProof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Criar estrutura na base do Master de Clientes e migrar as jornadas de geração desses dados para o Oracle (Novo Master)</a:t>
            </a:r>
            <a:endParaRPr lang="pt-BR" sz="900" noProof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3473846" y="461031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>
                <a:solidFill>
                  <a:srgbClr val="008E8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ENTREGAS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3473846" y="4829774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4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Migracao de dados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84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Modelo de dados </a:t>
            </a:r>
            <a:r>
              <a:rPr lang="pt-BR" sz="840" noProof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atualizado</a:t>
            </a:r>
            <a:endParaRPr lang="en-US" sz="840" noProof="0">
              <a:solidFill>
                <a:srgbClr val="6F7080"/>
              </a:solidFill>
              <a:latin typeface="Vivo Type" panose="02000500000000020000" pitchFamily="50" charset="0"/>
              <a:ea typeface="Aptos" pitchFamily="34" charset="-122"/>
              <a:cs typeface="Vivo Type" panose="02000500000000020000" pitchFamily="50" charset="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840" noProof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Adaptação</a:t>
            </a:r>
            <a:r>
              <a:rPr lang="en-US" sz="84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 das </a:t>
            </a:r>
            <a:r>
              <a:rPr lang="pt-BR" sz="840" noProof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integrações</a:t>
            </a:r>
            <a:endParaRPr lang="en-US" sz="84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5" name="Shape 33">
            <a:hlinkClick r:id="rId4" action="ppaction://hlinksldjump"/>
          </p:cNvPr>
          <p:cNvSpPr/>
          <p:nvPr/>
        </p:nvSpPr>
        <p:spPr>
          <a:xfrm>
            <a:off x="3473846" y="5626318"/>
            <a:ext cx="2286000" cy="347472"/>
          </a:xfrm>
          <a:prstGeom prst="roundRect">
            <a:avLst>
              <a:gd name="adj" fmla="val 39474"/>
            </a:avLst>
          </a:prstGeom>
          <a:solidFill>
            <a:srgbClr val="008E8A"/>
          </a:solidFill>
          <a:ln w="12700">
            <a:solidFill>
              <a:srgbClr val="008E8A"/>
            </a:solidFill>
            <a:prstDash val="solid"/>
          </a:ln>
        </p:spPr>
        <p:txBody>
          <a:bodyPr/>
          <a:lstStyle/>
          <a:p>
            <a:pPr algn="ctr"/>
            <a:r>
              <a:rPr lang="pt-BR" sz="900" b="1">
                <a:solidFill>
                  <a:schemeClr val="bg1"/>
                </a:solidFill>
                <a:latin typeface="Vivo Type" panose="02000500000000020000" pitchFamily="50" charset="0"/>
                <a:cs typeface="Vivo Type" panose="02000500000000020000" pitchFamily="50" charset="0"/>
              </a:rPr>
              <a:t>ABRIR FRENTE &gt;</a:t>
            </a:r>
          </a:p>
        </p:txBody>
      </p:sp>
      <p:sp>
        <p:nvSpPr>
          <p:cNvPr id="37" name="Shape 35"/>
          <p:cNvSpPr/>
          <p:nvPr/>
        </p:nvSpPr>
        <p:spPr>
          <a:xfrm>
            <a:off x="6198758" y="1291046"/>
            <a:ext cx="2670048" cy="4937034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12700">
            <a:solidFill>
              <a:srgbClr val="E4E2EC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6198758" y="1291046"/>
            <a:ext cx="2670048" cy="73152"/>
          </a:xfrm>
          <a:prstGeom prst="rect">
            <a:avLst/>
          </a:prstGeom>
          <a:solidFill>
            <a:srgbClr val="246BFD"/>
          </a:solidFill>
          <a:ln w="12700">
            <a:solidFill>
              <a:srgbClr val="246BFD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6381638" y="1556222"/>
            <a:ext cx="384048" cy="274320"/>
          </a:xfrm>
          <a:prstGeom prst="roundRect">
            <a:avLst>
              <a:gd name="adj" fmla="val 50000"/>
            </a:avLst>
          </a:prstGeom>
          <a:solidFill>
            <a:srgbClr val="E5EEFF"/>
          </a:solidFill>
          <a:ln w="12700">
            <a:solidFill>
              <a:srgbClr val="E5EEFF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6381638" y="155622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rgbClr val="246BFD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03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7616078" y="1556222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E5EEFF"/>
          </a:solidFill>
          <a:ln w="12700">
            <a:solidFill>
              <a:srgbClr val="E5EEFF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7616078" y="1556222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rgbClr val="246BFD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EVOLUCAO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6381638" y="204999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Vivo+</a:t>
            </a:r>
            <a:endParaRPr lang="en-US" sz="14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6381638" y="258949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>
                <a:solidFill>
                  <a:srgbClr val="246BFD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HOJE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6381638" y="280895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pt-BR" sz="900" noProof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Dados consumidos de diversas fontes (Visão Cliente).</a:t>
            </a:r>
            <a:endParaRPr lang="pt-BR" sz="900" noProof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6381638" y="356790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>
                <a:solidFill>
                  <a:srgbClr val="246BFD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O QUE FAZER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6381638" y="3787358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pt-BR" sz="900" noProof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Incrementar o consumo de dados para suportar a experiencia Vivo+ conectada ao Master de Clientes (Oracle).</a:t>
            </a:r>
            <a:endParaRPr lang="pt-BR" sz="900" noProof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6381638" y="461031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>
                <a:solidFill>
                  <a:srgbClr val="246BFD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ENTREGAS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6381638" y="4829774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840" noProof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Modelo de dados atualizado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840" noProof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Adaptação da jornada do dado</a:t>
            </a:r>
            <a:endParaRPr lang="pt-BR" sz="840">
              <a:solidFill>
                <a:srgbClr val="6F7080"/>
              </a:solidFill>
              <a:latin typeface="Vivo Type" panose="02000500000000020000" pitchFamily="50" charset="0"/>
              <a:ea typeface="Aptos" pitchFamily="34" charset="-122"/>
              <a:cs typeface="Vivo Type" panose="02000500000000020000" pitchFamily="50" charset="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840" noProof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Ajuste na Integração Vivo+ </a:t>
            </a:r>
            <a:endParaRPr lang="pt-BR" sz="840" noProof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50" name="Shape 48">
            <a:hlinkClick r:id="rId5" action="ppaction://hlinksldjump"/>
          </p:cNvPr>
          <p:cNvSpPr/>
          <p:nvPr/>
        </p:nvSpPr>
        <p:spPr>
          <a:xfrm>
            <a:off x="6381638" y="5626318"/>
            <a:ext cx="2286000" cy="347472"/>
          </a:xfrm>
          <a:prstGeom prst="roundRect">
            <a:avLst>
              <a:gd name="adj" fmla="val 39474"/>
            </a:avLst>
          </a:prstGeom>
          <a:solidFill>
            <a:srgbClr val="246BFD"/>
          </a:solidFill>
          <a:ln w="12700">
            <a:solidFill>
              <a:srgbClr val="246BFD"/>
            </a:solidFill>
            <a:prstDash val="solid"/>
          </a:ln>
        </p:spPr>
        <p:txBody>
          <a:bodyPr/>
          <a:lstStyle/>
          <a:p>
            <a:pPr algn="ctr"/>
            <a:r>
              <a:rPr lang="pt-BR" sz="900" b="1">
                <a:solidFill>
                  <a:schemeClr val="bg1"/>
                </a:solidFill>
                <a:latin typeface="Vivo Type" panose="02000500000000020000" pitchFamily="50" charset="0"/>
                <a:cs typeface="Vivo Type" panose="02000500000000020000" pitchFamily="50" charset="0"/>
              </a:rPr>
              <a:t>ABRIR FRENTE &gt;</a:t>
            </a:r>
          </a:p>
        </p:txBody>
      </p:sp>
      <p:sp>
        <p:nvSpPr>
          <p:cNvPr id="52" name="Shape 50"/>
          <p:cNvSpPr/>
          <p:nvPr/>
        </p:nvSpPr>
        <p:spPr>
          <a:xfrm>
            <a:off x="9106550" y="1291046"/>
            <a:ext cx="2670048" cy="4937034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12700">
            <a:solidFill>
              <a:srgbClr val="E4E2EC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9106550" y="1291046"/>
            <a:ext cx="2670048" cy="73152"/>
          </a:xfrm>
          <a:prstGeom prst="rect">
            <a:avLst/>
          </a:prstGeom>
          <a:solidFill>
            <a:srgbClr val="C14B8A"/>
          </a:solidFill>
          <a:ln w="12700">
            <a:solidFill>
              <a:srgbClr val="C14B8A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9289430" y="1556222"/>
            <a:ext cx="384048" cy="274320"/>
          </a:xfrm>
          <a:prstGeom prst="roundRect">
            <a:avLst>
              <a:gd name="adj" fmla="val 50000"/>
            </a:avLst>
          </a:prstGeom>
          <a:solidFill>
            <a:srgbClr val="F8E5F2"/>
          </a:solidFill>
          <a:ln w="12700">
            <a:solidFill>
              <a:srgbClr val="F8E5F2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9289430" y="155622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rgbClr val="C14B8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04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10523870" y="1556222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F8E5F2"/>
          </a:solidFill>
          <a:ln w="12700">
            <a:solidFill>
              <a:srgbClr val="F8E5F2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10523870" y="1556222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rgbClr val="C14B8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ATIVOS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9289430" y="204999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Asset</a:t>
            </a:r>
            <a:endParaRPr lang="en-US" sz="14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9289430" y="258949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>
                <a:solidFill>
                  <a:srgbClr val="C14B8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HOJE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9289430" y="280895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pt-BR" sz="900" noProof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Ativos distribuídos entre sistemas,  informações com atraso incompatível com a necessidade do Master de Clientes.</a:t>
            </a:r>
            <a:endParaRPr lang="pt-BR" sz="900" noProof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9289430" y="356790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>
                <a:solidFill>
                  <a:srgbClr val="C14B8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O QUE FAZER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9289430" y="3787358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pt-BR" sz="900" noProof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Consolidar modelo de dados na estrutura do Master de Clientes (Oracle) e ajustar o tempos de atualização dessas informações.</a:t>
            </a:r>
            <a:endParaRPr lang="pt-BR" sz="900" noProof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9289430" y="461031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>
                <a:solidFill>
                  <a:srgbClr val="C14B8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ENTREGAS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9289430" y="4829774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840" noProof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Modelo de dados Asset</a:t>
            </a:r>
            <a:endParaRPr lang="pt-BR" sz="840">
              <a:solidFill>
                <a:srgbClr val="6F7080"/>
              </a:solidFill>
              <a:latin typeface="Vivo Type" panose="02000500000000020000" pitchFamily="50" charset="0"/>
              <a:ea typeface="Aptos" pitchFamily="34" charset="-122"/>
              <a:cs typeface="Vivo Type" panose="02000500000000020000" pitchFamily="50" charset="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840" noProof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Ciclo de vida de atualização dos dados (Fontes)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840" noProof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Atualização das Integrações.</a:t>
            </a:r>
            <a:endParaRPr lang="pt-BR" sz="840" noProof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65" name="Shape 63">
            <a:hlinkClick r:id="rId6" action="ppaction://hlinksldjump"/>
          </p:cNvPr>
          <p:cNvSpPr/>
          <p:nvPr/>
        </p:nvSpPr>
        <p:spPr>
          <a:xfrm>
            <a:off x="9289430" y="5626318"/>
            <a:ext cx="2286000" cy="347472"/>
          </a:xfrm>
          <a:prstGeom prst="roundRect">
            <a:avLst>
              <a:gd name="adj" fmla="val 39474"/>
            </a:avLst>
          </a:prstGeom>
          <a:solidFill>
            <a:srgbClr val="C14B8A"/>
          </a:solidFill>
          <a:ln w="12700">
            <a:solidFill>
              <a:srgbClr val="C14B8A"/>
            </a:solidFill>
            <a:prstDash val="solid"/>
          </a:ln>
        </p:spPr>
        <p:txBody>
          <a:bodyPr/>
          <a:lstStyle/>
          <a:p>
            <a:pPr algn="ctr"/>
            <a:r>
              <a:rPr lang="pt-BR" sz="900" b="1">
                <a:solidFill>
                  <a:schemeClr val="bg1"/>
                </a:solidFill>
                <a:latin typeface="Vivo Type" panose="02000500000000020000" pitchFamily="50" charset="0"/>
                <a:cs typeface="Vivo Type" panose="02000500000000020000" pitchFamily="50" charset="0"/>
              </a:rPr>
              <a:t>ABRIR FRENTE &gt;</a:t>
            </a:r>
          </a:p>
        </p:txBody>
      </p:sp>
      <p:sp>
        <p:nvSpPr>
          <p:cNvPr id="67" name="Retângulo 66">
            <a:extLst>
              <a:ext uri="{FF2B5EF4-FFF2-40B4-BE49-F238E27FC236}">
                <a16:creationId xmlns:a16="http://schemas.microsoft.com/office/drawing/2014/main" id="{160AF83F-A9DC-67C8-1F2F-C1B021403121}"/>
              </a:ext>
            </a:extLst>
          </p:cNvPr>
          <p:cNvSpPr/>
          <p:nvPr/>
        </p:nvSpPr>
        <p:spPr>
          <a:xfrm>
            <a:off x="0" y="-2722"/>
            <a:ext cx="12192000" cy="433926"/>
          </a:xfrm>
          <a:prstGeom prst="rect">
            <a:avLst/>
          </a:prstGeom>
          <a:gradFill>
            <a:gsLst>
              <a:gs pos="0">
                <a:srgbClr val="5D007B">
                  <a:alpha val="100000"/>
                </a:srgbClr>
              </a:gs>
              <a:gs pos="100000">
                <a:srgbClr val="380054">
                  <a:alpha val="10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ivo Type" panose="02000500000000020000" pitchFamily="50" charset="0"/>
              <a:cs typeface="Vivo Type" panose="02000500000000020000" pitchFamily="50" charset="0"/>
              <a:sym typeface="Arial"/>
            </a:endParaRPr>
          </a:p>
        </p:txBody>
      </p:sp>
      <p:sp>
        <p:nvSpPr>
          <p:cNvPr id="68" name="Google Shape;351;p52">
            <a:extLst>
              <a:ext uri="{FF2B5EF4-FFF2-40B4-BE49-F238E27FC236}">
                <a16:creationId xmlns:a16="http://schemas.microsoft.com/office/drawing/2014/main" id="{0F831968-70DC-B5ED-415B-D3554200D7AC}"/>
              </a:ext>
            </a:extLst>
          </p:cNvPr>
          <p:cNvSpPr/>
          <p:nvPr/>
        </p:nvSpPr>
        <p:spPr>
          <a:xfrm>
            <a:off x="-1" y="-58731"/>
            <a:ext cx="8357420" cy="521906"/>
          </a:xfrm>
          <a:prstGeom prst="rect">
            <a:avLst/>
          </a:prstGeom>
        </p:spPr>
        <p:txBody>
          <a:bodyPr vert="horz" lIns="121954" tIns="60977" rIns="121954" bIns="60977" rtlCol="0" anchor="ctr">
            <a:norm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1371600">
              <a:lnSpc>
                <a:spcPct val="90000"/>
              </a:lnSpc>
              <a:spcBef>
                <a:spcPct val="0"/>
              </a:spcBef>
              <a:buClr>
                <a:srgbClr val="000000"/>
              </a:buClr>
              <a:defRPr/>
            </a:pPr>
            <a:r>
              <a:rPr lang="pt-BR" b="1">
                <a:solidFill>
                  <a:prstClr val="white"/>
                </a:solidFill>
                <a:latin typeface="Vivo Type" panose="02000500000000020000" pitchFamily="50" charset="0"/>
                <a:cs typeface="Vivo Type" panose="02000500000000020000" pitchFamily="50" charset="0"/>
                <a:sym typeface="Arial"/>
              </a:rPr>
              <a:t>DESLIGUE SFA – FRENTES DE ENTREGA</a:t>
            </a:r>
          </a:p>
        </p:txBody>
      </p:sp>
      <p:pic>
        <p:nvPicPr>
          <p:cNvPr id="69" name="Imagem 68">
            <a:hlinkClick r:id="rId7" action="ppaction://hlinksldjump"/>
            <a:extLst>
              <a:ext uri="{FF2B5EF4-FFF2-40B4-BE49-F238E27FC236}">
                <a16:creationId xmlns:a16="http://schemas.microsoft.com/office/drawing/2014/main" id="{35603DFE-C14C-3EEF-ECC3-53ADB6B4A243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grayscl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10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379281" y="84440"/>
            <a:ext cx="529053" cy="232607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89DB77CC-BA23-1A0B-3623-75CA2C9374C5}"/>
              </a:ext>
            </a:extLst>
          </p:cNvPr>
          <p:cNvSpPr/>
          <p:nvPr/>
        </p:nvSpPr>
        <p:spPr>
          <a:xfrm>
            <a:off x="0" y="6512560"/>
            <a:ext cx="7891272" cy="3545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pt-BR" err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5B007B"/>
          </a:solidFill>
          <a:ln w="12700">
            <a:solidFill>
              <a:srgbClr val="5B007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64591" y="54864"/>
            <a:ext cx="544155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b="1">
                <a:solidFill>
                  <a:srgbClr val="FFFFFF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DETALHAMENTO – VISÃO COMPLETA CLIENTE</a:t>
            </a:r>
            <a:endParaRPr lang="en-US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494008" y="64008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r">
              <a:buNone/>
            </a:pPr>
            <a:r>
              <a:rPr lang="en-US" sz="18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vivo</a:t>
            </a:r>
            <a:endParaRPr lang="en-US" sz="1800"/>
          </a:p>
        </p:txBody>
      </p:sp>
      <p:sp>
        <p:nvSpPr>
          <p:cNvPr id="6" name="Shape 4">
            <a:hlinkClick r:id="rId3" action="ppaction://hlinksldjump"/>
          </p:cNvPr>
          <p:cNvSpPr/>
          <p:nvPr/>
        </p:nvSpPr>
        <p:spPr>
          <a:xfrm>
            <a:off x="9802368" y="658368"/>
            <a:ext cx="1965960" cy="365760"/>
          </a:xfrm>
          <a:prstGeom prst="roundRect">
            <a:avLst>
              <a:gd name="adj" fmla="val 40000"/>
            </a:avLst>
          </a:prstGeom>
          <a:solidFill>
            <a:srgbClr val="26253E"/>
          </a:solidFill>
          <a:ln w="12700">
            <a:solidFill>
              <a:srgbClr val="26253E"/>
            </a:solidFill>
            <a:prstDash val="solid"/>
          </a:ln>
        </p:spPr>
        <p:txBody>
          <a:bodyPr/>
          <a:lstStyle/>
          <a:p>
            <a:pPr algn="ctr"/>
            <a:r>
              <a:rPr lang="pt-BR" sz="900" b="1">
                <a:solidFill>
                  <a:schemeClr val="bg1"/>
                </a:solidFill>
                <a:latin typeface="Vivo Type" panose="02000500000000020000" pitchFamily="50" charset="0"/>
                <a:cs typeface="Vivo Type" panose="02000500000000020000" pitchFamily="50" charset="0"/>
              </a:rPr>
              <a:t>&lt; VISÃO EXECUTIVA</a:t>
            </a:r>
          </a:p>
        </p:txBody>
      </p:sp>
      <p:sp>
        <p:nvSpPr>
          <p:cNvPr id="8" name="Shape 6"/>
          <p:cNvSpPr/>
          <p:nvPr/>
        </p:nvSpPr>
        <p:spPr>
          <a:xfrm>
            <a:off x="713232" y="1280160"/>
            <a:ext cx="3200400" cy="438912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1D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941832" y="1490472"/>
            <a:ext cx="978408" cy="292608"/>
          </a:xfrm>
          <a:prstGeom prst="roundRect">
            <a:avLst>
              <a:gd name="adj" fmla="val 46875"/>
            </a:avLst>
          </a:prstGeom>
          <a:solidFill>
            <a:srgbClr val="EDE2FA"/>
          </a:solidFill>
          <a:ln w="12700">
            <a:solidFill>
              <a:srgbClr val="EDE2F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941832" y="1490472"/>
            <a:ext cx="978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>
                <a:solidFill>
                  <a:srgbClr val="7429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CONTEXTO</a:t>
            </a:r>
            <a:endParaRPr lang="en-US" sz="850"/>
          </a:p>
        </p:txBody>
      </p:sp>
      <p:sp>
        <p:nvSpPr>
          <p:cNvPr id="11" name="Text 9"/>
          <p:cNvSpPr/>
          <p:nvPr/>
        </p:nvSpPr>
        <p:spPr>
          <a:xfrm>
            <a:off x="941832" y="19385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>
                <a:solidFill>
                  <a:srgbClr val="2726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que </a:t>
            </a:r>
            <a:r>
              <a:rPr lang="en-US" sz="1300" b="1" err="1">
                <a:solidFill>
                  <a:srgbClr val="2726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existe</a:t>
            </a:r>
            <a:r>
              <a:rPr lang="en-US" sz="1300" b="1">
                <a:solidFill>
                  <a:srgbClr val="2726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300" b="1" err="1">
                <a:solidFill>
                  <a:srgbClr val="2726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hoje</a:t>
            </a:r>
            <a:endParaRPr lang="en-US" sz="1300"/>
          </a:p>
        </p:txBody>
      </p:sp>
      <p:sp>
        <p:nvSpPr>
          <p:cNvPr id="12" name="Text 10"/>
          <p:cNvSpPr/>
          <p:nvPr/>
        </p:nvSpPr>
        <p:spPr>
          <a:xfrm>
            <a:off x="941832" y="2377440"/>
            <a:ext cx="2633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pt-BR" sz="1050" noProof="0">
                <a:solidFill>
                  <a:srgbClr val="77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Dados e regras distribuídos entre fontes.</a:t>
            </a:r>
            <a:endParaRPr lang="pt-BR" sz="1050" noProof="0"/>
          </a:p>
        </p:txBody>
      </p:sp>
      <p:sp>
        <p:nvSpPr>
          <p:cNvPr id="13" name="Shape 11"/>
          <p:cNvSpPr/>
          <p:nvPr/>
        </p:nvSpPr>
        <p:spPr>
          <a:xfrm>
            <a:off x="941832" y="3319272"/>
            <a:ext cx="2724912" cy="9144"/>
          </a:xfrm>
          <a:prstGeom prst="line">
            <a:avLst/>
          </a:prstGeom>
          <a:noFill/>
          <a:ln w="12700">
            <a:solidFill>
              <a:srgbClr val="E1D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941832" y="358444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>
                <a:solidFill>
                  <a:srgbClr val="2726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que </a:t>
            </a:r>
            <a:r>
              <a:rPr lang="en-US" sz="1300" b="1" err="1">
                <a:solidFill>
                  <a:srgbClr val="2726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precisa</a:t>
            </a:r>
            <a:r>
              <a:rPr lang="en-US" sz="1300" b="1">
                <a:solidFill>
                  <a:srgbClr val="2726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ser </a:t>
            </a:r>
            <a:r>
              <a:rPr lang="en-US" sz="1300" b="1" err="1">
                <a:solidFill>
                  <a:srgbClr val="2726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feito</a:t>
            </a:r>
            <a:endParaRPr lang="en-US" sz="1300"/>
          </a:p>
        </p:txBody>
      </p:sp>
      <p:sp>
        <p:nvSpPr>
          <p:cNvPr id="15" name="Text 13"/>
          <p:cNvSpPr/>
          <p:nvPr/>
        </p:nvSpPr>
        <p:spPr>
          <a:xfrm>
            <a:off x="941832" y="4114800"/>
            <a:ext cx="26974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>
                <a:solidFill>
                  <a:srgbClr val="77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Consolidar dados e relacionamentos para garantir uma visao unica, atualizada e confiavel do cliente.</a:t>
            </a:r>
            <a:endParaRPr lang="en-US" sz="1050"/>
          </a:p>
        </p:txBody>
      </p:sp>
      <p:sp>
        <p:nvSpPr>
          <p:cNvPr id="16" name="Shape 14"/>
          <p:cNvSpPr/>
          <p:nvPr/>
        </p:nvSpPr>
        <p:spPr>
          <a:xfrm>
            <a:off x="4069080" y="1280160"/>
            <a:ext cx="763524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1D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233672" y="1746504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pt-BR" sz="1700" b="1" noProof="0">
                <a:solidFill>
                  <a:srgbClr val="2726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Entregável da frente</a:t>
            </a:r>
            <a:endParaRPr lang="pt-BR" sz="1700" noProof="0"/>
          </a:p>
        </p:txBody>
      </p:sp>
      <p:sp>
        <p:nvSpPr>
          <p:cNvPr id="18" name="Text 16"/>
          <p:cNvSpPr/>
          <p:nvPr/>
        </p:nvSpPr>
        <p:spPr>
          <a:xfrm>
            <a:off x="4233672" y="209397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pt-BR" sz="1000" noProof="0">
                <a:solidFill>
                  <a:srgbClr val="77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que será disponibilizado ao final do desenvolvimento.</a:t>
            </a:r>
            <a:endParaRPr lang="pt-BR" sz="1000" noProof="0"/>
          </a:p>
        </p:txBody>
      </p:sp>
      <p:sp>
        <p:nvSpPr>
          <p:cNvPr id="19" name="Shape 17"/>
          <p:cNvSpPr/>
          <p:nvPr/>
        </p:nvSpPr>
        <p:spPr>
          <a:xfrm>
            <a:off x="4233672" y="2542032"/>
            <a:ext cx="7296912" cy="1902968"/>
          </a:xfrm>
          <a:prstGeom prst="roundRect">
            <a:avLst>
              <a:gd name="adj" fmla="val 10345"/>
            </a:avLst>
          </a:prstGeom>
          <a:solidFill>
            <a:srgbClr val="F8F3FD"/>
          </a:solidFill>
          <a:ln w="12700">
            <a:solidFill>
              <a:srgbClr val="EDE2F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4489704" y="2642616"/>
            <a:ext cx="438912" cy="438912"/>
          </a:xfrm>
          <a:prstGeom prst="ellipse">
            <a:avLst/>
          </a:prstGeom>
          <a:solidFill>
            <a:srgbClr val="7429C6"/>
          </a:solidFill>
          <a:ln w="12700">
            <a:solidFill>
              <a:srgbClr val="7429C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4489704" y="26426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5102352" y="2706624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pt-BR" sz="1400" b="1" noProof="0">
                <a:solidFill>
                  <a:srgbClr val="2726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Visão</a:t>
            </a:r>
            <a:r>
              <a:rPr lang="en-US" sz="1400" b="1">
                <a:solidFill>
                  <a:srgbClr val="2726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Completa do </a:t>
            </a:r>
            <a:r>
              <a:rPr lang="pt-BR" sz="1400" b="1" noProof="0">
                <a:solidFill>
                  <a:srgbClr val="2726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Cliente entregáveis:</a:t>
            </a:r>
            <a:endParaRPr lang="en-US" sz="1400"/>
          </a:p>
        </p:txBody>
      </p:sp>
      <p:sp>
        <p:nvSpPr>
          <p:cNvPr id="23" name="Text 21"/>
          <p:cNvSpPr/>
          <p:nvPr/>
        </p:nvSpPr>
        <p:spPr>
          <a:xfrm>
            <a:off x="4862361" y="3068320"/>
            <a:ext cx="6583681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628650" lvl="1" indent="-171450">
              <a:buFont typeface="Wingdings" panose="05000000000000000000" pitchFamily="2" charset="2"/>
              <a:buChar char="q"/>
            </a:pPr>
            <a:r>
              <a:rPr lang="pt-BR" sz="1200" noProof="0">
                <a:solidFill>
                  <a:srgbClr val="77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Todos os dados do Cliente B2C consolidados em uma única base</a:t>
            </a:r>
          </a:p>
          <a:p>
            <a:pPr marL="628650" lvl="1" indent="-171450">
              <a:buFont typeface="Wingdings" panose="05000000000000000000" pitchFamily="2" charset="2"/>
              <a:buChar char="q"/>
            </a:pPr>
            <a:r>
              <a:rPr lang="pt-BR" sz="1200" noProof="0">
                <a:solidFill>
                  <a:srgbClr val="77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Jornadas dos dados de Cliente alteradas para gerar os dados na base do Master.</a:t>
            </a:r>
          </a:p>
          <a:p>
            <a:pPr marL="1085850" lvl="2" indent="-171450">
              <a:buFont typeface="Wingdings" panose="05000000000000000000" pitchFamily="2" charset="2"/>
              <a:buChar char="q"/>
            </a:pPr>
            <a:r>
              <a:rPr lang="pt-BR" sz="1200">
                <a:solidFill>
                  <a:srgbClr val="777789"/>
                </a:solidFill>
                <a:latin typeface="Aptos" pitchFamily="34" charset="0"/>
              </a:rPr>
              <a:t>33 campos disponíveis no SFA em validação para possível migração o novo Master*</a:t>
            </a:r>
          </a:p>
          <a:p>
            <a:pPr marL="1543050" lvl="3" indent="-171450">
              <a:buFont typeface="Wingdings" panose="05000000000000000000" pitchFamily="2" charset="2"/>
              <a:buChar char="q"/>
            </a:pPr>
            <a:r>
              <a:rPr lang="pt-BR" sz="1200" noProof="0">
                <a:solidFill>
                  <a:srgbClr val="777789"/>
                </a:solidFill>
                <a:latin typeface="Aptos" pitchFamily="34" charset="0"/>
              </a:rPr>
              <a:t>Exemplos: Estado Civil, </a:t>
            </a:r>
            <a:r>
              <a:rPr lang="pt-BR" sz="1200" noProof="0" err="1">
                <a:solidFill>
                  <a:srgbClr val="777789"/>
                </a:solidFill>
                <a:latin typeface="Aptos" pitchFamily="34" charset="0"/>
              </a:rPr>
              <a:t>Customer</a:t>
            </a:r>
            <a:r>
              <a:rPr lang="pt-BR" sz="1200" noProof="0">
                <a:solidFill>
                  <a:srgbClr val="777789"/>
                </a:solidFill>
                <a:latin typeface="Aptos" pitchFamily="34" charset="0"/>
              </a:rPr>
              <a:t> </a:t>
            </a:r>
            <a:r>
              <a:rPr lang="pt-BR" sz="1200" noProof="0" err="1">
                <a:solidFill>
                  <a:srgbClr val="777789"/>
                </a:solidFill>
                <a:latin typeface="Aptos" pitchFamily="34" charset="0"/>
              </a:rPr>
              <a:t>Sentiment</a:t>
            </a:r>
            <a:r>
              <a:rPr lang="pt-BR" sz="1200" noProof="0">
                <a:solidFill>
                  <a:srgbClr val="777789"/>
                </a:solidFill>
                <a:latin typeface="Aptos" pitchFamily="34" charset="0"/>
              </a:rPr>
              <a:t>, pronome, data do último contato</a:t>
            </a:r>
            <a:endParaRPr lang="pt-BR" sz="1200" noProof="0"/>
          </a:p>
        </p:txBody>
      </p:sp>
      <p:sp>
        <p:nvSpPr>
          <p:cNvPr id="40" name="Text 38"/>
          <p:cNvSpPr/>
          <p:nvPr/>
        </p:nvSpPr>
        <p:spPr>
          <a:xfrm>
            <a:off x="4233672" y="576072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>
                <a:solidFill>
                  <a:srgbClr val="7429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RESULTADOS ESPERADOS</a:t>
            </a:r>
            <a:endParaRPr lang="en-US" sz="850"/>
          </a:p>
        </p:txBody>
      </p:sp>
      <p:sp>
        <p:nvSpPr>
          <p:cNvPr id="41" name="Shape 39"/>
          <p:cNvSpPr/>
          <p:nvPr/>
        </p:nvSpPr>
        <p:spPr>
          <a:xfrm>
            <a:off x="4233672" y="5998464"/>
            <a:ext cx="1627632" cy="292608"/>
          </a:xfrm>
          <a:prstGeom prst="roundRect">
            <a:avLst>
              <a:gd name="adj" fmla="val 46875"/>
            </a:avLst>
          </a:prstGeom>
          <a:solidFill>
            <a:srgbClr val="EDE2FA"/>
          </a:solidFill>
          <a:ln w="12700">
            <a:solidFill>
              <a:srgbClr val="EDE2F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4233672" y="5998464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>
                <a:solidFill>
                  <a:srgbClr val="7429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Visao unica</a:t>
            </a:r>
            <a:endParaRPr lang="en-US" sz="850"/>
          </a:p>
        </p:txBody>
      </p:sp>
      <p:sp>
        <p:nvSpPr>
          <p:cNvPr id="43" name="Shape 41"/>
          <p:cNvSpPr/>
          <p:nvPr/>
        </p:nvSpPr>
        <p:spPr>
          <a:xfrm>
            <a:off x="6053328" y="5998464"/>
            <a:ext cx="1627632" cy="292608"/>
          </a:xfrm>
          <a:prstGeom prst="roundRect">
            <a:avLst>
              <a:gd name="adj" fmla="val 46875"/>
            </a:avLst>
          </a:prstGeom>
          <a:solidFill>
            <a:srgbClr val="EDE2FA"/>
          </a:solidFill>
          <a:ln w="12700">
            <a:solidFill>
              <a:srgbClr val="EDE2F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Text 42"/>
          <p:cNvSpPr/>
          <p:nvPr/>
        </p:nvSpPr>
        <p:spPr>
          <a:xfrm>
            <a:off x="6053328" y="5998464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>
                <a:solidFill>
                  <a:srgbClr val="7429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Menos divergencias</a:t>
            </a:r>
            <a:endParaRPr lang="en-US" sz="850"/>
          </a:p>
        </p:txBody>
      </p:sp>
      <p:sp>
        <p:nvSpPr>
          <p:cNvPr id="45" name="Shape 43"/>
          <p:cNvSpPr/>
          <p:nvPr/>
        </p:nvSpPr>
        <p:spPr>
          <a:xfrm>
            <a:off x="7872984" y="5998464"/>
            <a:ext cx="1627632" cy="292608"/>
          </a:xfrm>
          <a:prstGeom prst="roundRect">
            <a:avLst>
              <a:gd name="adj" fmla="val 46875"/>
            </a:avLst>
          </a:prstGeom>
          <a:solidFill>
            <a:srgbClr val="EDE2FA"/>
          </a:solidFill>
          <a:ln w="12700">
            <a:solidFill>
              <a:srgbClr val="EDE2F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6" name="Text 44"/>
          <p:cNvSpPr/>
          <p:nvPr/>
        </p:nvSpPr>
        <p:spPr>
          <a:xfrm>
            <a:off x="7872984" y="5998464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>
                <a:solidFill>
                  <a:srgbClr val="7429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Agilidade nas jornadas</a:t>
            </a:r>
            <a:endParaRPr lang="en-US" sz="850"/>
          </a:p>
        </p:txBody>
      </p:sp>
      <p:sp>
        <p:nvSpPr>
          <p:cNvPr id="47" name="Shape 45">
            <a:hlinkClick r:id="rId4" action="ppaction://hlinksldjump"/>
          </p:cNvPr>
          <p:cNvSpPr/>
          <p:nvPr/>
        </p:nvSpPr>
        <p:spPr>
          <a:xfrm>
            <a:off x="9692640" y="5999472"/>
            <a:ext cx="1920240" cy="291600"/>
          </a:xfrm>
          <a:prstGeom prst="roundRect">
            <a:avLst>
              <a:gd name="adj" fmla="val 39535"/>
            </a:avLst>
          </a:prstGeom>
          <a:solidFill>
            <a:srgbClr val="7429C6"/>
          </a:solidFill>
          <a:ln w="12700">
            <a:solidFill>
              <a:srgbClr val="7429C6"/>
            </a:solidFill>
            <a:prstDash val="solid"/>
          </a:ln>
        </p:spPr>
        <p:txBody>
          <a:bodyPr/>
          <a:lstStyle/>
          <a:p>
            <a:pPr algn="ctr"/>
            <a:r>
              <a:rPr lang="pt-BR" sz="900" b="1">
                <a:solidFill>
                  <a:schemeClr val="bg1"/>
                </a:solidFill>
                <a:latin typeface="Vivo Type" panose="02000500000000020000" pitchFamily="50" charset="0"/>
                <a:cs typeface="Vivo Type" panose="02000500000000020000" pitchFamily="50" charset="0"/>
              </a:rPr>
              <a:t>ABRIR CRONOGRAMA &gt;</a:t>
            </a:r>
          </a:p>
        </p:txBody>
      </p:sp>
      <p:sp>
        <p:nvSpPr>
          <p:cNvPr id="50" name="Text 37">
            <a:extLst>
              <a:ext uri="{FF2B5EF4-FFF2-40B4-BE49-F238E27FC236}">
                <a16:creationId xmlns:a16="http://schemas.microsoft.com/office/drawing/2014/main" id="{DE53848A-7ABE-D053-40EB-E243AF915B1B}"/>
              </a:ext>
            </a:extLst>
          </p:cNvPr>
          <p:cNvSpPr/>
          <p:nvPr/>
        </p:nvSpPr>
        <p:spPr>
          <a:xfrm>
            <a:off x="4233672" y="4493768"/>
            <a:ext cx="6903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pt-BR" sz="900" noProof="0">
                <a:solidFill>
                  <a:srgbClr val="7429C6"/>
                </a:solidFill>
                <a:latin typeface="Vivo Type" panose="02000500000000020000" pitchFamily="50" charset="0"/>
                <a:cs typeface="Vivo Type" panose="02000500000000020000" pitchFamily="50" charset="0"/>
              </a:rPr>
              <a:t>*Após o Discovery teremos o impacto real.</a:t>
            </a:r>
            <a:endParaRPr lang="pt-BR" sz="900" noProof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51" name="Retângulo 50">
            <a:extLst>
              <a:ext uri="{FF2B5EF4-FFF2-40B4-BE49-F238E27FC236}">
                <a16:creationId xmlns:a16="http://schemas.microsoft.com/office/drawing/2014/main" id="{2F43AEDB-9B89-D2D0-01B6-EF6CFAE2117C}"/>
              </a:ext>
            </a:extLst>
          </p:cNvPr>
          <p:cNvSpPr/>
          <p:nvPr/>
        </p:nvSpPr>
        <p:spPr>
          <a:xfrm>
            <a:off x="0" y="6512560"/>
            <a:ext cx="7891272" cy="3545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pt-BR" err="1"/>
          </a:p>
        </p:txBody>
      </p:sp>
      <p:sp>
        <p:nvSpPr>
          <p:cNvPr id="26" name="Shape 45">
            <a:hlinkClick r:id="rId5" action="ppaction://hlinksldjump"/>
            <a:extLst>
              <a:ext uri="{FF2B5EF4-FFF2-40B4-BE49-F238E27FC236}">
                <a16:creationId xmlns:a16="http://schemas.microsoft.com/office/drawing/2014/main" id="{6792F314-824D-D2C3-4A40-F36BC41F178D}"/>
              </a:ext>
            </a:extLst>
          </p:cNvPr>
          <p:cNvSpPr/>
          <p:nvPr/>
        </p:nvSpPr>
        <p:spPr>
          <a:xfrm>
            <a:off x="9692640" y="4911344"/>
            <a:ext cx="1920240" cy="291600"/>
          </a:xfrm>
          <a:prstGeom prst="roundRect">
            <a:avLst>
              <a:gd name="adj" fmla="val 39535"/>
            </a:avLst>
          </a:prstGeom>
          <a:solidFill>
            <a:srgbClr val="7429C6"/>
          </a:solidFill>
          <a:ln w="12700">
            <a:solidFill>
              <a:srgbClr val="7429C6"/>
            </a:solidFill>
            <a:prstDash val="solid"/>
          </a:ln>
        </p:spPr>
        <p:txBody>
          <a:bodyPr/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CRONOGRAMA DETALHADO &gt;</a:t>
            </a:r>
            <a:endParaRPr lang="pt-B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6F2DBD"/>
          </a:solidFill>
          <a:ln w="12700">
            <a:solidFill>
              <a:srgbClr val="6F2DBD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7" name="Shape 5">
            <a:hlinkClick r:id="rId3" action="ppaction://hlinksldjump"/>
          </p:cNvPr>
          <p:cNvSpPr/>
          <p:nvPr/>
        </p:nvSpPr>
        <p:spPr>
          <a:xfrm>
            <a:off x="9646920" y="891269"/>
            <a:ext cx="1965960" cy="347472"/>
          </a:xfrm>
          <a:prstGeom prst="roundRect">
            <a:avLst>
              <a:gd name="adj" fmla="val 39474"/>
            </a:avLst>
          </a:prstGeom>
          <a:solidFill>
            <a:srgbClr val="24233A"/>
          </a:solidFill>
          <a:ln w="12700">
            <a:solidFill>
              <a:srgbClr val="24233A"/>
            </a:solidFill>
            <a:prstDash val="solid"/>
          </a:ln>
        </p:spPr>
        <p:txBody>
          <a:bodyPr/>
          <a:lstStyle/>
          <a:p>
            <a:pPr algn="ctr"/>
            <a:r>
              <a:rPr lang="pt-BR" sz="900" b="1">
                <a:solidFill>
                  <a:schemeClr val="bg1"/>
                </a:solidFill>
                <a:latin typeface="Vivo Type" panose="02000500000000020000" pitchFamily="50" charset="0"/>
                <a:cs typeface="Vivo Type" panose="02000500000000020000" pitchFamily="50" charset="0"/>
              </a:rPr>
              <a:t>&lt; DETALHAMENTO</a:t>
            </a:r>
          </a:p>
        </p:txBody>
      </p:sp>
      <p:sp>
        <p:nvSpPr>
          <p:cNvPr id="13" name="Shape 11"/>
          <p:cNvSpPr/>
          <p:nvPr/>
        </p:nvSpPr>
        <p:spPr>
          <a:xfrm>
            <a:off x="804672" y="2252473"/>
            <a:ext cx="10698480" cy="9144"/>
          </a:xfrm>
          <a:prstGeom prst="line">
            <a:avLst/>
          </a:prstGeom>
          <a:noFill/>
          <a:ln w="25400">
            <a:solidFill>
              <a:srgbClr val="D5D3DE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32688" y="2097025"/>
            <a:ext cx="310896" cy="310896"/>
          </a:xfrm>
          <a:prstGeom prst="ellipse">
            <a:avLst/>
          </a:prstGeom>
          <a:solidFill>
            <a:srgbClr val="6F2DBD"/>
          </a:solidFill>
          <a:ln w="25400">
            <a:solidFill>
              <a:srgbClr val="6F2DBD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30352" y="1859281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rgbClr val="6F2DBD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01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30352" y="2508505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Discovery</a:t>
            </a:r>
            <a:endParaRPr lang="en-US" sz="9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30352" y="3148585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noProof="0" dirty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Início</a:t>
            </a:r>
            <a:endParaRPr lang="en-US" sz="800" dirty="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01/09</a:t>
            </a:r>
            <a:endParaRPr lang="en-US" sz="800" dirty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30352" y="3624073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Fim</a:t>
            </a:r>
            <a:endParaRPr lang="en-US" sz="800" dirty="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01/11</a:t>
            </a:r>
            <a:endParaRPr lang="en-US" sz="800" dirty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49224" y="4154425"/>
            <a:ext cx="877824" cy="274320"/>
          </a:xfrm>
          <a:prstGeom prst="roundRect">
            <a:avLst>
              <a:gd name="adj" fmla="val 50000"/>
            </a:avLst>
          </a:prstGeom>
          <a:solidFill>
            <a:srgbClr val="EEE5FA"/>
          </a:solidFill>
          <a:ln w="12700">
            <a:solidFill>
              <a:srgbClr val="EEE5FA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49224" y="4154425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rgbClr val="6F2DBD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EM ANDAMENTO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677924" y="1859281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chemeClr val="bg1">
                    <a:lumMod val="65000"/>
                  </a:schemeClr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02</a:t>
            </a:r>
            <a:endParaRPr lang="en-US" sz="800">
              <a:solidFill>
                <a:schemeClr val="bg1">
                  <a:lumMod val="65000"/>
                </a:schemeClr>
              </a:solidFill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677924" y="2508505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Modelo de dados</a:t>
            </a:r>
            <a:endParaRPr lang="en-US" sz="9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677924" y="3148585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noProof="0" dirty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Inicio</a:t>
            </a:r>
            <a:endParaRPr lang="en-US" sz="800" dirty="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03/11</a:t>
            </a:r>
            <a:endParaRPr lang="en-US" sz="800" dirty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677924" y="3624073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Fim</a:t>
            </a:r>
            <a:endParaRPr lang="en-US" sz="800" dirty="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03/12</a:t>
            </a:r>
            <a:endParaRPr lang="en-US" sz="800" dirty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2825496" y="1859281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chemeClr val="bg1">
                    <a:lumMod val="65000"/>
                  </a:schemeClr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03</a:t>
            </a:r>
            <a:endParaRPr lang="en-US" sz="800">
              <a:solidFill>
                <a:schemeClr val="bg1">
                  <a:lumMod val="65000"/>
                </a:schemeClr>
              </a:solidFill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2825496" y="2508505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Requisitos funcionais</a:t>
            </a:r>
            <a:endParaRPr lang="en-US" sz="9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2825496" y="3148585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noProof="0" dirty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Inicio</a:t>
            </a:r>
            <a:endParaRPr lang="pt-BR" sz="800" noProof="0" dirty="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04/12</a:t>
            </a:r>
            <a:endParaRPr lang="en-US" sz="800" dirty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2825496" y="3624073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Fim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08/01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4375404" y="2097025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7C5D1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3973068" y="1859281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rgbClr val="A8A8B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04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3973068" y="2508505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DAS</a:t>
            </a:r>
            <a:endParaRPr lang="en-US" sz="9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3973068" y="3148585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noProof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Inicio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10/01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3973068" y="3624073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Fim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26/01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5522976" y="2097025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7C5D1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5120640" y="1859281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rgbClr val="A8A8B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05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5120640" y="2508505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Sprint 0</a:t>
            </a:r>
            <a:endParaRPr lang="en-US" sz="9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5120640" y="3148585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noProof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Inicio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27/01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5120640" y="3624073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Fim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25/02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6670548" y="2097025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7C5D1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6268212" y="1859281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rgbClr val="A8A8B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06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6268212" y="2508505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Refinamento tecnico</a:t>
            </a:r>
            <a:endParaRPr lang="en-US" sz="9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6268212" y="3148585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noProof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Inicio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26/02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6268212" y="3624073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Fim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09/03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7818120" y="2097025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7C5D1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7415784" y="1859281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rgbClr val="A8A8B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07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7415784" y="2508505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Estimativa</a:t>
            </a:r>
            <a:endParaRPr lang="en-US" sz="9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7415784" y="3148585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noProof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Inicio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10/03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7415784" y="3624073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Fim</a:t>
            </a:r>
            <a:endParaRPr lang="en-US" sz="800" dirty="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24/03</a:t>
            </a:r>
            <a:endParaRPr lang="en-US" sz="800" dirty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8965692" y="2097025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7C5D1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8563356" y="1859281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rgbClr val="A8A8B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08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8563356" y="2508505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Desenvolvimento</a:t>
            </a:r>
            <a:endParaRPr lang="en-US" sz="9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8563356" y="3148585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noProof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Inicio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25/03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8563356" y="3624073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Fim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23/04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70" name="Shape 68"/>
          <p:cNvSpPr/>
          <p:nvPr/>
        </p:nvSpPr>
        <p:spPr>
          <a:xfrm>
            <a:off x="10113264" y="2097025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7C5D1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71" name="Text 69"/>
          <p:cNvSpPr/>
          <p:nvPr/>
        </p:nvSpPr>
        <p:spPr>
          <a:xfrm>
            <a:off x="9710928" y="1859281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rgbClr val="A8A8B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09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72" name="Text 70"/>
          <p:cNvSpPr/>
          <p:nvPr/>
        </p:nvSpPr>
        <p:spPr>
          <a:xfrm>
            <a:off x="9710928" y="2508505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QA</a:t>
            </a:r>
            <a:endParaRPr lang="en-US" sz="9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73" name="Text 71"/>
          <p:cNvSpPr/>
          <p:nvPr/>
        </p:nvSpPr>
        <p:spPr>
          <a:xfrm>
            <a:off x="9710928" y="3148585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noProof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Inicio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26/04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74" name="Text 72"/>
          <p:cNvSpPr/>
          <p:nvPr/>
        </p:nvSpPr>
        <p:spPr>
          <a:xfrm>
            <a:off x="9710928" y="3624073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Fim</a:t>
            </a:r>
            <a:endParaRPr lang="en-US" sz="800" dirty="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07/05</a:t>
            </a:r>
            <a:endParaRPr lang="en-US" sz="800" dirty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77" name="Shape 75"/>
          <p:cNvSpPr/>
          <p:nvPr/>
        </p:nvSpPr>
        <p:spPr>
          <a:xfrm>
            <a:off x="11260836" y="2097025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7C5D1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78" name="Text 76"/>
          <p:cNvSpPr/>
          <p:nvPr/>
        </p:nvSpPr>
        <p:spPr>
          <a:xfrm>
            <a:off x="10858500" y="1859281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rgbClr val="A8A8B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10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79" name="Text 77"/>
          <p:cNvSpPr/>
          <p:nvPr/>
        </p:nvSpPr>
        <p:spPr>
          <a:xfrm>
            <a:off x="10858500" y="2508505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Prod</a:t>
            </a:r>
            <a:endParaRPr lang="en-US" sz="9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80" name="Text 78"/>
          <p:cNvSpPr/>
          <p:nvPr/>
        </p:nvSpPr>
        <p:spPr>
          <a:xfrm>
            <a:off x="10858500" y="3148585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Fim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Mai/27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84" name="Shape 82"/>
          <p:cNvSpPr/>
          <p:nvPr/>
        </p:nvSpPr>
        <p:spPr>
          <a:xfrm>
            <a:off x="594360" y="4876801"/>
            <a:ext cx="338328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E4E2EC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85" name="Text 83"/>
          <p:cNvSpPr/>
          <p:nvPr/>
        </p:nvSpPr>
        <p:spPr>
          <a:xfrm>
            <a:off x="758952" y="4995673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>
                <a:solidFill>
                  <a:srgbClr val="6F2DBD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MARCO ATUAL</a:t>
            </a:r>
            <a:endParaRPr lang="en-US" sz="85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86" name="Text 84"/>
          <p:cNvSpPr/>
          <p:nvPr/>
        </p:nvSpPr>
        <p:spPr>
          <a:xfrm>
            <a:off x="758952" y="5215129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Discovery / planejamento inicial</a:t>
            </a:r>
            <a:endParaRPr lang="en-US" sz="95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87" name="Shape 85"/>
          <p:cNvSpPr/>
          <p:nvPr/>
        </p:nvSpPr>
        <p:spPr>
          <a:xfrm>
            <a:off x="4434840" y="4876801"/>
            <a:ext cx="338328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E4E2EC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88" name="Text 86"/>
          <p:cNvSpPr/>
          <p:nvPr/>
        </p:nvSpPr>
        <p:spPr>
          <a:xfrm>
            <a:off x="4599432" y="4995673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>
                <a:solidFill>
                  <a:srgbClr val="6F2DBD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PROXIMO PASSO</a:t>
            </a:r>
            <a:endParaRPr lang="en-US" sz="85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89" name="Text 87"/>
          <p:cNvSpPr/>
          <p:nvPr/>
        </p:nvSpPr>
        <p:spPr>
          <a:xfrm>
            <a:off x="4599432" y="5215129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Definir datas e responsaveis</a:t>
            </a:r>
            <a:endParaRPr lang="en-US" sz="95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90" name="Shape 88"/>
          <p:cNvSpPr/>
          <p:nvPr/>
        </p:nvSpPr>
        <p:spPr>
          <a:xfrm>
            <a:off x="8275320" y="4876801"/>
            <a:ext cx="338328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E4E2EC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91" name="Text 89"/>
          <p:cNvSpPr/>
          <p:nvPr/>
        </p:nvSpPr>
        <p:spPr>
          <a:xfrm>
            <a:off x="8439912" y="4995673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>
                <a:solidFill>
                  <a:srgbClr val="6F2DBD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DEPENDENCIAS</a:t>
            </a:r>
            <a:endParaRPr lang="en-US" sz="85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92" name="Text 90"/>
          <p:cNvSpPr/>
          <p:nvPr/>
        </p:nvSpPr>
        <p:spPr>
          <a:xfrm>
            <a:off x="8439912" y="5215129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Times e insumos a confirmar</a:t>
            </a:r>
            <a:endParaRPr lang="en-US" sz="95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96" name="Shape 33">
            <a:extLst>
              <a:ext uri="{FF2B5EF4-FFF2-40B4-BE49-F238E27FC236}">
                <a16:creationId xmlns:a16="http://schemas.microsoft.com/office/drawing/2014/main" id="{ACCFF177-4D63-5FC4-EC10-086E2B034F71}"/>
              </a:ext>
            </a:extLst>
          </p:cNvPr>
          <p:cNvSpPr/>
          <p:nvPr/>
        </p:nvSpPr>
        <p:spPr>
          <a:xfrm>
            <a:off x="3227832" y="2106169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7C5D1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97" name="Shape 33">
            <a:extLst>
              <a:ext uri="{FF2B5EF4-FFF2-40B4-BE49-F238E27FC236}">
                <a16:creationId xmlns:a16="http://schemas.microsoft.com/office/drawing/2014/main" id="{C7339C7E-6569-A596-9083-CAFF9E5ABFE2}"/>
              </a:ext>
            </a:extLst>
          </p:cNvPr>
          <p:cNvSpPr/>
          <p:nvPr/>
        </p:nvSpPr>
        <p:spPr>
          <a:xfrm>
            <a:off x="2080260" y="2106169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7C5D1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94" name="Shape 0">
            <a:extLst>
              <a:ext uri="{FF2B5EF4-FFF2-40B4-BE49-F238E27FC236}">
                <a16:creationId xmlns:a16="http://schemas.microsoft.com/office/drawing/2014/main" id="{EDF273EC-0DFD-8A04-46AC-E90C535A1B0F}"/>
              </a:ext>
            </a:extLst>
          </p:cNvPr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5B007B"/>
          </a:solidFill>
          <a:ln w="12700">
            <a:solidFill>
              <a:srgbClr val="5B007B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98" name="Text 1">
            <a:extLst>
              <a:ext uri="{FF2B5EF4-FFF2-40B4-BE49-F238E27FC236}">
                <a16:creationId xmlns:a16="http://schemas.microsoft.com/office/drawing/2014/main" id="{719FF8D8-905E-D98C-2FBC-24C32A7B481D}"/>
              </a:ext>
            </a:extLst>
          </p:cNvPr>
          <p:cNvSpPr/>
          <p:nvPr/>
        </p:nvSpPr>
        <p:spPr>
          <a:xfrm>
            <a:off x="164591" y="1017"/>
            <a:ext cx="6591809" cy="4754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lvl="0" defTabSz="1371600">
              <a:lnSpc>
                <a:spcPct val="90000"/>
              </a:lnSpc>
              <a:spcBef>
                <a:spcPct val="0"/>
              </a:spcBef>
              <a:buClr>
                <a:srgbClr val="000000"/>
              </a:buClr>
              <a:defRPr/>
            </a:pPr>
            <a:r>
              <a:rPr lang="pt-BR" b="1">
                <a:solidFill>
                  <a:prstClr val="white"/>
                </a:solidFill>
                <a:latin typeface="Vivo Type" panose="02000500000000020000" pitchFamily="50" charset="0"/>
                <a:cs typeface="Vivo Type" panose="02000500000000020000" pitchFamily="50" charset="0"/>
                <a:sym typeface="Arial"/>
              </a:rPr>
              <a:t>CRONOGRAMA DETALHADO – VISÃO COMPLETA CLIENTE</a:t>
            </a:r>
          </a:p>
        </p:txBody>
      </p:sp>
      <p:pic>
        <p:nvPicPr>
          <p:cNvPr id="99" name="Imagem 98">
            <a:hlinkClick r:id="rId4" action="ppaction://hlinksldjump"/>
            <a:extLst>
              <a:ext uri="{FF2B5EF4-FFF2-40B4-BE49-F238E27FC236}">
                <a16:creationId xmlns:a16="http://schemas.microsoft.com/office/drawing/2014/main" id="{0A312C3B-AB9F-071D-B175-10D74D86BEF5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grayscl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379281" y="84440"/>
            <a:ext cx="529053" cy="232607"/>
          </a:xfrm>
          <a:prstGeom prst="rect">
            <a:avLst/>
          </a:prstGeom>
        </p:spPr>
      </p:pic>
      <p:sp>
        <p:nvSpPr>
          <p:cNvPr id="3" name="Shape 24">
            <a:extLst>
              <a:ext uri="{FF2B5EF4-FFF2-40B4-BE49-F238E27FC236}">
                <a16:creationId xmlns:a16="http://schemas.microsoft.com/office/drawing/2014/main" id="{A152771F-EDF1-A6A8-729D-BBFE1E9BED46}"/>
              </a:ext>
            </a:extLst>
          </p:cNvPr>
          <p:cNvSpPr/>
          <p:nvPr/>
        </p:nvSpPr>
        <p:spPr>
          <a:xfrm>
            <a:off x="1796796" y="4159504"/>
            <a:ext cx="877824" cy="274320"/>
          </a:xfrm>
          <a:prstGeom prst="roundRect">
            <a:avLst>
              <a:gd name="adj" fmla="val 50000"/>
            </a:avLst>
          </a:prstGeom>
          <a:solidFill>
            <a:srgbClr val="F0EFF4"/>
          </a:solidFill>
          <a:ln w="12700">
            <a:solidFill>
              <a:srgbClr val="F0EFF4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4" name="Text 25">
            <a:extLst>
              <a:ext uri="{FF2B5EF4-FFF2-40B4-BE49-F238E27FC236}">
                <a16:creationId xmlns:a16="http://schemas.microsoft.com/office/drawing/2014/main" id="{EB9308FB-B3AB-2176-D152-BC0F979CE69B}"/>
              </a:ext>
            </a:extLst>
          </p:cNvPr>
          <p:cNvSpPr/>
          <p:nvPr/>
        </p:nvSpPr>
        <p:spPr>
          <a:xfrm>
            <a:off x="1796796" y="4159504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b="1" noProof="0">
                <a:solidFill>
                  <a:srgbClr val="A8A8B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A INICIAR</a:t>
            </a:r>
            <a:endParaRPr lang="pt-BR" sz="800" noProof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5" name="Shape 31">
            <a:extLst>
              <a:ext uri="{FF2B5EF4-FFF2-40B4-BE49-F238E27FC236}">
                <a16:creationId xmlns:a16="http://schemas.microsoft.com/office/drawing/2014/main" id="{88DCF5DB-9484-5957-6395-BE0C56A96450}"/>
              </a:ext>
            </a:extLst>
          </p:cNvPr>
          <p:cNvSpPr/>
          <p:nvPr/>
        </p:nvSpPr>
        <p:spPr>
          <a:xfrm>
            <a:off x="2944368" y="4159504"/>
            <a:ext cx="877824" cy="274320"/>
          </a:xfrm>
          <a:prstGeom prst="roundRect">
            <a:avLst>
              <a:gd name="adj" fmla="val 50000"/>
            </a:avLst>
          </a:prstGeom>
          <a:solidFill>
            <a:srgbClr val="F0EFF4"/>
          </a:solidFill>
          <a:ln w="12700">
            <a:solidFill>
              <a:srgbClr val="F0EFF4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6" name="Text 32">
            <a:extLst>
              <a:ext uri="{FF2B5EF4-FFF2-40B4-BE49-F238E27FC236}">
                <a16:creationId xmlns:a16="http://schemas.microsoft.com/office/drawing/2014/main" id="{BD87EDD0-FD92-76C4-4F1F-86BFE91719CC}"/>
              </a:ext>
            </a:extLst>
          </p:cNvPr>
          <p:cNvSpPr/>
          <p:nvPr/>
        </p:nvSpPr>
        <p:spPr>
          <a:xfrm>
            <a:off x="2944368" y="4159504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b="1" noProof="0">
                <a:solidFill>
                  <a:srgbClr val="A8A8B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A INICIAR</a:t>
            </a:r>
            <a:endParaRPr lang="pt-BR" sz="800" noProof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8" name="Shape 38">
            <a:extLst>
              <a:ext uri="{FF2B5EF4-FFF2-40B4-BE49-F238E27FC236}">
                <a16:creationId xmlns:a16="http://schemas.microsoft.com/office/drawing/2014/main" id="{B4B5D499-AE17-06CF-6E12-96AFE954B30A}"/>
              </a:ext>
            </a:extLst>
          </p:cNvPr>
          <p:cNvSpPr/>
          <p:nvPr/>
        </p:nvSpPr>
        <p:spPr>
          <a:xfrm>
            <a:off x="4091940" y="4159504"/>
            <a:ext cx="877824" cy="274320"/>
          </a:xfrm>
          <a:prstGeom prst="roundRect">
            <a:avLst>
              <a:gd name="adj" fmla="val 50000"/>
            </a:avLst>
          </a:prstGeom>
          <a:solidFill>
            <a:srgbClr val="F0EFF4"/>
          </a:solidFill>
          <a:ln w="12700">
            <a:solidFill>
              <a:srgbClr val="F0EFF4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9" name="Text 39">
            <a:extLst>
              <a:ext uri="{FF2B5EF4-FFF2-40B4-BE49-F238E27FC236}">
                <a16:creationId xmlns:a16="http://schemas.microsoft.com/office/drawing/2014/main" id="{8F314023-4E40-F20F-32BD-4D1C983106C8}"/>
              </a:ext>
            </a:extLst>
          </p:cNvPr>
          <p:cNvSpPr/>
          <p:nvPr/>
        </p:nvSpPr>
        <p:spPr>
          <a:xfrm>
            <a:off x="4091940" y="4159504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b="1" noProof="0">
                <a:solidFill>
                  <a:srgbClr val="A8A8B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A INICIAR</a:t>
            </a:r>
            <a:endParaRPr lang="pt-BR" sz="800" noProof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0" name="Shape 45">
            <a:extLst>
              <a:ext uri="{FF2B5EF4-FFF2-40B4-BE49-F238E27FC236}">
                <a16:creationId xmlns:a16="http://schemas.microsoft.com/office/drawing/2014/main" id="{39379D9B-98E9-D0F8-C423-C4A9E63706B9}"/>
              </a:ext>
            </a:extLst>
          </p:cNvPr>
          <p:cNvSpPr/>
          <p:nvPr/>
        </p:nvSpPr>
        <p:spPr>
          <a:xfrm>
            <a:off x="5239512" y="4159504"/>
            <a:ext cx="877824" cy="274320"/>
          </a:xfrm>
          <a:prstGeom prst="roundRect">
            <a:avLst>
              <a:gd name="adj" fmla="val 50000"/>
            </a:avLst>
          </a:prstGeom>
          <a:solidFill>
            <a:srgbClr val="F0EFF4"/>
          </a:solidFill>
          <a:ln w="12700">
            <a:solidFill>
              <a:srgbClr val="F0EFF4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1" name="Text 46">
            <a:extLst>
              <a:ext uri="{FF2B5EF4-FFF2-40B4-BE49-F238E27FC236}">
                <a16:creationId xmlns:a16="http://schemas.microsoft.com/office/drawing/2014/main" id="{8C737C06-C2A2-98BF-FED5-1BD411C3C00F}"/>
              </a:ext>
            </a:extLst>
          </p:cNvPr>
          <p:cNvSpPr/>
          <p:nvPr/>
        </p:nvSpPr>
        <p:spPr>
          <a:xfrm>
            <a:off x="5239512" y="4159504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b="1" noProof="0">
                <a:solidFill>
                  <a:srgbClr val="A8A8B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A INICIAR</a:t>
            </a:r>
            <a:endParaRPr lang="pt-BR" sz="800" noProof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2" name="Shape 52">
            <a:extLst>
              <a:ext uri="{FF2B5EF4-FFF2-40B4-BE49-F238E27FC236}">
                <a16:creationId xmlns:a16="http://schemas.microsoft.com/office/drawing/2014/main" id="{2D526266-A4E1-40E5-251C-FDA5D7D423F4}"/>
              </a:ext>
            </a:extLst>
          </p:cNvPr>
          <p:cNvSpPr/>
          <p:nvPr/>
        </p:nvSpPr>
        <p:spPr>
          <a:xfrm>
            <a:off x="6387084" y="4159504"/>
            <a:ext cx="877824" cy="274320"/>
          </a:xfrm>
          <a:prstGeom prst="roundRect">
            <a:avLst>
              <a:gd name="adj" fmla="val 50000"/>
            </a:avLst>
          </a:prstGeom>
          <a:solidFill>
            <a:srgbClr val="F0EFF4"/>
          </a:solidFill>
          <a:ln w="12700">
            <a:solidFill>
              <a:srgbClr val="F0EFF4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21" name="Text 53">
            <a:extLst>
              <a:ext uri="{FF2B5EF4-FFF2-40B4-BE49-F238E27FC236}">
                <a16:creationId xmlns:a16="http://schemas.microsoft.com/office/drawing/2014/main" id="{4830A64D-5271-1228-F2B3-E27C21867B4D}"/>
              </a:ext>
            </a:extLst>
          </p:cNvPr>
          <p:cNvSpPr/>
          <p:nvPr/>
        </p:nvSpPr>
        <p:spPr>
          <a:xfrm>
            <a:off x="6387084" y="4159504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b="1" noProof="0">
                <a:solidFill>
                  <a:srgbClr val="A8A8B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A INICIAR</a:t>
            </a:r>
            <a:endParaRPr lang="pt-BR" sz="800" noProof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28" name="Shape 59">
            <a:extLst>
              <a:ext uri="{FF2B5EF4-FFF2-40B4-BE49-F238E27FC236}">
                <a16:creationId xmlns:a16="http://schemas.microsoft.com/office/drawing/2014/main" id="{3DC392D5-CB24-3205-84C2-F66D4E88B4D3}"/>
              </a:ext>
            </a:extLst>
          </p:cNvPr>
          <p:cNvSpPr/>
          <p:nvPr/>
        </p:nvSpPr>
        <p:spPr>
          <a:xfrm>
            <a:off x="7534656" y="4159504"/>
            <a:ext cx="877824" cy="274320"/>
          </a:xfrm>
          <a:prstGeom prst="roundRect">
            <a:avLst>
              <a:gd name="adj" fmla="val 50000"/>
            </a:avLst>
          </a:prstGeom>
          <a:solidFill>
            <a:srgbClr val="F0EFF4"/>
          </a:solidFill>
          <a:ln w="12700">
            <a:solidFill>
              <a:srgbClr val="F0EFF4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93" name="Text 60">
            <a:extLst>
              <a:ext uri="{FF2B5EF4-FFF2-40B4-BE49-F238E27FC236}">
                <a16:creationId xmlns:a16="http://schemas.microsoft.com/office/drawing/2014/main" id="{E9045136-BEC6-1577-8EF9-EB280CB63BBB}"/>
              </a:ext>
            </a:extLst>
          </p:cNvPr>
          <p:cNvSpPr/>
          <p:nvPr/>
        </p:nvSpPr>
        <p:spPr>
          <a:xfrm>
            <a:off x="7534656" y="4159504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b="1" noProof="0">
                <a:solidFill>
                  <a:srgbClr val="A8A8B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A INICIAR</a:t>
            </a:r>
            <a:endParaRPr lang="pt-BR" sz="800" noProof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95" name="Shape 66">
            <a:extLst>
              <a:ext uri="{FF2B5EF4-FFF2-40B4-BE49-F238E27FC236}">
                <a16:creationId xmlns:a16="http://schemas.microsoft.com/office/drawing/2014/main" id="{ED4B4FFC-A16E-F23B-5E8D-DC4459D479E8}"/>
              </a:ext>
            </a:extLst>
          </p:cNvPr>
          <p:cNvSpPr/>
          <p:nvPr/>
        </p:nvSpPr>
        <p:spPr>
          <a:xfrm>
            <a:off x="8682228" y="4159504"/>
            <a:ext cx="877824" cy="274320"/>
          </a:xfrm>
          <a:prstGeom prst="roundRect">
            <a:avLst>
              <a:gd name="adj" fmla="val 50000"/>
            </a:avLst>
          </a:prstGeom>
          <a:solidFill>
            <a:srgbClr val="F0EFF4"/>
          </a:solidFill>
          <a:ln w="12700">
            <a:solidFill>
              <a:srgbClr val="F0EFF4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00" name="Text 67">
            <a:extLst>
              <a:ext uri="{FF2B5EF4-FFF2-40B4-BE49-F238E27FC236}">
                <a16:creationId xmlns:a16="http://schemas.microsoft.com/office/drawing/2014/main" id="{11581681-6E17-54F2-F39A-EE11251CB292}"/>
              </a:ext>
            </a:extLst>
          </p:cNvPr>
          <p:cNvSpPr/>
          <p:nvPr/>
        </p:nvSpPr>
        <p:spPr>
          <a:xfrm>
            <a:off x="8682228" y="4159504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b="1" noProof="0">
                <a:solidFill>
                  <a:srgbClr val="A8A8B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A INICIAR</a:t>
            </a:r>
            <a:endParaRPr lang="pt-BR" sz="800" noProof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01" name="Shape 73">
            <a:extLst>
              <a:ext uri="{FF2B5EF4-FFF2-40B4-BE49-F238E27FC236}">
                <a16:creationId xmlns:a16="http://schemas.microsoft.com/office/drawing/2014/main" id="{050326F4-5850-A4BA-02C9-946E30A7DF09}"/>
              </a:ext>
            </a:extLst>
          </p:cNvPr>
          <p:cNvSpPr/>
          <p:nvPr/>
        </p:nvSpPr>
        <p:spPr>
          <a:xfrm>
            <a:off x="9829800" y="4159504"/>
            <a:ext cx="877824" cy="274320"/>
          </a:xfrm>
          <a:prstGeom prst="roundRect">
            <a:avLst>
              <a:gd name="adj" fmla="val 50000"/>
            </a:avLst>
          </a:prstGeom>
          <a:solidFill>
            <a:srgbClr val="F0EFF4"/>
          </a:solidFill>
          <a:ln w="12700">
            <a:solidFill>
              <a:srgbClr val="F0EFF4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02" name="Text 74">
            <a:extLst>
              <a:ext uri="{FF2B5EF4-FFF2-40B4-BE49-F238E27FC236}">
                <a16:creationId xmlns:a16="http://schemas.microsoft.com/office/drawing/2014/main" id="{E0E637A5-8917-62F1-BC29-073934E66643}"/>
              </a:ext>
            </a:extLst>
          </p:cNvPr>
          <p:cNvSpPr/>
          <p:nvPr/>
        </p:nvSpPr>
        <p:spPr>
          <a:xfrm>
            <a:off x="9829800" y="4159504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b="1" noProof="0">
                <a:solidFill>
                  <a:srgbClr val="A8A8B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A INICIAR</a:t>
            </a:r>
            <a:endParaRPr lang="pt-BR" sz="800" noProof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03" name="Shape 80">
            <a:extLst>
              <a:ext uri="{FF2B5EF4-FFF2-40B4-BE49-F238E27FC236}">
                <a16:creationId xmlns:a16="http://schemas.microsoft.com/office/drawing/2014/main" id="{995F7D78-4C63-06BD-E41A-4D56847C7507}"/>
              </a:ext>
            </a:extLst>
          </p:cNvPr>
          <p:cNvSpPr/>
          <p:nvPr/>
        </p:nvSpPr>
        <p:spPr>
          <a:xfrm>
            <a:off x="10977372" y="4159504"/>
            <a:ext cx="877824" cy="274320"/>
          </a:xfrm>
          <a:prstGeom prst="roundRect">
            <a:avLst>
              <a:gd name="adj" fmla="val 50000"/>
            </a:avLst>
          </a:prstGeom>
          <a:solidFill>
            <a:srgbClr val="F0EFF4"/>
          </a:solidFill>
          <a:ln w="12700">
            <a:solidFill>
              <a:srgbClr val="F0EFF4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04" name="Text 81">
            <a:extLst>
              <a:ext uri="{FF2B5EF4-FFF2-40B4-BE49-F238E27FC236}">
                <a16:creationId xmlns:a16="http://schemas.microsoft.com/office/drawing/2014/main" id="{F507B40F-23BD-56B5-2442-4E6F756E39B0}"/>
              </a:ext>
            </a:extLst>
          </p:cNvPr>
          <p:cNvSpPr/>
          <p:nvPr/>
        </p:nvSpPr>
        <p:spPr>
          <a:xfrm>
            <a:off x="10977372" y="4159504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b="1" noProof="0">
                <a:solidFill>
                  <a:srgbClr val="A8A8B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A INICIAR</a:t>
            </a:r>
            <a:endParaRPr lang="pt-BR" sz="800" noProof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05" name="Retângulo 104">
            <a:extLst>
              <a:ext uri="{FF2B5EF4-FFF2-40B4-BE49-F238E27FC236}">
                <a16:creationId xmlns:a16="http://schemas.microsoft.com/office/drawing/2014/main" id="{FBF8D038-6A67-FE7C-B25E-526829B610FC}"/>
              </a:ext>
            </a:extLst>
          </p:cNvPr>
          <p:cNvSpPr/>
          <p:nvPr/>
        </p:nvSpPr>
        <p:spPr>
          <a:xfrm>
            <a:off x="0" y="6512560"/>
            <a:ext cx="7891272" cy="3545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pt-BR" err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FB338-9193-6D3E-8A7F-63ED25A8F6F9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255F77F-7DFD-B345-0CA7-BB3AFA45183B}"/>
              </a:ext>
            </a:extLst>
          </p:cNvPr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5B007B"/>
          </a:solidFill>
          <a:ln w="12700">
            <a:solidFill>
              <a:srgbClr val="5B007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AFD2E8C-C3F6-A12B-1644-260D86A41205}"/>
              </a:ext>
            </a:extLst>
          </p:cNvPr>
          <p:cNvSpPr/>
          <p:nvPr/>
        </p:nvSpPr>
        <p:spPr>
          <a:xfrm>
            <a:off x="164592" y="95504"/>
            <a:ext cx="42228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lvl="0" defTabSz="1371600">
              <a:lnSpc>
                <a:spcPct val="90000"/>
              </a:lnSpc>
              <a:spcBef>
                <a:spcPct val="0"/>
              </a:spcBef>
              <a:buClr>
                <a:srgbClr val="000000"/>
              </a:buClr>
              <a:defRPr/>
            </a:pPr>
            <a:r>
              <a:rPr lang="pt-BR" b="1">
                <a:solidFill>
                  <a:prstClr val="white"/>
                </a:solidFill>
                <a:latin typeface="Vivo Type" panose="02000500000000020000" pitchFamily="50" charset="0"/>
                <a:cs typeface="Vivo Type" panose="02000500000000020000" pitchFamily="50" charset="0"/>
                <a:sym typeface="Arial"/>
              </a:rPr>
              <a:t>DETALHAMENTO - MIGRAÇÃO SFA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A045C50C-31C2-D8B1-25ED-175247C4F7FC}"/>
              </a:ext>
            </a:extLst>
          </p:cNvPr>
          <p:cNvSpPr/>
          <p:nvPr/>
        </p:nvSpPr>
        <p:spPr>
          <a:xfrm>
            <a:off x="713232" y="1280160"/>
            <a:ext cx="3200400" cy="438912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1D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03A9F6F-60ED-510F-B7FD-A0B89ACC5B1C}"/>
              </a:ext>
            </a:extLst>
          </p:cNvPr>
          <p:cNvSpPr/>
          <p:nvPr/>
        </p:nvSpPr>
        <p:spPr>
          <a:xfrm>
            <a:off x="941832" y="19385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>
                <a:solidFill>
                  <a:srgbClr val="2726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que </a:t>
            </a:r>
            <a:r>
              <a:rPr lang="en-US" sz="1300" b="1" err="1">
                <a:solidFill>
                  <a:srgbClr val="2726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existe</a:t>
            </a:r>
            <a:r>
              <a:rPr lang="en-US" sz="1300" b="1">
                <a:solidFill>
                  <a:srgbClr val="2726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300" b="1" err="1">
                <a:solidFill>
                  <a:srgbClr val="2726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hoje</a:t>
            </a:r>
            <a:endParaRPr lang="en-US" sz="13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3B0248E-BF9B-33A3-4C22-2D68CDCA9745}"/>
              </a:ext>
            </a:extLst>
          </p:cNvPr>
          <p:cNvSpPr/>
          <p:nvPr/>
        </p:nvSpPr>
        <p:spPr>
          <a:xfrm>
            <a:off x="941832" y="2377440"/>
            <a:ext cx="2633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pt-BR" sz="1050">
                <a:solidFill>
                  <a:srgbClr val="6F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Jornadas de consumo de dados a partir do </a:t>
            </a:r>
            <a:r>
              <a:rPr lang="pt-BR" sz="1050" err="1">
                <a:solidFill>
                  <a:srgbClr val="6F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Salesforce</a:t>
            </a:r>
            <a:r>
              <a:rPr lang="pt-BR" sz="1050">
                <a:solidFill>
                  <a:srgbClr val="6F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pt-BR" sz="105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9280477B-C737-126A-9040-54B5F6E62450}"/>
              </a:ext>
            </a:extLst>
          </p:cNvPr>
          <p:cNvSpPr/>
          <p:nvPr/>
        </p:nvSpPr>
        <p:spPr>
          <a:xfrm>
            <a:off x="941832" y="3319272"/>
            <a:ext cx="2724912" cy="9144"/>
          </a:xfrm>
          <a:prstGeom prst="line">
            <a:avLst/>
          </a:prstGeom>
          <a:noFill/>
          <a:ln w="12700">
            <a:solidFill>
              <a:srgbClr val="E1D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F326148-BCC1-D2AA-2710-9C155123C5EA}"/>
              </a:ext>
            </a:extLst>
          </p:cNvPr>
          <p:cNvSpPr/>
          <p:nvPr/>
        </p:nvSpPr>
        <p:spPr>
          <a:xfrm>
            <a:off x="941832" y="358444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>
                <a:solidFill>
                  <a:srgbClr val="2726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que </a:t>
            </a:r>
            <a:r>
              <a:rPr lang="en-US" sz="1300" b="1" err="1">
                <a:solidFill>
                  <a:srgbClr val="2726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precisa</a:t>
            </a:r>
            <a:r>
              <a:rPr lang="en-US" sz="1300" b="1">
                <a:solidFill>
                  <a:srgbClr val="2726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ser </a:t>
            </a:r>
            <a:r>
              <a:rPr lang="en-US" sz="1300" b="1" err="1">
                <a:solidFill>
                  <a:srgbClr val="2726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feito</a:t>
            </a:r>
            <a:endParaRPr lang="en-US" sz="13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A105D50-20E7-859B-D2A6-1283590C7F0E}"/>
              </a:ext>
            </a:extLst>
          </p:cNvPr>
          <p:cNvSpPr/>
          <p:nvPr/>
        </p:nvSpPr>
        <p:spPr>
          <a:xfrm>
            <a:off x="941832" y="4114800"/>
            <a:ext cx="26974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pt-BR" sz="1050">
                <a:solidFill>
                  <a:srgbClr val="6F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Migrar dados e fluxos para a arquitetura destino no novo Master de Clientes.</a:t>
            </a:r>
            <a:endParaRPr lang="pt-BR" sz="105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9667CF9F-53EE-3B81-E5DE-ACDFA9EA0775}"/>
              </a:ext>
            </a:extLst>
          </p:cNvPr>
          <p:cNvSpPr/>
          <p:nvPr/>
        </p:nvSpPr>
        <p:spPr>
          <a:xfrm>
            <a:off x="4069080" y="1280160"/>
            <a:ext cx="763524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1D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B6B05FCF-450B-C718-556A-8745C04CE8A1}"/>
              </a:ext>
            </a:extLst>
          </p:cNvPr>
          <p:cNvSpPr/>
          <p:nvPr/>
        </p:nvSpPr>
        <p:spPr>
          <a:xfrm>
            <a:off x="4233672" y="1746504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pt-BR" sz="1700" b="1" noProof="0">
                <a:solidFill>
                  <a:srgbClr val="2726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Entregável da frente</a:t>
            </a:r>
            <a:endParaRPr lang="pt-BR" sz="1700" noProof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B1C70243-F8C4-2713-4BB4-7E50F11EFE01}"/>
              </a:ext>
            </a:extLst>
          </p:cNvPr>
          <p:cNvSpPr/>
          <p:nvPr/>
        </p:nvSpPr>
        <p:spPr>
          <a:xfrm>
            <a:off x="4233672" y="209397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pt-BR" sz="1000" noProof="0">
                <a:solidFill>
                  <a:srgbClr val="77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que será disponibilizado ao final do desenvolvimento.</a:t>
            </a:r>
            <a:endParaRPr lang="pt-BR" sz="1000" noProof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9A6FC170-3387-E44D-1A32-151D9F4BFB20}"/>
              </a:ext>
            </a:extLst>
          </p:cNvPr>
          <p:cNvSpPr/>
          <p:nvPr/>
        </p:nvSpPr>
        <p:spPr>
          <a:xfrm>
            <a:off x="4238244" y="2446052"/>
            <a:ext cx="7296912" cy="1902968"/>
          </a:xfrm>
          <a:prstGeom prst="roundRect">
            <a:avLst>
              <a:gd name="adj" fmla="val 10345"/>
            </a:avLst>
          </a:prstGeom>
          <a:solidFill>
            <a:srgbClr val="F8F3FD"/>
          </a:solidFill>
          <a:ln w="12700">
            <a:solidFill>
              <a:srgbClr val="EDE2F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5B3E84F8-E54B-DA90-D9C8-F115CB64B7DA}"/>
              </a:ext>
            </a:extLst>
          </p:cNvPr>
          <p:cNvSpPr/>
          <p:nvPr/>
        </p:nvSpPr>
        <p:spPr>
          <a:xfrm>
            <a:off x="4413335" y="2514600"/>
            <a:ext cx="438912" cy="438912"/>
          </a:xfrm>
          <a:prstGeom prst="ellipse">
            <a:avLst/>
          </a:prstGeom>
          <a:solidFill>
            <a:srgbClr val="008E8A"/>
          </a:solidFill>
          <a:ln w="12700">
            <a:solidFill>
              <a:srgbClr val="008E8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74A3348E-F394-A12D-0E06-E694101ED3E6}"/>
              </a:ext>
            </a:extLst>
          </p:cNvPr>
          <p:cNvSpPr/>
          <p:nvPr/>
        </p:nvSpPr>
        <p:spPr>
          <a:xfrm>
            <a:off x="4413335" y="25146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40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E7415EF6-E36F-B9BA-E57B-F46F78620D03}"/>
              </a:ext>
            </a:extLst>
          </p:cNvPr>
          <p:cNvSpPr/>
          <p:nvPr/>
        </p:nvSpPr>
        <p:spPr>
          <a:xfrm>
            <a:off x="5056632" y="2571226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pt-BR" sz="1400" b="1" noProof="0">
                <a:solidFill>
                  <a:srgbClr val="2726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Migração SFA entregáveis:</a:t>
            </a:r>
            <a:endParaRPr lang="en-US" sz="14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F82170E7-80E4-BD29-FC15-279718241D6C}"/>
              </a:ext>
            </a:extLst>
          </p:cNvPr>
          <p:cNvSpPr/>
          <p:nvPr/>
        </p:nvSpPr>
        <p:spPr>
          <a:xfrm>
            <a:off x="5072211" y="2793524"/>
            <a:ext cx="6242981" cy="163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628650" lvl="1" indent="-171450">
              <a:buFont typeface="Wingdings" panose="05000000000000000000" pitchFamily="2" charset="2"/>
              <a:buChar char="q"/>
            </a:pPr>
            <a:r>
              <a:rPr lang="pt-BR" sz="1100">
                <a:solidFill>
                  <a:srgbClr val="77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Levantamento de todas as jornadas que consomem dados do </a:t>
            </a:r>
            <a:r>
              <a:rPr lang="pt-BR" sz="1100" err="1">
                <a:solidFill>
                  <a:srgbClr val="77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Salesforce</a:t>
            </a:r>
            <a:r>
              <a:rPr lang="pt-BR" sz="1100">
                <a:solidFill>
                  <a:srgbClr val="77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</a:p>
          <a:p>
            <a:pPr marL="628650" lvl="1" indent="-171450">
              <a:buFont typeface="Wingdings" panose="05000000000000000000" pitchFamily="2" charset="2"/>
              <a:buChar char="q"/>
            </a:pPr>
            <a:r>
              <a:rPr lang="pt-BR" sz="1100">
                <a:solidFill>
                  <a:srgbClr val="77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Todos os processos do Cliente B2C migrados e consolidados em uma única base*</a:t>
            </a:r>
          </a:p>
          <a:p>
            <a:pPr marL="1085850" lvl="2" indent="-171450">
              <a:buFont typeface="Wingdings" panose="05000000000000000000" pitchFamily="2" charset="2"/>
              <a:buChar char="q"/>
            </a:pPr>
            <a:r>
              <a:rPr lang="pt-BR" sz="1100">
                <a:solidFill>
                  <a:srgbClr val="77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(consultas gerais) </a:t>
            </a:r>
            <a:r>
              <a:rPr lang="pt-BR" sz="1100" i="1" u="sng">
                <a:solidFill>
                  <a:srgbClr val="C14B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351.000 consultas*</a:t>
            </a:r>
            <a:endParaRPr lang="pt-BR" sz="1100" i="1">
              <a:solidFill>
                <a:srgbClr val="C14B8A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1085850" lvl="2" indent="-171450">
              <a:buFont typeface="Wingdings" panose="05000000000000000000" pitchFamily="2" charset="2"/>
              <a:buChar char="q"/>
            </a:pPr>
            <a:r>
              <a:rPr lang="pt-BR" sz="1100">
                <a:solidFill>
                  <a:srgbClr val="77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Bulk API (extração/carga em massa) </a:t>
            </a:r>
            <a:r>
              <a:rPr lang="pt-BR" sz="1100" i="1" u="sng">
                <a:solidFill>
                  <a:srgbClr val="C14B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2,157 processos*</a:t>
            </a:r>
            <a:endParaRPr lang="pt-BR" sz="1100" i="1">
              <a:solidFill>
                <a:srgbClr val="C14B8A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1085850" lvl="2" indent="-171450">
              <a:buFont typeface="Wingdings" panose="05000000000000000000" pitchFamily="2" charset="2"/>
              <a:buChar char="q"/>
            </a:pPr>
            <a:r>
              <a:rPr lang="pt-BR" sz="1100" err="1">
                <a:solidFill>
                  <a:srgbClr val="77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Endpoints</a:t>
            </a:r>
            <a:r>
              <a:rPr lang="pt-BR" sz="1100">
                <a:solidFill>
                  <a:srgbClr val="77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pt-BR" sz="1100" err="1">
                <a:solidFill>
                  <a:srgbClr val="77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ApexRestApi</a:t>
            </a:r>
            <a:r>
              <a:rPr lang="pt-BR" sz="1100">
                <a:solidFill>
                  <a:srgbClr val="77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(chamadas para Apex REST </a:t>
            </a:r>
            <a:r>
              <a:rPr lang="pt-BR" sz="1100" i="1" u="sng">
                <a:solidFill>
                  <a:srgbClr val="C14B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51.125 consultas*</a:t>
            </a:r>
            <a:endParaRPr lang="pt-BR" sz="1100" i="1">
              <a:solidFill>
                <a:srgbClr val="C14B8A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1085850" lvl="2" indent="-171450">
              <a:buFont typeface="Wingdings" panose="05000000000000000000" pitchFamily="2" charset="2"/>
              <a:buChar char="q"/>
            </a:pPr>
            <a:r>
              <a:rPr lang="pt-BR" sz="1100" err="1">
                <a:solidFill>
                  <a:srgbClr val="77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UniqueQuery</a:t>
            </a:r>
            <a:r>
              <a:rPr lang="pt-BR" sz="1100">
                <a:solidFill>
                  <a:srgbClr val="77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(queries únicas executadas) – </a:t>
            </a:r>
            <a:r>
              <a:rPr lang="pt-BR" sz="1100" i="1" u="sng">
                <a:solidFill>
                  <a:srgbClr val="C14B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38.420 consultas*</a:t>
            </a:r>
          </a:p>
          <a:p>
            <a:pPr marL="1085850" lvl="2" indent="-171450">
              <a:buFont typeface="Wingdings" panose="05000000000000000000" pitchFamily="2" charset="2"/>
              <a:buChar char="q"/>
            </a:pPr>
            <a:endParaRPr lang="pt-BR" sz="1100">
              <a:solidFill>
                <a:srgbClr val="777789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628650" lvl="1" indent="-171450">
              <a:buFont typeface="Wingdings" panose="05000000000000000000" pitchFamily="2" charset="2"/>
              <a:buChar char="q"/>
            </a:pPr>
            <a:r>
              <a:rPr lang="pt-BR" sz="1100">
                <a:solidFill>
                  <a:srgbClr val="77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Jornadas dos dados de Cliente alteradas para gerar os dados na base do Master.</a:t>
            </a:r>
            <a:endParaRPr lang="pt-BR" sz="1100"/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E5C4B2BF-3BAC-A77F-964E-A4D5C4804E1F}"/>
              </a:ext>
            </a:extLst>
          </p:cNvPr>
          <p:cNvSpPr/>
          <p:nvPr/>
        </p:nvSpPr>
        <p:spPr>
          <a:xfrm>
            <a:off x="9692640" y="5902960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ABRIR CRONOGRAMA  &gt;</a:t>
            </a:r>
            <a:endParaRPr lang="en-US" sz="900"/>
          </a:p>
        </p:txBody>
      </p:sp>
      <p:sp>
        <p:nvSpPr>
          <p:cNvPr id="50" name="Text 37">
            <a:extLst>
              <a:ext uri="{FF2B5EF4-FFF2-40B4-BE49-F238E27FC236}">
                <a16:creationId xmlns:a16="http://schemas.microsoft.com/office/drawing/2014/main" id="{D377B1C8-E647-3F01-B5C5-5E970DFE9DAF}"/>
              </a:ext>
            </a:extLst>
          </p:cNvPr>
          <p:cNvSpPr/>
          <p:nvPr/>
        </p:nvSpPr>
        <p:spPr>
          <a:xfrm>
            <a:off x="4238244" y="4399280"/>
            <a:ext cx="6903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pt-BR" sz="900" noProof="0">
                <a:solidFill>
                  <a:srgbClr val="6F2DBD"/>
                </a:solidFill>
                <a:latin typeface="Vivo Type" panose="02000500000000020000" pitchFamily="50" charset="0"/>
                <a:cs typeface="Vivo Type" panose="02000500000000020000" pitchFamily="50" charset="0"/>
              </a:rPr>
              <a:t>*Após o discovery teremos o impacto real.</a:t>
            </a:r>
          </a:p>
        </p:txBody>
      </p:sp>
      <p:sp>
        <p:nvSpPr>
          <p:cNvPr id="33" name="Text 37">
            <a:extLst>
              <a:ext uri="{FF2B5EF4-FFF2-40B4-BE49-F238E27FC236}">
                <a16:creationId xmlns:a16="http://schemas.microsoft.com/office/drawing/2014/main" id="{766EA2C0-7320-F821-F360-DEEE49CC8367}"/>
              </a:ext>
            </a:extLst>
          </p:cNvPr>
          <p:cNvSpPr/>
          <p:nvPr/>
        </p:nvSpPr>
        <p:spPr>
          <a:xfrm>
            <a:off x="4233672" y="576529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>
                <a:solidFill>
                  <a:srgbClr val="008E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RESULTADOS ESPERADOS</a:t>
            </a:r>
            <a:endParaRPr lang="en-US" sz="850"/>
          </a:p>
        </p:txBody>
      </p:sp>
      <p:sp>
        <p:nvSpPr>
          <p:cNvPr id="34" name="Shape 38">
            <a:extLst>
              <a:ext uri="{FF2B5EF4-FFF2-40B4-BE49-F238E27FC236}">
                <a16:creationId xmlns:a16="http://schemas.microsoft.com/office/drawing/2014/main" id="{9B660986-5A1A-8FE5-6515-AC699D742885}"/>
              </a:ext>
            </a:extLst>
          </p:cNvPr>
          <p:cNvSpPr/>
          <p:nvPr/>
        </p:nvSpPr>
        <p:spPr>
          <a:xfrm>
            <a:off x="4233672" y="6039612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DDF5F3"/>
          </a:solidFill>
          <a:ln w="12700">
            <a:solidFill>
              <a:srgbClr val="DDF5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39">
            <a:extLst>
              <a:ext uri="{FF2B5EF4-FFF2-40B4-BE49-F238E27FC236}">
                <a16:creationId xmlns:a16="http://schemas.microsoft.com/office/drawing/2014/main" id="{5E1E6AE8-67A3-8EB8-6B4A-4D4C7F80BD95}"/>
              </a:ext>
            </a:extLst>
          </p:cNvPr>
          <p:cNvSpPr/>
          <p:nvPr/>
        </p:nvSpPr>
        <p:spPr>
          <a:xfrm>
            <a:off x="4233672" y="603961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rgbClr val="008E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Continuidade</a:t>
            </a:r>
            <a:endParaRPr lang="en-US" sz="800"/>
          </a:p>
        </p:txBody>
      </p:sp>
      <p:sp>
        <p:nvSpPr>
          <p:cNvPr id="36" name="Shape 40">
            <a:extLst>
              <a:ext uri="{FF2B5EF4-FFF2-40B4-BE49-F238E27FC236}">
                <a16:creationId xmlns:a16="http://schemas.microsoft.com/office/drawing/2014/main" id="{FAE62B71-14D2-C07A-D93B-BA491D6B3D66}"/>
              </a:ext>
            </a:extLst>
          </p:cNvPr>
          <p:cNvSpPr/>
          <p:nvPr/>
        </p:nvSpPr>
        <p:spPr>
          <a:xfrm>
            <a:off x="6016752" y="6039612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DDF5F3"/>
          </a:solidFill>
          <a:ln w="12700">
            <a:solidFill>
              <a:srgbClr val="DDF5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41">
            <a:extLst>
              <a:ext uri="{FF2B5EF4-FFF2-40B4-BE49-F238E27FC236}">
                <a16:creationId xmlns:a16="http://schemas.microsoft.com/office/drawing/2014/main" id="{36999370-E622-984C-C103-03490484DB16}"/>
              </a:ext>
            </a:extLst>
          </p:cNvPr>
          <p:cNvSpPr/>
          <p:nvPr/>
        </p:nvSpPr>
        <p:spPr>
          <a:xfrm>
            <a:off x="6016752" y="603961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rgbClr val="008E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Reducao de legado</a:t>
            </a:r>
            <a:endParaRPr lang="en-US" sz="800"/>
          </a:p>
        </p:txBody>
      </p:sp>
      <p:sp>
        <p:nvSpPr>
          <p:cNvPr id="38" name="Shape 42">
            <a:extLst>
              <a:ext uri="{FF2B5EF4-FFF2-40B4-BE49-F238E27FC236}">
                <a16:creationId xmlns:a16="http://schemas.microsoft.com/office/drawing/2014/main" id="{393C9202-7ECD-B89F-1B40-CC88A0C50A35}"/>
              </a:ext>
            </a:extLst>
          </p:cNvPr>
          <p:cNvSpPr/>
          <p:nvPr/>
        </p:nvSpPr>
        <p:spPr>
          <a:xfrm>
            <a:off x="7799832" y="6039612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DDF5F3"/>
          </a:solidFill>
          <a:ln w="12700">
            <a:solidFill>
              <a:srgbClr val="DDF5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Text 43">
            <a:extLst>
              <a:ext uri="{FF2B5EF4-FFF2-40B4-BE49-F238E27FC236}">
                <a16:creationId xmlns:a16="http://schemas.microsoft.com/office/drawing/2014/main" id="{80C2B729-D3B8-FDE2-0209-A4FE810BB49F}"/>
              </a:ext>
            </a:extLst>
          </p:cNvPr>
          <p:cNvSpPr/>
          <p:nvPr/>
        </p:nvSpPr>
        <p:spPr>
          <a:xfrm>
            <a:off x="7799832" y="603961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rgbClr val="008E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Migracao segura</a:t>
            </a:r>
            <a:endParaRPr lang="en-US" sz="800"/>
          </a:p>
        </p:txBody>
      </p:sp>
      <p:sp>
        <p:nvSpPr>
          <p:cNvPr id="51" name="Shape 44">
            <a:hlinkClick r:id="rId3" action="ppaction://hlinksldjump"/>
            <a:extLst>
              <a:ext uri="{FF2B5EF4-FFF2-40B4-BE49-F238E27FC236}">
                <a16:creationId xmlns:a16="http://schemas.microsoft.com/office/drawing/2014/main" id="{1BC1D716-2EFA-6BA8-F70A-EB3834A568F2}"/>
              </a:ext>
            </a:extLst>
          </p:cNvPr>
          <p:cNvSpPr/>
          <p:nvPr/>
        </p:nvSpPr>
        <p:spPr>
          <a:xfrm>
            <a:off x="9624060" y="4963192"/>
            <a:ext cx="1911096" cy="291600"/>
          </a:xfrm>
          <a:prstGeom prst="roundRect">
            <a:avLst>
              <a:gd name="adj" fmla="val 39474"/>
            </a:avLst>
          </a:prstGeom>
          <a:solidFill>
            <a:srgbClr val="008E8A"/>
          </a:solidFill>
          <a:ln w="12700">
            <a:solidFill>
              <a:srgbClr val="008E8A"/>
            </a:solidFill>
            <a:prstDash val="solid"/>
          </a:ln>
        </p:spPr>
        <p:txBody>
          <a:bodyPr/>
          <a:lstStyle/>
          <a:p>
            <a:pPr algn="ctr"/>
            <a:r>
              <a:rPr lang="pt-BR" sz="900" b="1">
                <a:solidFill>
                  <a:schemeClr val="bg1"/>
                </a:solidFill>
                <a:latin typeface="Vivo Type" panose="02000500000000020000" pitchFamily="50" charset="0"/>
                <a:cs typeface="Vivo Type" panose="02000500000000020000" pitchFamily="50" charset="0"/>
              </a:rPr>
              <a:t>CRONOGRAMA DETALHADO &gt;</a:t>
            </a:r>
          </a:p>
        </p:txBody>
      </p:sp>
      <p:sp>
        <p:nvSpPr>
          <p:cNvPr id="53" name="Shape 8">
            <a:extLst>
              <a:ext uri="{FF2B5EF4-FFF2-40B4-BE49-F238E27FC236}">
                <a16:creationId xmlns:a16="http://schemas.microsoft.com/office/drawing/2014/main" id="{701022B8-EA7E-FE94-0095-B8AD1DD611CC}"/>
              </a:ext>
            </a:extLst>
          </p:cNvPr>
          <p:cNvSpPr/>
          <p:nvPr/>
        </p:nvSpPr>
        <p:spPr>
          <a:xfrm>
            <a:off x="970280" y="1518920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DDF5F3"/>
          </a:solidFill>
          <a:ln w="12700">
            <a:solidFill>
              <a:srgbClr val="DDF5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4" name="Text 9">
            <a:extLst>
              <a:ext uri="{FF2B5EF4-FFF2-40B4-BE49-F238E27FC236}">
                <a16:creationId xmlns:a16="http://schemas.microsoft.com/office/drawing/2014/main" id="{F653948A-6FF9-58A3-1DDF-A20CE4545FFF}"/>
              </a:ext>
            </a:extLst>
          </p:cNvPr>
          <p:cNvSpPr/>
          <p:nvPr/>
        </p:nvSpPr>
        <p:spPr>
          <a:xfrm>
            <a:off x="970280" y="151892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rgbClr val="008E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CONTEXTO</a:t>
            </a:r>
            <a:endParaRPr lang="en-US" sz="800"/>
          </a:p>
        </p:txBody>
      </p:sp>
      <p:pic>
        <p:nvPicPr>
          <p:cNvPr id="55" name="Imagem 54">
            <a:hlinkClick r:id="rId4" action="ppaction://hlinksldjump"/>
            <a:extLst>
              <a:ext uri="{FF2B5EF4-FFF2-40B4-BE49-F238E27FC236}">
                <a16:creationId xmlns:a16="http://schemas.microsoft.com/office/drawing/2014/main" id="{6D5ABE94-79C4-6AB0-2718-BC21E6913694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grayscl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379281" y="84440"/>
            <a:ext cx="529053" cy="232607"/>
          </a:xfrm>
          <a:prstGeom prst="rect">
            <a:avLst/>
          </a:prstGeom>
        </p:spPr>
      </p:pic>
      <p:pic>
        <p:nvPicPr>
          <p:cNvPr id="56" name="Gráfico 55" descr="Selo Tick1 com preenchimento sólido">
            <a:extLst>
              <a:ext uri="{FF2B5EF4-FFF2-40B4-BE49-F238E27FC236}">
                <a16:creationId xmlns:a16="http://schemas.microsoft.com/office/drawing/2014/main" id="{52AC80A3-0304-9CA9-A58A-74DD8B0F817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24085" y="2884392"/>
            <a:ext cx="252000" cy="252000"/>
          </a:xfrm>
          <a:prstGeom prst="rect">
            <a:avLst/>
          </a:prstGeom>
        </p:spPr>
      </p:pic>
      <p:sp>
        <p:nvSpPr>
          <p:cNvPr id="57" name="Retângulo 56">
            <a:extLst>
              <a:ext uri="{FF2B5EF4-FFF2-40B4-BE49-F238E27FC236}">
                <a16:creationId xmlns:a16="http://schemas.microsoft.com/office/drawing/2014/main" id="{CEBB0EA1-1118-917A-19EA-83226E9BBD33}"/>
              </a:ext>
            </a:extLst>
          </p:cNvPr>
          <p:cNvSpPr/>
          <p:nvPr/>
        </p:nvSpPr>
        <p:spPr>
          <a:xfrm>
            <a:off x="0" y="6512560"/>
            <a:ext cx="7891272" cy="3545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pt-BR" err="1"/>
          </a:p>
        </p:txBody>
      </p:sp>
      <p:sp>
        <p:nvSpPr>
          <p:cNvPr id="4" name="Shape 4">
            <a:hlinkClick r:id="rId9" action="ppaction://hlinksldjump"/>
            <a:extLst>
              <a:ext uri="{FF2B5EF4-FFF2-40B4-BE49-F238E27FC236}">
                <a16:creationId xmlns:a16="http://schemas.microsoft.com/office/drawing/2014/main" id="{086BB922-8825-8FBA-7EF4-628F17EA894B}"/>
              </a:ext>
            </a:extLst>
          </p:cNvPr>
          <p:cNvSpPr/>
          <p:nvPr/>
        </p:nvSpPr>
        <p:spPr>
          <a:xfrm>
            <a:off x="9802368" y="658368"/>
            <a:ext cx="1965960" cy="365760"/>
          </a:xfrm>
          <a:prstGeom prst="roundRect">
            <a:avLst>
              <a:gd name="adj" fmla="val 40000"/>
            </a:avLst>
          </a:prstGeom>
          <a:solidFill>
            <a:srgbClr val="26253E"/>
          </a:solidFill>
          <a:ln w="12700">
            <a:solidFill>
              <a:srgbClr val="26253E"/>
            </a:solidFill>
            <a:prstDash val="solid"/>
          </a:ln>
        </p:spPr>
        <p:txBody>
          <a:bodyPr/>
          <a:lstStyle/>
          <a:p>
            <a:pPr algn="ctr"/>
            <a:r>
              <a:rPr lang="pt-BR" sz="900" b="1">
                <a:solidFill>
                  <a:schemeClr val="bg1"/>
                </a:solidFill>
                <a:latin typeface="Vivo Type" panose="02000500000000020000" pitchFamily="50" charset="0"/>
                <a:cs typeface="Vivo Type" panose="02000500000000020000" pitchFamily="50" charset="0"/>
              </a:rPr>
              <a:t>&lt; VISÃO EXECUTIVA</a:t>
            </a:r>
          </a:p>
        </p:txBody>
      </p:sp>
      <p:sp>
        <p:nvSpPr>
          <p:cNvPr id="9" name="Shape 45">
            <a:hlinkClick r:id="rId10" action="ppaction://hlinksldjump"/>
            <a:extLst>
              <a:ext uri="{FF2B5EF4-FFF2-40B4-BE49-F238E27FC236}">
                <a16:creationId xmlns:a16="http://schemas.microsoft.com/office/drawing/2014/main" id="{FA33E5AE-7B74-0B4F-5B10-9551C17ACF42}"/>
              </a:ext>
            </a:extLst>
          </p:cNvPr>
          <p:cNvSpPr/>
          <p:nvPr/>
        </p:nvSpPr>
        <p:spPr>
          <a:xfrm>
            <a:off x="9624060" y="5999472"/>
            <a:ext cx="1988820" cy="291600"/>
          </a:xfrm>
          <a:prstGeom prst="roundRect">
            <a:avLst>
              <a:gd name="adj" fmla="val 39535"/>
            </a:avLst>
          </a:prstGeom>
          <a:solidFill>
            <a:srgbClr val="008E8A"/>
          </a:solidFill>
          <a:ln w="12700">
            <a:solidFill>
              <a:srgbClr val="008E8A"/>
            </a:solidFill>
            <a:prstDash val="solid"/>
          </a:ln>
        </p:spPr>
        <p:txBody>
          <a:bodyPr/>
          <a:lstStyle/>
          <a:p>
            <a:pPr algn="ctr"/>
            <a:r>
              <a:rPr lang="pt-BR" sz="900" b="1">
                <a:solidFill>
                  <a:schemeClr val="bg1"/>
                </a:solidFill>
                <a:latin typeface="Vivo Type" panose="02000500000000020000" pitchFamily="50" charset="0"/>
                <a:cs typeface="Vivo Type" panose="02000500000000020000" pitchFamily="50" charset="0"/>
              </a:rPr>
              <a:t>ABRIR CRONOGRAMA &gt;</a:t>
            </a:r>
          </a:p>
        </p:txBody>
      </p:sp>
    </p:spTree>
    <p:extLst>
      <p:ext uri="{BB962C8B-B14F-4D97-AF65-F5344CB8AC3E}">
        <p14:creationId xmlns:p14="http://schemas.microsoft.com/office/powerpoint/2010/main" val="4699328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6F2DBD"/>
          </a:solidFill>
          <a:ln w="12700">
            <a:solidFill>
              <a:srgbClr val="6F2DBD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7" name="Shape 5">
            <a:hlinkClick r:id="rId3" action="ppaction://hlinksldjump"/>
          </p:cNvPr>
          <p:cNvSpPr/>
          <p:nvPr/>
        </p:nvSpPr>
        <p:spPr>
          <a:xfrm>
            <a:off x="9646920" y="845820"/>
            <a:ext cx="1965960" cy="347472"/>
          </a:xfrm>
          <a:prstGeom prst="roundRect">
            <a:avLst>
              <a:gd name="adj" fmla="val 39474"/>
            </a:avLst>
          </a:prstGeom>
          <a:solidFill>
            <a:srgbClr val="24233A"/>
          </a:solidFill>
          <a:ln w="12700">
            <a:solidFill>
              <a:srgbClr val="24233A"/>
            </a:solidFill>
            <a:prstDash val="solid"/>
          </a:ln>
        </p:spPr>
        <p:txBody>
          <a:bodyPr/>
          <a:lstStyle/>
          <a:p>
            <a:pPr algn="ctr"/>
            <a:r>
              <a:rPr lang="pt-BR" sz="900" b="1">
                <a:solidFill>
                  <a:schemeClr val="bg1"/>
                </a:solidFill>
                <a:latin typeface="Vivo Type" panose="02000500000000020000" pitchFamily="50" charset="0"/>
                <a:cs typeface="Vivo Type" panose="02000500000000020000" pitchFamily="50" charset="0"/>
              </a:rPr>
              <a:t>&lt; DETALHAMENTO</a:t>
            </a:r>
          </a:p>
        </p:txBody>
      </p:sp>
      <p:sp>
        <p:nvSpPr>
          <p:cNvPr id="13" name="Shape 11"/>
          <p:cNvSpPr/>
          <p:nvPr/>
        </p:nvSpPr>
        <p:spPr>
          <a:xfrm>
            <a:off x="804672" y="2257552"/>
            <a:ext cx="10698480" cy="9144"/>
          </a:xfrm>
          <a:prstGeom prst="line">
            <a:avLst/>
          </a:prstGeom>
          <a:noFill/>
          <a:ln w="25400">
            <a:solidFill>
              <a:srgbClr val="D5D3DE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32688" y="2102104"/>
            <a:ext cx="310896" cy="310896"/>
          </a:xfrm>
          <a:prstGeom prst="ellipse">
            <a:avLst/>
          </a:prstGeom>
          <a:solidFill>
            <a:srgbClr val="008E8A"/>
          </a:solidFill>
          <a:ln w="25400">
            <a:solidFill>
              <a:srgbClr val="008E8A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30352" y="1864360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rgbClr val="008E8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01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30352" y="2513584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Discovery</a:t>
            </a:r>
            <a:endParaRPr lang="en-US" sz="9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30352" y="3153664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noProof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Inicio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17/08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30352" y="3629152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Fim</a:t>
            </a:r>
            <a:endParaRPr lang="en-US" sz="800" dirty="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28/09</a:t>
            </a:r>
            <a:endParaRPr lang="en-US" sz="800" dirty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49224" y="4159504"/>
            <a:ext cx="877824" cy="274320"/>
          </a:xfrm>
          <a:prstGeom prst="roundRect">
            <a:avLst>
              <a:gd name="adj" fmla="val 50000"/>
            </a:avLst>
          </a:prstGeom>
          <a:solidFill>
            <a:srgbClr val="DDF5F3"/>
          </a:solidFill>
          <a:ln w="12700">
            <a:solidFill>
              <a:srgbClr val="DDF5F3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49224" y="4159504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rgbClr val="008E8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EM ANDAMENTO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677924" y="1864360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chemeClr val="bg1">
                    <a:lumMod val="65000"/>
                  </a:schemeClr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02</a:t>
            </a:r>
            <a:endParaRPr lang="en-US" sz="800">
              <a:solidFill>
                <a:schemeClr val="bg1">
                  <a:lumMod val="65000"/>
                </a:schemeClr>
              </a:solidFill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677924" y="2513584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Modelo de dados</a:t>
            </a:r>
            <a:endParaRPr lang="en-US" sz="9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677924" y="3153664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noProof="0" dirty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Inicio</a:t>
            </a:r>
            <a:endParaRPr lang="en-US" sz="800" dirty="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2909</a:t>
            </a:r>
            <a:endParaRPr lang="en-US" sz="800" dirty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677924" y="3629152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Fim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20/10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1796796" y="4159504"/>
            <a:ext cx="877824" cy="274320"/>
          </a:xfrm>
          <a:prstGeom prst="roundRect">
            <a:avLst>
              <a:gd name="adj" fmla="val 50000"/>
            </a:avLst>
          </a:prstGeom>
          <a:solidFill>
            <a:srgbClr val="F0EFF4"/>
          </a:solidFill>
          <a:ln w="12700">
            <a:solidFill>
              <a:srgbClr val="F0EFF4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796796" y="4159504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b="1" noProof="0">
                <a:solidFill>
                  <a:srgbClr val="A8A8B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A INICIAR</a:t>
            </a:r>
            <a:endParaRPr lang="pt-BR" sz="800" noProof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2825496" y="1864360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chemeClr val="bg1">
                    <a:lumMod val="65000"/>
                  </a:schemeClr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03</a:t>
            </a:r>
            <a:endParaRPr lang="en-US" sz="800">
              <a:solidFill>
                <a:schemeClr val="bg1">
                  <a:lumMod val="65000"/>
                </a:schemeClr>
              </a:solidFill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2825496" y="2513584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Requisitos funcionais</a:t>
            </a:r>
            <a:endParaRPr lang="en-US" sz="9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2825496" y="3153664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noProof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Inicio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21/10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2825496" y="3629152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Fim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20/11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2944368" y="4159504"/>
            <a:ext cx="877824" cy="274320"/>
          </a:xfrm>
          <a:prstGeom prst="roundRect">
            <a:avLst>
              <a:gd name="adj" fmla="val 50000"/>
            </a:avLst>
          </a:prstGeom>
          <a:solidFill>
            <a:srgbClr val="F0EFF4"/>
          </a:solidFill>
          <a:ln w="12700">
            <a:solidFill>
              <a:srgbClr val="F0EFF4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2944368" y="4159504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b="1" noProof="0">
                <a:solidFill>
                  <a:srgbClr val="A8A8B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A INICIAR</a:t>
            </a:r>
            <a:endParaRPr lang="pt-BR" sz="800" noProof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4375404" y="2102104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7C5D1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3973068" y="1864360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rgbClr val="A8A8B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04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3973068" y="2513584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DAS</a:t>
            </a:r>
            <a:endParaRPr lang="en-US" sz="9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3973068" y="3153664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noProof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Inicio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23/11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3973068" y="3629152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Fim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08/12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4091940" y="4159504"/>
            <a:ext cx="877824" cy="274320"/>
          </a:xfrm>
          <a:prstGeom prst="roundRect">
            <a:avLst>
              <a:gd name="adj" fmla="val 50000"/>
            </a:avLst>
          </a:prstGeom>
          <a:solidFill>
            <a:srgbClr val="F0EFF4"/>
          </a:solidFill>
          <a:ln w="12700">
            <a:solidFill>
              <a:srgbClr val="F0EFF4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4091940" y="4159504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b="1" noProof="0">
                <a:solidFill>
                  <a:srgbClr val="A8A8B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A INICIAR</a:t>
            </a:r>
            <a:endParaRPr lang="pt-BR" sz="800" noProof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5522976" y="2102104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7C5D1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5120640" y="1864360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rgbClr val="A8A8B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05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5120640" y="2513584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Sprint 0</a:t>
            </a:r>
            <a:endParaRPr lang="en-US" sz="9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5120640" y="3153664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noProof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Inicio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09/12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5120640" y="3629152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Fim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08/01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5239512" y="4159504"/>
            <a:ext cx="877824" cy="274320"/>
          </a:xfrm>
          <a:prstGeom prst="roundRect">
            <a:avLst>
              <a:gd name="adj" fmla="val 50000"/>
            </a:avLst>
          </a:prstGeom>
          <a:solidFill>
            <a:srgbClr val="F0EFF4"/>
          </a:solidFill>
          <a:ln w="12700">
            <a:solidFill>
              <a:srgbClr val="F0EFF4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5239512" y="4159504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b="1" noProof="0">
                <a:solidFill>
                  <a:srgbClr val="A8A8B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A INICIAR</a:t>
            </a:r>
            <a:endParaRPr lang="pt-BR" sz="800" noProof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6670548" y="2102104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7C5D1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6268212" y="1864360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rgbClr val="A8A8B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06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6268212" y="2513584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Refinamento tecnico</a:t>
            </a:r>
            <a:endParaRPr lang="en-US" sz="9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6268212" y="3153664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noProof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Inicio</a:t>
            </a:r>
            <a:endParaRPr lang="pt-BR" sz="800" noProof="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11/01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6268212" y="3629152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Fim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01/02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6387084" y="4159504"/>
            <a:ext cx="877824" cy="274320"/>
          </a:xfrm>
          <a:prstGeom prst="roundRect">
            <a:avLst>
              <a:gd name="adj" fmla="val 50000"/>
            </a:avLst>
          </a:prstGeom>
          <a:solidFill>
            <a:srgbClr val="F0EFF4"/>
          </a:solidFill>
          <a:ln w="12700">
            <a:solidFill>
              <a:srgbClr val="F0EFF4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6387084" y="4159504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b="1" noProof="0">
                <a:solidFill>
                  <a:srgbClr val="A8A8B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A INICIAR</a:t>
            </a:r>
            <a:endParaRPr lang="pt-BR" sz="800" noProof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7818120" y="2102104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7C5D1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7415784" y="1864360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rgbClr val="A8A8B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07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7415784" y="2513584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Estimativa</a:t>
            </a:r>
            <a:endParaRPr lang="en-US" sz="9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7415784" y="3153664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noProof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Inicio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26/01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7415784" y="3629152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Fim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08/02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7534656" y="4159504"/>
            <a:ext cx="877824" cy="274320"/>
          </a:xfrm>
          <a:prstGeom prst="roundRect">
            <a:avLst>
              <a:gd name="adj" fmla="val 50000"/>
            </a:avLst>
          </a:prstGeom>
          <a:solidFill>
            <a:srgbClr val="F0EFF4"/>
          </a:solidFill>
          <a:ln w="12700">
            <a:solidFill>
              <a:srgbClr val="F0EFF4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7534656" y="4159504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b="1" noProof="0">
                <a:solidFill>
                  <a:srgbClr val="A8A8B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A INICIAR</a:t>
            </a:r>
            <a:endParaRPr lang="pt-BR" sz="800" noProof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8965692" y="2102104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7C5D1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8563356" y="1864360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rgbClr val="A8A8B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08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8563356" y="2513584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Desenvolvimento</a:t>
            </a:r>
            <a:endParaRPr lang="en-US" sz="9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8563356" y="3153664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noProof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Inicio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09/02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8563356" y="3629152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Fim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06/04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68" name="Shape 66"/>
          <p:cNvSpPr/>
          <p:nvPr/>
        </p:nvSpPr>
        <p:spPr>
          <a:xfrm>
            <a:off x="8682228" y="4159504"/>
            <a:ext cx="877824" cy="274320"/>
          </a:xfrm>
          <a:prstGeom prst="roundRect">
            <a:avLst>
              <a:gd name="adj" fmla="val 50000"/>
            </a:avLst>
          </a:prstGeom>
          <a:solidFill>
            <a:srgbClr val="F0EFF4"/>
          </a:solidFill>
          <a:ln w="12700">
            <a:solidFill>
              <a:srgbClr val="F0EFF4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69" name="Text 67"/>
          <p:cNvSpPr/>
          <p:nvPr/>
        </p:nvSpPr>
        <p:spPr>
          <a:xfrm>
            <a:off x="8682228" y="4159504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b="1" noProof="0">
                <a:solidFill>
                  <a:srgbClr val="A8A8B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A INICIAR</a:t>
            </a:r>
            <a:endParaRPr lang="pt-BR" sz="800" noProof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70" name="Shape 68"/>
          <p:cNvSpPr/>
          <p:nvPr/>
        </p:nvSpPr>
        <p:spPr>
          <a:xfrm>
            <a:off x="10113264" y="2102104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7C5D1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71" name="Text 69"/>
          <p:cNvSpPr/>
          <p:nvPr/>
        </p:nvSpPr>
        <p:spPr>
          <a:xfrm>
            <a:off x="9710928" y="1864360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rgbClr val="A8A8B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09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72" name="Text 70"/>
          <p:cNvSpPr/>
          <p:nvPr/>
        </p:nvSpPr>
        <p:spPr>
          <a:xfrm>
            <a:off x="9710928" y="2513584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QA</a:t>
            </a:r>
            <a:endParaRPr lang="en-US" sz="9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73" name="Text 71"/>
          <p:cNvSpPr/>
          <p:nvPr/>
        </p:nvSpPr>
        <p:spPr>
          <a:xfrm>
            <a:off x="9710928" y="3153664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noProof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Inicio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09/04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74" name="Text 72"/>
          <p:cNvSpPr/>
          <p:nvPr/>
        </p:nvSpPr>
        <p:spPr>
          <a:xfrm>
            <a:off x="9710928" y="3629152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Fim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30/04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75" name="Shape 73"/>
          <p:cNvSpPr/>
          <p:nvPr/>
        </p:nvSpPr>
        <p:spPr>
          <a:xfrm>
            <a:off x="9829800" y="4159504"/>
            <a:ext cx="877824" cy="274320"/>
          </a:xfrm>
          <a:prstGeom prst="roundRect">
            <a:avLst>
              <a:gd name="adj" fmla="val 50000"/>
            </a:avLst>
          </a:prstGeom>
          <a:solidFill>
            <a:srgbClr val="F0EFF4"/>
          </a:solidFill>
          <a:ln w="12700">
            <a:solidFill>
              <a:srgbClr val="F0EFF4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76" name="Text 74"/>
          <p:cNvSpPr/>
          <p:nvPr/>
        </p:nvSpPr>
        <p:spPr>
          <a:xfrm>
            <a:off x="9829800" y="4159504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b="1" noProof="0">
                <a:solidFill>
                  <a:srgbClr val="A8A8B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A INICIAR</a:t>
            </a:r>
            <a:endParaRPr lang="pt-BR" sz="800" noProof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77" name="Shape 75"/>
          <p:cNvSpPr/>
          <p:nvPr/>
        </p:nvSpPr>
        <p:spPr>
          <a:xfrm>
            <a:off x="11260836" y="2102104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7C5D1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78" name="Text 76"/>
          <p:cNvSpPr/>
          <p:nvPr/>
        </p:nvSpPr>
        <p:spPr>
          <a:xfrm>
            <a:off x="10858500" y="1864360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rgbClr val="A8A8B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10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79" name="Text 77"/>
          <p:cNvSpPr/>
          <p:nvPr/>
        </p:nvSpPr>
        <p:spPr>
          <a:xfrm>
            <a:off x="10858500" y="2513584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Prod</a:t>
            </a:r>
            <a:endParaRPr lang="en-US" sz="9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80" name="Text 78"/>
          <p:cNvSpPr/>
          <p:nvPr/>
        </p:nvSpPr>
        <p:spPr>
          <a:xfrm>
            <a:off x="10858500" y="3153664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cs typeface="Vivo Type" panose="02000500000000020000" pitchFamily="50" charset="0"/>
              </a:rPr>
              <a:t>Fim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cs typeface="Vivo Type" panose="02000500000000020000" pitchFamily="50" charset="0"/>
              </a:rPr>
              <a:t>Mai/27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82" name="Shape 80"/>
          <p:cNvSpPr/>
          <p:nvPr/>
        </p:nvSpPr>
        <p:spPr>
          <a:xfrm>
            <a:off x="10977372" y="4159504"/>
            <a:ext cx="877824" cy="274320"/>
          </a:xfrm>
          <a:prstGeom prst="roundRect">
            <a:avLst>
              <a:gd name="adj" fmla="val 50000"/>
            </a:avLst>
          </a:prstGeom>
          <a:solidFill>
            <a:srgbClr val="F0EFF4"/>
          </a:solidFill>
          <a:ln w="12700">
            <a:solidFill>
              <a:srgbClr val="F0EFF4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83" name="Text 81"/>
          <p:cNvSpPr/>
          <p:nvPr/>
        </p:nvSpPr>
        <p:spPr>
          <a:xfrm>
            <a:off x="10977372" y="4159504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b="1" noProof="0">
                <a:solidFill>
                  <a:srgbClr val="A8A8B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A INICIAR</a:t>
            </a:r>
            <a:endParaRPr lang="pt-BR" sz="800" noProof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84" name="Shape 82"/>
          <p:cNvSpPr/>
          <p:nvPr/>
        </p:nvSpPr>
        <p:spPr>
          <a:xfrm>
            <a:off x="594360" y="4881880"/>
            <a:ext cx="338328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E4E2EC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85" name="Text 83"/>
          <p:cNvSpPr/>
          <p:nvPr/>
        </p:nvSpPr>
        <p:spPr>
          <a:xfrm>
            <a:off x="758952" y="500075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>
                <a:solidFill>
                  <a:srgbClr val="008E8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MARCO ATUAL</a:t>
            </a:r>
            <a:endParaRPr lang="en-US" sz="85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86" name="Text 84"/>
          <p:cNvSpPr/>
          <p:nvPr/>
        </p:nvSpPr>
        <p:spPr>
          <a:xfrm>
            <a:off x="758952" y="522020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Discovery / planejamento inicial</a:t>
            </a:r>
            <a:endParaRPr lang="en-US" sz="95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87" name="Shape 85"/>
          <p:cNvSpPr/>
          <p:nvPr/>
        </p:nvSpPr>
        <p:spPr>
          <a:xfrm>
            <a:off x="4434840" y="4881880"/>
            <a:ext cx="338328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E4E2EC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88" name="Text 86"/>
          <p:cNvSpPr/>
          <p:nvPr/>
        </p:nvSpPr>
        <p:spPr>
          <a:xfrm>
            <a:off x="4599432" y="500075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>
                <a:solidFill>
                  <a:srgbClr val="008E8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PROXIMO PASSO</a:t>
            </a:r>
            <a:endParaRPr lang="en-US" sz="85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89" name="Text 87"/>
          <p:cNvSpPr/>
          <p:nvPr/>
        </p:nvSpPr>
        <p:spPr>
          <a:xfrm>
            <a:off x="4599432" y="522020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Definir datas e responsaveis</a:t>
            </a:r>
            <a:endParaRPr lang="en-US" sz="95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90" name="Shape 88"/>
          <p:cNvSpPr/>
          <p:nvPr/>
        </p:nvSpPr>
        <p:spPr>
          <a:xfrm>
            <a:off x="8275320" y="4881880"/>
            <a:ext cx="338328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E4E2EC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91" name="Text 89"/>
          <p:cNvSpPr/>
          <p:nvPr/>
        </p:nvSpPr>
        <p:spPr>
          <a:xfrm>
            <a:off x="8439912" y="500075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>
                <a:solidFill>
                  <a:srgbClr val="008E8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DEPENDENCIAS</a:t>
            </a:r>
            <a:endParaRPr lang="en-US" sz="85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92" name="Text 90"/>
          <p:cNvSpPr/>
          <p:nvPr/>
        </p:nvSpPr>
        <p:spPr>
          <a:xfrm>
            <a:off x="8439912" y="522020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Times e insumos a confirmar</a:t>
            </a:r>
            <a:endParaRPr lang="en-US" sz="95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94" name="Retângulo 93">
            <a:extLst>
              <a:ext uri="{FF2B5EF4-FFF2-40B4-BE49-F238E27FC236}">
                <a16:creationId xmlns:a16="http://schemas.microsoft.com/office/drawing/2014/main" id="{2722772F-3A7A-F040-F477-EF1FAC1FCCF4}"/>
              </a:ext>
            </a:extLst>
          </p:cNvPr>
          <p:cNvSpPr/>
          <p:nvPr/>
        </p:nvSpPr>
        <p:spPr>
          <a:xfrm>
            <a:off x="0" y="-2722"/>
            <a:ext cx="12192000" cy="433926"/>
          </a:xfrm>
          <a:prstGeom prst="rect">
            <a:avLst/>
          </a:prstGeom>
          <a:gradFill>
            <a:gsLst>
              <a:gs pos="0">
                <a:srgbClr val="5D007B">
                  <a:alpha val="100000"/>
                </a:srgbClr>
              </a:gs>
              <a:gs pos="100000">
                <a:srgbClr val="380054">
                  <a:alpha val="10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ivo Type" panose="02000500000000020000" pitchFamily="50" charset="0"/>
              <a:cs typeface="Vivo Type" panose="02000500000000020000" pitchFamily="50" charset="0"/>
              <a:sym typeface="Arial"/>
            </a:endParaRPr>
          </a:p>
        </p:txBody>
      </p:sp>
      <p:sp>
        <p:nvSpPr>
          <p:cNvPr id="95" name="Google Shape;351;p52">
            <a:extLst>
              <a:ext uri="{FF2B5EF4-FFF2-40B4-BE49-F238E27FC236}">
                <a16:creationId xmlns:a16="http://schemas.microsoft.com/office/drawing/2014/main" id="{2C14E665-8234-6DEE-D6D8-63E363B069BE}"/>
              </a:ext>
            </a:extLst>
          </p:cNvPr>
          <p:cNvSpPr/>
          <p:nvPr/>
        </p:nvSpPr>
        <p:spPr>
          <a:xfrm>
            <a:off x="-1" y="-58731"/>
            <a:ext cx="8357420" cy="521906"/>
          </a:xfrm>
          <a:prstGeom prst="rect">
            <a:avLst/>
          </a:prstGeom>
        </p:spPr>
        <p:txBody>
          <a:bodyPr vert="horz" lIns="121954" tIns="60977" rIns="121954" bIns="60977" rtlCol="0" anchor="ctr">
            <a:norm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1371600">
              <a:lnSpc>
                <a:spcPct val="90000"/>
              </a:lnSpc>
              <a:spcBef>
                <a:spcPct val="0"/>
              </a:spcBef>
              <a:buClr>
                <a:srgbClr val="000000"/>
              </a:buClr>
              <a:defRPr/>
            </a:pPr>
            <a:r>
              <a:rPr lang="pt-BR" b="1">
                <a:solidFill>
                  <a:prstClr val="white"/>
                </a:solidFill>
                <a:latin typeface="Vivo Type" panose="02000500000000020000" pitchFamily="50" charset="0"/>
                <a:cs typeface="Vivo Type" panose="02000500000000020000" pitchFamily="50" charset="0"/>
                <a:sym typeface="Arial"/>
              </a:rPr>
              <a:t>CRONOGRAMA DETALHADO – MIGRAÇÃO SFA</a:t>
            </a:r>
          </a:p>
        </p:txBody>
      </p:sp>
      <p:pic>
        <p:nvPicPr>
          <p:cNvPr id="96" name="Imagem 95">
            <a:hlinkClick r:id="rId4" action="ppaction://hlinksldjump"/>
            <a:extLst>
              <a:ext uri="{FF2B5EF4-FFF2-40B4-BE49-F238E27FC236}">
                <a16:creationId xmlns:a16="http://schemas.microsoft.com/office/drawing/2014/main" id="{3CC78D00-592A-447B-13A9-5C321BAED14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grayscl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379281" y="84440"/>
            <a:ext cx="529053" cy="232607"/>
          </a:xfrm>
          <a:prstGeom prst="rect">
            <a:avLst/>
          </a:prstGeom>
        </p:spPr>
      </p:pic>
      <p:sp>
        <p:nvSpPr>
          <p:cNvPr id="97" name="Shape 33">
            <a:extLst>
              <a:ext uri="{FF2B5EF4-FFF2-40B4-BE49-F238E27FC236}">
                <a16:creationId xmlns:a16="http://schemas.microsoft.com/office/drawing/2014/main" id="{7C99CA3C-BE13-C9E3-05AB-042DD8135B9E}"/>
              </a:ext>
            </a:extLst>
          </p:cNvPr>
          <p:cNvSpPr/>
          <p:nvPr/>
        </p:nvSpPr>
        <p:spPr>
          <a:xfrm>
            <a:off x="3227832" y="2120392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7C5D1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98" name="Shape 33">
            <a:extLst>
              <a:ext uri="{FF2B5EF4-FFF2-40B4-BE49-F238E27FC236}">
                <a16:creationId xmlns:a16="http://schemas.microsoft.com/office/drawing/2014/main" id="{B6A6DC8D-C192-09FD-7E7E-96DC5A24A85B}"/>
              </a:ext>
            </a:extLst>
          </p:cNvPr>
          <p:cNvSpPr/>
          <p:nvPr/>
        </p:nvSpPr>
        <p:spPr>
          <a:xfrm>
            <a:off x="2080260" y="2111248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7C5D1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ECFC5585-791C-8555-5B19-AF77E3716896}"/>
              </a:ext>
            </a:extLst>
          </p:cNvPr>
          <p:cNvSpPr/>
          <p:nvPr/>
        </p:nvSpPr>
        <p:spPr>
          <a:xfrm>
            <a:off x="0" y="6512560"/>
            <a:ext cx="7891272" cy="3545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pt-BR" err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AB2F9-14B5-7D0E-9DD0-A9A5DDA69847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4C03AFB-D729-5FDB-B164-E2B7BA738EB9}"/>
              </a:ext>
            </a:extLst>
          </p:cNvPr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5B007B"/>
          </a:solidFill>
          <a:ln w="12700">
            <a:solidFill>
              <a:srgbClr val="5B007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A0D3DDD-73DE-9B5D-E5FE-C8FFAD3E411D}"/>
              </a:ext>
            </a:extLst>
          </p:cNvPr>
          <p:cNvSpPr/>
          <p:nvPr/>
        </p:nvSpPr>
        <p:spPr>
          <a:xfrm>
            <a:off x="164592" y="853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lvl="0" defTabSz="1371600">
              <a:lnSpc>
                <a:spcPct val="90000"/>
              </a:lnSpc>
              <a:spcBef>
                <a:spcPct val="0"/>
              </a:spcBef>
              <a:buClr>
                <a:srgbClr val="000000"/>
              </a:buClr>
              <a:defRPr/>
            </a:pPr>
            <a:r>
              <a:rPr lang="pt-BR" b="1">
                <a:solidFill>
                  <a:prstClr val="white"/>
                </a:solidFill>
                <a:latin typeface="Vivo Type" panose="02000500000000020000" pitchFamily="50" charset="0"/>
                <a:cs typeface="Vivo Type" panose="02000500000000020000" pitchFamily="50" charset="0"/>
                <a:sym typeface="Arial"/>
              </a:rPr>
              <a:t>DETALHAMENTO – VIVO+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506F78BF-D956-A4CE-E2DD-9D144914F047}"/>
              </a:ext>
            </a:extLst>
          </p:cNvPr>
          <p:cNvSpPr/>
          <p:nvPr/>
        </p:nvSpPr>
        <p:spPr>
          <a:xfrm>
            <a:off x="713232" y="1280160"/>
            <a:ext cx="3200400" cy="438912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1D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40F2957-38B2-7C77-303B-91EF66FDCC23}"/>
              </a:ext>
            </a:extLst>
          </p:cNvPr>
          <p:cNvSpPr/>
          <p:nvPr/>
        </p:nvSpPr>
        <p:spPr>
          <a:xfrm>
            <a:off x="941832" y="19385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>
                <a:solidFill>
                  <a:srgbClr val="2726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que </a:t>
            </a:r>
            <a:r>
              <a:rPr lang="en-US" sz="1300" b="1" err="1">
                <a:solidFill>
                  <a:srgbClr val="2726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existe</a:t>
            </a:r>
            <a:r>
              <a:rPr lang="en-US" sz="1300" b="1">
                <a:solidFill>
                  <a:srgbClr val="2726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300" b="1" err="1">
                <a:solidFill>
                  <a:srgbClr val="2726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hoje</a:t>
            </a:r>
            <a:endParaRPr lang="en-US" sz="13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AF4757A-C3D8-1FD6-5DFF-9C007F432687}"/>
              </a:ext>
            </a:extLst>
          </p:cNvPr>
          <p:cNvSpPr/>
          <p:nvPr/>
        </p:nvSpPr>
        <p:spPr>
          <a:xfrm>
            <a:off x="941832" y="2377440"/>
            <a:ext cx="2633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pt-BR" sz="1050">
                <a:solidFill>
                  <a:srgbClr val="6F7080"/>
                </a:solidFill>
                <a:latin typeface="Aptos" pitchFamily="34" charset="0"/>
              </a:rPr>
              <a:t>Complexidade para recuperação dos dados quem compõe as telas do Vico+.</a:t>
            </a:r>
            <a:endParaRPr lang="pt-BR" sz="105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0FFB365D-2BD4-ADF6-0123-2ACA06E1AAAB}"/>
              </a:ext>
            </a:extLst>
          </p:cNvPr>
          <p:cNvSpPr/>
          <p:nvPr/>
        </p:nvSpPr>
        <p:spPr>
          <a:xfrm>
            <a:off x="941832" y="3319272"/>
            <a:ext cx="2724912" cy="9144"/>
          </a:xfrm>
          <a:prstGeom prst="line">
            <a:avLst/>
          </a:prstGeom>
          <a:noFill/>
          <a:ln w="12700">
            <a:solidFill>
              <a:srgbClr val="E1D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3AA99F1-1DB7-009B-E0D5-41FE52FCEBB6}"/>
              </a:ext>
            </a:extLst>
          </p:cNvPr>
          <p:cNvSpPr/>
          <p:nvPr/>
        </p:nvSpPr>
        <p:spPr>
          <a:xfrm>
            <a:off x="941832" y="358444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>
                <a:solidFill>
                  <a:srgbClr val="2726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que </a:t>
            </a:r>
            <a:r>
              <a:rPr lang="en-US" sz="1300" b="1" err="1">
                <a:solidFill>
                  <a:srgbClr val="2726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precisa</a:t>
            </a:r>
            <a:r>
              <a:rPr lang="en-US" sz="1300" b="1">
                <a:solidFill>
                  <a:srgbClr val="2726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ser </a:t>
            </a:r>
            <a:r>
              <a:rPr lang="en-US" sz="1300" b="1" err="1">
                <a:solidFill>
                  <a:srgbClr val="2726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feito</a:t>
            </a:r>
            <a:endParaRPr lang="en-US" sz="13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D5812E9-86C9-BD5B-038C-5955A45423C6}"/>
              </a:ext>
            </a:extLst>
          </p:cNvPr>
          <p:cNvSpPr/>
          <p:nvPr/>
        </p:nvSpPr>
        <p:spPr>
          <a:xfrm>
            <a:off x="941832" y="4114800"/>
            <a:ext cx="26974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pt-BR" sz="1050">
                <a:solidFill>
                  <a:srgbClr val="6F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Migrar para o Master de Clientes os dados que compõem a Visão Cliente B2C </a:t>
            </a:r>
            <a:endParaRPr lang="pt-BR" sz="105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1FD2F716-590E-B5D9-A061-8488A203C992}"/>
              </a:ext>
            </a:extLst>
          </p:cNvPr>
          <p:cNvSpPr/>
          <p:nvPr/>
        </p:nvSpPr>
        <p:spPr>
          <a:xfrm>
            <a:off x="4069080" y="1280160"/>
            <a:ext cx="763524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1D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15404747-9A02-B38F-5343-AA2F7461CF62}"/>
              </a:ext>
            </a:extLst>
          </p:cNvPr>
          <p:cNvSpPr/>
          <p:nvPr/>
        </p:nvSpPr>
        <p:spPr>
          <a:xfrm>
            <a:off x="4233672" y="1746504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pt-BR" sz="1700" b="1" noProof="0">
                <a:solidFill>
                  <a:srgbClr val="2726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Entregável da frente</a:t>
            </a:r>
            <a:endParaRPr lang="pt-BR" sz="1700" noProof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40401215-87B2-E420-6A5B-6884C8BAC80D}"/>
              </a:ext>
            </a:extLst>
          </p:cNvPr>
          <p:cNvSpPr/>
          <p:nvPr/>
        </p:nvSpPr>
        <p:spPr>
          <a:xfrm>
            <a:off x="4233672" y="209397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77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</a:t>
            </a:r>
            <a:r>
              <a:rPr lang="en-US" sz="1000">
                <a:solidFill>
                  <a:srgbClr val="77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</a:t>
            </a:r>
            <a:r>
              <a:rPr lang="en-US" sz="1000" dirty="0">
                <a:solidFill>
                  <a:srgbClr val="77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000">
                <a:solidFill>
                  <a:srgbClr val="77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será</a:t>
            </a:r>
            <a:r>
              <a:rPr lang="en-US" sz="1000" dirty="0">
                <a:solidFill>
                  <a:srgbClr val="77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000">
                <a:solidFill>
                  <a:srgbClr val="77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disponibilizado</a:t>
            </a:r>
            <a:r>
              <a:rPr lang="en-US" sz="1000" dirty="0">
                <a:solidFill>
                  <a:srgbClr val="77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000">
                <a:solidFill>
                  <a:srgbClr val="77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ao</a:t>
            </a:r>
            <a:r>
              <a:rPr lang="en-US" sz="1000" dirty="0">
                <a:solidFill>
                  <a:srgbClr val="77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final do </a:t>
            </a:r>
            <a:r>
              <a:rPr lang="pt-BR" sz="1000" noProof="0" dirty="0">
                <a:solidFill>
                  <a:srgbClr val="77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desenvolvimento</a:t>
            </a:r>
            <a:r>
              <a:rPr lang="en-US" sz="1000" dirty="0">
                <a:solidFill>
                  <a:srgbClr val="77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0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5851F4A7-EC3F-A11C-8F3C-DD838962F534}"/>
              </a:ext>
            </a:extLst>
          </p:cNvPr>
          <p:cNvSpPr/>
          <p:nvPr/>
        </p:nvSpPr>
        <p:spPr>
          <a:xfrm>
            <a:off x="4233672" y="2542032"/>
            <a:ext cx="7296912" cy="1902968"/>
          </a:xfrm>
          <a:prstGeom prst="roundRect">
            <a:avLst>
              <a:gd name="adj" fmla="val 10345"/>
            </a:avLst>
          </a:prstGeom>
          <a:solidFill>
            <a:srgbClr val="F8F3FD"/>
          </a:solidFill>
          <a:ln w="12700">
            <a:solidFill>
              <a:srgbClr val="EDE2F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B390C45A-6D6C-4986-881B-D75DBA028BAC}"/>
              </a:ext>
            </a:extLst>
          </p:cNvPr>
          <p:cNvSpPr/>
          <p:nvPr/>
        </p:nvSpPr>
        <p:spPr>
          <a:xfrm>
            <a:off x="4478187" y="2624328"/>
            <a:ext cx="438912" cy="438912"/>
          </a:xfrm>
          <a:prstGeom prst="ellipse">
            <a:avLst/>
          </a:prstGeom>
          <a:solidFill>
            <a:srgbClr val="246BFD"/>
          </a:solidFill>
          <a:ln w="12700">
            <a:solidFill>
              <a:srgbClr val="246BF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A389C7E7-BFB5-1D61-3AC8-429B42494D56}"/>
              </a:ext>
            </a:extLst>
          </p:cNvPr>
          <p:cNvSpPr/>
          <p:nvPr/>
        </p:nvSpPr>
        <p:spPr>
          <a:xfrm>
            <a:off x="4478187" y="26243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40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0AAD67FA-913F-DC39-83EA-3903884F9FB9}"/>
              </a:ext>
            </a:extLst>
          </p:cNvPr>
          <p:cNvSpPr/>
          <p:nvPr/>
        </p:nvSpPr>
        <p:spPr>
          <a:xfrm>
            <a:off x="5102352" y="2706624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pt-BR" sz="1400" b="1" noProof="0">
                <a:solidFill>
                  <a:srgbClr val="2726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Vivo+ entregáveis:</a:t>
            </a:r>
            <a:endParaRPr lang="en-US" sz="14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6A4D5F6D-EC57-E0B9-8404-3CD1CC95140C}"/>
              </a:ext>
            </a:extLst>
          </p:cNvPr>
          <p:cNvSpPr/>
          <p:nvPr/>
        </p:nvSpPr>
        <p:spPr>
          <a:xfrm>
            <a:off x="5102351" y="3026664"/>
            <a:ext cx="6242981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628650" lvl="1" indent="-171450">
              <a:buFont typeface="Wingdings" panose="05000000000000000000" pitchFamily="2" charset="2"/>
              <a:buChar char="q"/>
            </a:pPr>
            <a:r>
              <a:rPr lang="pt-BR" sz="1200" dirty="0">
                <a:solidFill>
                  <a:srgbClr val="77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Migrar dados da Visão Cliente utilizados pelo Vivo+ para o Oracle</a:t>
            </a:r>
          </a:p>
          <a:p>
            <a:pPr marL="1085850" lvl="2" indent="-171450">
              <a:buFont typeface="Wingdings" panose="05000000000000000000" pitchFamily="2" charset="2"/>
              <a:buChar char="q"/>
            </a:pPr>
            <a:r>
              <a:rPr lang="pt-BR" sz="1200" dirty="0">
                <a:solidFill>
                  <a:srgbClr val="77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Criação da jornada de 7 campos utilizados nos MS do Vivo+</a:t>
            </a:r>
          </a:p>
          <a:p>
            <a:pPr marL="1085850" lvl="2" indent="-171450">
              <a:buFont typeface="Wingdings" panose="05000000000000000000" pitchFamily="2" charset="2"/>
              <a:buChar char="q"/>
            </a:pPr>
            <a:r>
              <a:rPr lang="pt-BR" sz="1200" dirty="0">
                <a:solidFill>
                  <a:srgbClr val="77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campos disponíveis podem ser retirados da estrutura de dados do MS</a:t>
            </a:r>
          </a:p>
          <a:p>
            <a:pPr marL="628650" lvl="1" indent="-171450">
              <a:buFont typeface="Wingdings" panose="05000000000000000000" pitchFamily="2" charset="2"/>
              <a:buChar char="q"/>
            </a:pPr>
            <a:r>
              <a:rPr lang="pt-BR" sz="1200" dirty="0">
                <a:solidFill>
                  <a:srgbClr val="77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Realizar ajuste no apontamento dos MS para não consumir dados do SFA.</a:t>
            </a:r>
            <a:endParaRPr lang="pt-BR" sz="1200" dirty="0"/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58B930FD-C96D-7384-3367-AC13CA12AFF9}"/>
              </a:ext>
            </a:extLst>
          </p:cNvPr>
          <p:cNvSpPr/>
          <p:nvPr/>
        </p:nvSpPr>
        <p:spPr>
          <a:xfrm>
            <a:off x="9692640" y="5864860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ABRIR CRONOGRAMA  &gt;</a:t>
            </a:r>
            <a:endParaRPr lang="en-US" sz="900"/>
          </a:p>
        </p:txBody>
      </p:sp>
      <p:sp>
        <p:nvSpPr>
          <p:cNvPr id="50" name="Text 37">
            <a:extLst>
              <a:ext uri="{FF2B5EF4-FFF2-40B4-BE49-F238E27FC236}">
                <a16:creationId xmlns:a16="http://schemas.microsoft.com/office/drawing/2014/main" id="{D15BE998-15E6-F785-1B2B-A64526CFD705}"/>
              </a:ext>
            </a:extLst>
          </p:cNvPr>
          <p:cNvSpPr/>
          <p:nvPr/>
        </p:nvSpPr>
        <p:spPr>
          <a:xfrm>
            <a:off x="4233672" y="4494272"/>
            <a:ext cx="6903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pt-BR" sz="900" noProof="0" dirty="0">
                <a:solidFill>
                  <a:srgbClr val="7429C6"/>
                </a:solidFill>
                <a:latin typeface="Vivo Type" panose="02000500000000020000" pitchFamily="50" charset="0"/>
                <a:cs typeface="Vivo Type" panose="02000500000000020000" pitchFamily="50" charset="0"/>
              </a:rPr>
              <a:t>*Após o </a:t>
            </a:r>
            <a:r>
              <a:rPr lang="pt-BR" sz="900" noProof="0">
                <a:solidFill>
                  <a:srgbClr val="7429C6"/>
                </a:solidFill>
                <a:latin typeface="Vivo Type" panose="02000500000000020000" pitchFamily="50" charset="0"/>
                <a:cs typeface="Vivo Type" panose="02000500000000020000" pitchFamily="50" charset="0"/>
              </a:rPr>
              <a:t>discovery</a:t>
            </a:r>
            <a:r>
              <a:rPr lang="pt-BR" sz="900" noProof="0" dirty="0">
                <a:solidFill>
                  <a:srgbClr val="7429C6"/>
                </a:solidFill>
                <a:latin typeface="Vivo Type" panose="02000500000000020000" pitchFamily="50" charset="0"/>
                <a:cs typeface="Vivo Type" panose="02000500000000020000" pitchFamily="50" charset="0"/>
              </a:rPr>
              <a:t> teremos o impacto real.</a:t>
            </a:r>
            <a:endParaRPr lang="pt-BR" sz="900" noProof="0" dirty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53" name="Shape 8">
            <a:extLst>
              <a:ext uri="{FF2B5EF4-FFF2-40B4-BE49-F238E27FC236}">
                <a16:creationId xmlns:a16="http://schemas.microsoft.com/office/drawing/2014/main" id="{76A6CFB1-C3CE-4759-FFD9-68CA87D03F74}"/>
              </a:ext>
            </a:extLst>
          </p:cNvPr>
          <p:cNvSpPr/>
          <p:nvPr/>
        </p:nvSpPr>
        <p:spPr>
          <a:xfrm>
            <a:off x="970280" y="1518920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DDF5F3"/>
          </a:solidFill>
          <a:ln w="12700">
            <a:solidFill>
              <a:srgbClr val="DDF5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4" name="Text 9">
            <a:extLst>
              <a:ext uri="{FF2B5EF4-FFF2-40B4-BE49-F238E27FC236}">
                <a16:creationId xmlns:a16="http://schemas.microsoft.com/office/drawing/2014/main" id="{5B2458E1-1694-2C8D-053B-82F3ABE826BB}"/>
              </a:ext>
            </a:extLst>
          </p:cNvPr>
          <p:cNvSpPr/>
          <p:nvPr/>
        </p:nvSpPr>
        <p:spPr>
          <a:xfrm>
            <a:off x="970280" y="151892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rgbClr val="008E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CONTEXTO</a:t>
            </a:r>
            <a:endParaRPr lang="en-US" sz="800"/>
          </a:p>
        </p:txBody>
      </p:sp>
      <p:pic>
        <p:nvPicPr>
          <p:cNvPr id="55" name="Imagem 54">
            <a:hlinkClick r:id="rId3" action="ppaction://hlinksldjump"/>
            <a:extLst>
              <a:ext uri="{FF2B5EF4-FFF2-40B4-BE49-F238E27FC236}">
                <a16:creationId xmlns:a16="http://schemas.microsoft.com/office/drawing/2014/main" id="{92FF699B-083F-92B2-1129-1FCB3D4818A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grayscl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379281" y="84440"/>
            <a:ext cx="529053" cy="232607"/>
          </a:xfrm>
          <a:prstGeom prst="rect">
            <a:avLst/>
          </a:prstGeom>
        </p:spPr>
      </p:pic>
      <p:sp>
        <p:nvSpPr>
          <p:cNvPr id="4" name="Text 37">
            <a:extLst>
              <a:ext uri="{FF2B5EF4-FFF2-40B4-BE49-F238E27FC236}">
                <a16:creationId xmlns:a16="http://schemas.microsoft.com/office/drawing/2014/main" id="{CDA09D50-9AB9-E262-F40B-ECB4A6EAE491}"/>
              </a:ext>
            </a:extLst>
          </p:cNvPr>
          <p:cNvSpPr/>
          <p:nvPr/>
        </p:nvSpPr>
        <p:spPr>
          <a:xfrm>
            <a:off x="4233672" y="579577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>
                <a:solidFill>
                  <a:srgbClr val="246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RESULTADOS ESPERADOS</a:t>
            </a:r>
            <a:endParaRPr lang="en-US" sz="850"/>
          </a:p>
        </p:txBody>
      </p:sp>
      <p:sp>
        <p:nvSpPr>
          <p:cNvPr id="9" name="Shape 38">
            <a:extLst>
              <a:ext uri="{FF2B5EF4-FFF2-40B4-BE49-F238E27FC236}">
                <a16:creationId xmlns:a16="http://schemas.microsoft.com/office/drawing/2014/main" id="{C7CA6BE3-A609-A238-2FBA-60187974B13D}"/>
              </a:ext>
            </a:extLst>
          </p:cNvPr>
          <p:cNvSpPr/>
          <p:nvPr/>
        </p:nvSpPr>
        <p:spPr>
          <a:xfrm>
            <a:off x="4233672" y="6070092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5EEFF"/>
          </a:solidFill>
          <a:ln w="12700">
            <a:solidFill>
              <a:srgbClr val="E5EE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39">
            <a:extLst>
              <a:ext uri="{FF2B5EF4-FFF2-40B4-BE49-F238E27FC236}">
                <a16:creationId xmlns:a16="http://schemas.microsoft.com/office/drawing/2014/main" id="{E9778264-0F25-46BB-A9DE-C775695293D5}"/>
              </a:ext>
            </a:extLst>
          </p:cNvPr>
          <p:cNvSpPr/>
          <p:nvPr/>
        </p:nvSpPr>
        <p:spPr>
          <a:xfrm>
            <a:off x="4233672" y="607009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rgbClr val="246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Experiencia fluida</a:t>
            </a:r>
            <a:endParaRPr lang="en-US" sz="800"/>
          </a:p>
        </p:txBody>
      </p:sp>
      <p:sp>
        <p:nvSpPr>
          <p:cNvPr id="24" name="Shape 40">
            <a:extLst>
              <a:ext uri="{FF2B5EF4-FFF2-40B4-BE49-F238E27FC236}">
                <a16:creationId xmlns:a16="http://schemas.microsoft.com/office/drawing/2014/main" id="{85C32537-34D6-43B4-4DCA-8BD51A0D7B04}"/>
              </a:ext>
            </a:extLst>
          </p:cNvPr>
          <p:cNvSpPr/>
          <p:nvPr/>
        </p:nvSpPr>
        <p:spPr>
          <a:xfrm>
            <a:off x="6016752" y="6070092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5EEFF"/>
          </a:solidFill>
          <a:ln w="12700">
            <a:solidFill>
              <a:srgbClr val="E5EE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41">
            <a:extLst>
              <a:ext uri="{FF2B5EF4-FFF2-40B4-BE49-F238E27FC236}">
                <a16:creationId xmlns:a16="http://schemas.microsoft.com/office/drawing/2014/main" id="{7CC310CD-31FD-4812-A80D-E8161BECAA81}"/>
              </a:ext>
            </a:extLst>
          </p:cNvPr>
          <p:cNvSpPr/>
          <p:nvPr/>
        </p:nvSpPr>
        <p:spPr>
          <a:xfrm>
            <a:off x="6016752" y="607009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rgbClr val="246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Dados confiaveis</a:t>
            </a:r>
            <a:endParaRPr lang="en-US" sz="800"/>
          </a:p>
        </p:txBody>
      </p:sp>
      <p:sp>
        <p:nvSpPr>
          <p:cNvPr id="26" name="Shape 42">
            <a:extLst>
              <a:ext uri="{FF2B5EF4-FFF2-40B4-BE49-F238E27FC236}">
                <a16:creationId xmlns:a16="http://schemas.microsoft.com/office/drawing/2014/main" id="{05684D23-21CB-1B41-1172-76BE894A49B6}"/>
              </a:ext>
            </a:extLst>
          </p:cNvPr>
          <p:cNvSpPr/>
          <p:nvPr/>
        </p:nvSpPr>
        <p:spPr>
          <a:xfrm>
            <a:off x="7799832" y="6070092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5EEFF"/>
          </a:solidFill>
          <a:ln w="12700">
            <a:solidFill>
              <a:srgbClr val="E5EE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43">
            <a:extLst>
              <a:ext uri="{FF2B5EF4-FFF2-40B4-BE49-F238E27FC236}">
                <a16:creationId xmlns:a16="http://schemas.microsoft.com/office/drawing/2014/main" id="{35D0491B-200A-26DC-6856-7521F50D5531}"/>
              </a:ext>
            </a:extLst>
          </p:cNvPr>
          <p:cNvSpPr/>
          <p:nvPr/>
        </p:nvSpPr>
        <p:spPr>
          <a:xfrm>
            <a:off x="7799832" y="607009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rgbClr val="246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Escalabilidade</a:t>
            </a:r>
            <a:endParaRPr lang="en-US" sz="800"/>
          </a:p>
        </p:txBody>
      </p:sp>
      <p:sp>
        <p:nvSpPr>
          <p:cNvPr id="28" name="Shape 44">
            <a:hlinkClick r:id="rId6" action="ppaction://hlinksldjump"/>
            <a:extLst>
              <a:ext uri="{FF2B5EF4-FFF2-40B4-BE49-F238E27FC236}">
                <a16:creationId xmlns:a16="http://schemas.microsoft.com/office/drawing/2014/main" id="{ACB273A5-CF40-7301-7A27-540281E4B0FF}"/>
              </a:ext>
            </a:extLst>
          </p:cNvPr>
          <p:cNvSpPr/>
          <p:nvPr/>
        </p:nvSpPr>
        <p:spPr>
          <a:xfrm>
            <a:off x="9525802" y="4836152"/>
            <a:ext cx="1920240" cy="291600"/>
          </a:xfrm>
          <a:prstGeom prst="roundRect">
            <a:avLst>
              <a:gd name="adj" fmla="val 39474"/>
            </a:avLst>
          </a:prstGeom>
          <a:solidFill>
            <a:srgbClr val="246BFD"/>
          </a:solidFill>
          <a:ln w="12700">
            <a:solidFill>
              <a:srgbClr val="246BFD"/>
            </a:solidFill>
            <a:prstDash val="solid"/>
          </a:ln>
        </p:spPr>
        <p:txBody>
          <a:bodyPr/>
          <a:lstStyle/>
          <a:p>
            <a:pPr algn="ctr"/>
            <a:r>
              <a:rPr lang="pt-BR" sz="900" b="1">
                <a:solidFill>
                  <a:schemeClr val="bg1"/>
                </a:solidFill>
                <a:latin typeface="Vivo Type" panose="02000500000000020000" pitchFamily="50" charset="0"/>
                <a:cs typeface="Vivo Type" panose="02000500000000020000" pitchFamily="50" charset="0"/>
              </a:rPr>
              <a:t>CRONOGRAMA DETALHADO &gt;</a:t>
            </a:r>
          </a:p>
        </p:txBody>
      </p:sp>
      <p:sp>
        <p:nvSpPr>
          <p:cNvPr id="31" name="Shape 8">
            <a:extLst>
              <a:ext uri="{FF2B5EF4-FFF2-40B4-BE49-F238E27FC236}">
                <a16:creationId xmlns:a16="http://schemas.microsoft.com/office/drawing/2014/main" id="{964E3D71-8FB6-54D2-68B6-27CE9A4062B0}"/>
              </a:ext>
            </a:extLst>
          </p:cNvPr>
          <p:cNvSpPr/>
          <p:nvPr/>
        </p:nvSpPr>
        <p:spPr>
          <a:xfrm>
            <a:off x="960882" y="1514856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E5EEFF"/>
          </a:solidFill>
          <a:ln w="12700">
            <a:solidFill>
              <a:srgbClr val="E5EE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9">
            <a:extLst>
              <a:ext uri="{FF2B5EF4-FFF2-40B4-BE49-F238E27FC236}">
                <a16:creationId xmlns:a16="http://schemas.microsoft.com/office/drawing/2014/main" id="{D6B0BDCB-D368-0F32-E1CF-62035F250711}"/>
              </a:ext>
            </a:extLst>
          </p:cNvPr>
          <p:cNvSpPr/>
          <p:nvPr/>
        </p:nvSpPr>
        <p:spPr>
          <a:xfrm>
            <a:off x="960882" y="151485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rgbClr val="246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CONTEXTO</a:t>
            </a:r>
            <a:endParaRPr lang="en-US" sz="800"/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1D04923E-CE50-2246-7C17-B64EFF568093}"/>
              </a:ext>
            </a:extLst>
          </p:cNvPr>
          <p:cNvSpPr/>
          <p:nvPr/>
        </p:nvSpPr>
        <p:spPr>
          <a:xfrm>
            <a:off x="0" y="6512560"/>
            <a:ext cx="7891272" cy="3545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pt-BR" err="1"/>
          </a:p>
        </p:txBody>
      </p:sp>
      <p:sp>
        <p:nvSpPr>
          <p:cNvPr id="41" name="Shape 4">
            <a:hlinkClick r:id="rId7" action="ppaction://hlinksldjump"/>
            <a:extLst>
              <a:ext uri="{FF2B5EF4-FFF2-40B4-BE49-F238E27FC236}">
                <a16:creationId xmlns:a16="http://schemas.microsoft.com/office/drawing/2014/main" id="{5714CA4F-D958-32F7-8B5E-929BA9F43BFD}"/>
              </a:ext>
            </a:extLst>
          </p:cNvPr>
          <p:cNvSpPr/>
          <p:nvPr/>
        </p:nvSpPr>
        <p:spPr>
          <a:xfrm>
            <a:off x="9802368" y="658368"/>
            <a:ext cx="1965960" cy="365760"/>
          </a:xfrm>
          <a:prstGeom prst="roundRect">
            <a:avLst>
              <a:gd name="adj" fmla="val 40000"/>
            </a:avLst>
          </a:prstGeom>
          <a:solidFill>
            <a:srgbClr val="26253E"/>
          </a:solidFill>
          <a:ln w="12700">
            <a:solidFill>
              <a:srgbClr val="26253E"/>
            </a:solidFill>
            <a:prstDash val="solid"/>
          </a:ln>
        </p:spPr>
        <p:txBody>
          <a:bodyPr/>
          <a:lstStyle/>
          <a:p>
            <a:pPr algn="ctr"/>
            <a:r>
              <a:rPr lang="pt-BR" sz="900" b="1">
                <a:solidFill>
                  <a:schemeClr val="bg1"/>
                </a:solidFill>
                <a:latin typeface="Vivo Type" panose="02000500000000020000" pitchFamily="50" charset="0"/>
                <a:cs typeface="Vivo Type" panose="02000500000000020000" pitchFamily="50" charset="0"/>
              </a:rPr>
              <a:t>&lt; VISÃO EXECUTIVA</a:t>
            </a:r>
          </a:p>
        </p:txBody>
      </p:sp>
      <p:sp>
        <p:nvSpPr>
          <p:cNvPr id="42" name="Shape 45">
            <a:hlinkClick r:id="rId8" action="ppaction://hlinksldjump"/>
            <a:extLst>
              <a:ext uri="{FF2B5EF4-FFF2-40B4-BE49-F238E27FC236}">
                <a16:creationId xmlns:a16="http://schemas.microsoft.com/office/drawing/2014/main" id="{A710E83B-6319-685C-0FA6-E4D65A946299}"/>
              </a:ext>
            </a:extLst>
          </p:cNvPr>
          <p:cNvSpPr/>
          <p:nvPr/>
        </p:nvSpPr>
        <p:spPr>
          <a:xfrm>
            <a:off x="9525802" y="6053832"/>
            <a:ext cx="1920240" cy="291600"/>
          </a:xfrm>
          <a:prstGeom prst="roundRect">
            <a:avLst>
              <a:gd name="adj" fmla="val 39535"/>
            </a:avLst>
          </a:prstGeom>
          <a:solidFill>
            <a:srgbClr val="246BFD"/>
          </a:solidFill>
          <a:ln w="12700">
            <a:solidFill>
              <a:srgbClr val="246BFD"/>
            </a:solidFill>
            <a:prstDash val="solid"/>
          </a:ln>
        </p:spPr>
        <p:txBody>
          <a:bodyPr/>
          <a:lstStyle/>
          <a:p>
            <a:pPr algn="ctr"/>
            <a:r>
              <a:rPr lang="pt-BR" sz="900" b="1">
                <a:solidFill>
                  <a:schemeClr val="bg1"/>
                </a:solidFill>
                <a:latin typeface="Vivo Type" panose="02000500000000020000" pitchFamily="50" charset="0"/>
                <a:cs typeface="Vivo Type" panose="02000500000000020000" pitchFamily="50" charset="0"/>
              </a:rPr>
              <a:t>ABRIR CRONOGRAMA &gt;</a:t>
            </a:r>
          </a:p>
        </p:txBody>
      </p:sp>
    </p:spTree>
    <p:extLst>
      <p:ext uri="{BB962C8B-B14F-4D97-AF65-F5344CB8AC3E}">
        <p14:creationId xmlns:p14="http://schemas.microsoft.com/office/powerpoint/2010/main" val="3531417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6F2DBD"/>
          </a:solidFill>
          <a:ln w="12700">
            <a:solidFill>
              <a:srgbClr val="6F2DBD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6492240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>
                <a:solidFill>
                  <a:srgbClr val="8A8A98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MASTER DE CLIENTES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7" name="Shape 5">
            <a:hlinkClick r:id="rId3" action="ppaction://hlinksldjump"/>
          </p:cNvPr>
          <p:cNvSpPr/>
          <p:nvPr/>
        </p:nvSpPr>
        <p:spPr>
          <a:xfrm>
            <a:off x="9646920" y="815340"/>
            <a:ext cx="1965960" cy="347472"/>
          </a:xfrm>
          <a:prstGeom prst="roundRect">
            <a:avLst>
              <a:gd name="adj" fmla="val 39474"/>
            </a:avLst>
          </a:prstGeom>
          <a:solidFill>
            <a:srgbClr val="24233A"/>
          </a:solidFill>
          <a:ln w="12700">
            <a:solidFill>
              <a:srgbClr val="24233A"/>
            </a:solidFill>
            <a:prstDash val="solid"/>
          </a:ln>
        </p:spPr>
        <p:txBody>
          <a:bodyPr/>
          <a:lstStyle/>
          <a:p>
            <a:pPr algn="ctr"/>
            <a:r>
              <a:rPr lang="pt-BR" sz="900" b="1">
                <a:solidFill>
                  <a:schemeClr val="bg1"/>
                </a:solidFill>
                <a:latin typeface="Vivo Type" panose="02000500000000020000" pitchFamily="50" charset="0"/>
                <a:cs typeface="Vivo Type" panose="02000500000000020000" pitchFamily="50" charset="0"/>
              </a:rPr>
              <a:t>&lt; DETALHAMENTO</a:t>
            </a:r>
          </a:p>
        </p:txBody>
      </p:sp>
      <p:sp>
        <p:nvSpPr>
          <p:cNvPr id="13" name="Shape 11"/>
          <p:cNvSpPr/>
          <p:nvPr/>
        </p:nvSpPr>
        <p:spPr>
          <a:xfrm>
            <a:off x="804672" y="2208928"/>
            <a:ext cx="10698480" cy="9144"/>
          </a:xfrm>
          <a:prstGeom prst="line">
            <a:avLst/>
          </a:prstGeom>
          <a:noFill/>
          <a:ln w="25400">
            <a:solidFill>
              <a:srgbClr val="D5D3DE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32688" y="2053480"/>
            <a:ext cx="310896" cy="310896"/>
          </a:xfrm>
          <a:prstGeom prst="ellipse">
            <a:avLst/>
          </a:prstGeom>
          <a:solidFill>
            <a:srgbClr val="246BFD"/>
          </a:solidFill>
          <a:ln w="25400">
            <a:solidFill>
              <a:srgbClr val="246BFD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30352" y="1815736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rgbClr val="246BFD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01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30352" y="2464960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Discovery</a:t>
            </a:r>
            <a:endParaRPr lang="en-US" sz="9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30352" y="3105040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noProof="0" dirty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Inicio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17/08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30352" y="3580528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Fim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04/09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49224" y="4110880"/>
            <a:ext cx="877824" cy="274320"/>
          </a:xfrm>
          <a:prstGeom prst="roundRect">
            <a:avLst>
              <a:gd name="adj" fmla="val 50000"/>
            </a:avLst>
          </a:prstGeom>
          <a:solidFill>
            <a:srgbClr val="E5EEFF"/>
          </a:solidFill>
          <a:ln w="12700">
            <a:solidFill>
              <a:srgbClr val="E5EEFF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49224" y="4110880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rgbClr val="246BFD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EM ANDAMENTO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677924" y="1815736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chemeClr val="bg1">
                    <a:lumMod val="65000"/>
                  </a:schemeClr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02</a:t>
            </a:r>
            <a:endParaRPr lang="en-US" sz="800">
              <a:solidFill>
                <a:schemeClr val="bg1">
                  <a:lumMod val="65000"/>
                </a:schemeClr>
              </a:solidFill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677924" y="2464960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Modelo de dados</a:t>
            </a:r>
            <a:endParaRPr lang="en-US" sz="9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677924" y="3105040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noProof="0" dirty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Inicio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08/09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677924" y="3580528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Fim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22/09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2825496" y="1815736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chemeClr val="bg1">
                    <a:lumMod val="65000"/>
                  </a:schemeClr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03</a:t>
            </a:r>
            <a:endParaRPr lang="en-US" sz="800">
              <a:solidFill>
                <a:schemeClr val="bg1">
                  <a:lumMod val="65000"/>
                </a:schemeClr>
              </a:solidFill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2825496" y="2464960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Requisitos funcionais</a:t>
            </a:r>
            <a:endParaRPr lang="en-US" sz="9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2825496" y="3105040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noProof="0" dirty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Inicio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23/09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2825496" y="3580528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Fim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22/10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4375404" y="2053480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7C5D1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3973068" y="1815736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rgbClr val="A8A8B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04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3973068" y="2464960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DAS</a:t>
            </a:r>
            <a:endParaRPr lang="en-US" sz="9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3973068" y="3105040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noProof="0" dirty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Inicio</a:t>
            </a:r>
            <a:endParaRPr lang="pt-BR" sz="800" noProof="0" dirty="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23/10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3973068" y="3580528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Fim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09/11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5522976" y="2053480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7C5D1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5120640" y="1815736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rgbClr val="A8A8B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05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5120640" y="2464960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Sprint 0</a:t>
            </a:r>
            <a:endParaRPr lang="en-US" sz="9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5120640" y="3105040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noProof="0" dirty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Inicio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10/11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5120640" y="3580528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Fim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09/12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6670548" y="2053480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7C5D1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6268212" y="1815736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rgbClr val="A8A8B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06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6268212" y="2464960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Refinamento tecnico</a:t>
            </a:r>
            <a:endParaRPr lang="en-US" sz="9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6268212" y="3105040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noProof="0" dirty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Inicio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10/12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6268212" y="3580528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Fim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30/12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7818120" y="2053480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7C5D1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7415784" y="1815736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rgbClr val="A8A8B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07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7415784" y="2464960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Estimativa</a:t>
            </a:r>
            <a:endParaRPr lang="en-US" sz="9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7415784" y="3105040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noProof="0" dirty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Inicio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04/01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7415784" y="3580528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Fim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03/02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8965692" y="2053480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7C5D1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8563356" y="1815736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rgbClr val="A8A8B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08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8563356" y="2464960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Desenvolvimento</a:t>
            </a:r>
            <a:endParaRPr lang="en-US" sz="9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8563356" y="3105040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noProof="0" dirty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Inicio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04/02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8563356" y="3580528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Fim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02/04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70" name="Shape 68"/>
          <p:cNvSpPr/>
          <p:nvPr/>
        </p:nvSpPr>
        <p:spPr>
          <a:xfrm>
            <a:off x="10113264" y="2053480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7C5D1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71" name="Text 69"/>
          <p:cNvSpPr/>
          <p:nvPr/>
        </p:nvSpPr>
        <p:spPr>
          <a:xfrm>
            <a:off x="9710928" y="1815736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rgbClr val="A8A8B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09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72" name="Text 70"/>
          <p:cNvSpPr/>
          <p:nvPr/>
        </p:nvSpPr>
        <p:spPr>
          <a:xfrm>
            <a:off x="9710928" y="2464960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QA</a:t>
            </a:r>
            <a:endParaRPr lang="en-US" sz="9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73" name="Text 71"/>
          <p:cNvSpPr/>
          <p:nvPr/>
        </p:nvSpPr>
        <p:spPr>
          <a:xfrm>
            <a:off x="9710928" y="3105040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noProof="0" dirty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Inicio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05/04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74" name="Text 72"/>
          <p:cNvSpPr/>
          <p:nvPr/>
        </p:nvSpPr>
        <p:spPr>
          <a:xfrm>
            <a:off x="9710928" y="3580528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Fim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26/04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77" name="Shape 75"/>
          <p:cNvSpPr/>
          <p:nvPr/>
        </p:nvSpPr>
        <p:spPr>
          <a:xfrm>
            <a:off x="11260836" y="2053480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7C5D1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78" name="Text 76"/>
          <p:cNvSpPr/>
          <p:nvPr/>
        </p:nvSpPr>
        <p:spPr>
          <a:xfrm>
            <a:off x="10858500" y="1815736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rgbClr val="A8A8B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10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79" name="Text 77"/>
          <p:cNvSpPr/>
          <p:nvPr/>
        </p:nvSpPr>
        <p:spPr>
          <a:xfrm>
            <a:off x="10858500" y="2464960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Prod</a:t>
            </a:r>
            <a:endParaRPr lang="en-US" sz="9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80" name="Text 78"/>
          <p:cNvSpPr/>
          <p:nvPr/>
        </p:nvSpPr>
        <p:spPr>
          <a:xfrm>
            <a:off x="10858500" y="3105040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Fim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Mai</a:t>
            </a: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/27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84" name="Shape 82"/>
          <p:cNvSpPr/>
          <p:nvPr/>
        </p:nvSpPr>
        <p:spPr>
          <a:xfrm>
            <a:off x="594360" y="4833256"/>
            <a:ext cx="338328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E4E2EC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85" name="Text 83"/>
          <p:cNvSpPr/>
          <p:nvPr/>
        </p:nvSpPr>
        <p:spPr>
          <a:xfrm>
            <a:off x="758952" y="495212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>
                <a:solidFill>
                  <a:srgbClr val="246BFD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MARCO ATUAL</a:t>
            </a:r>
            <a:endParaRPr lang="en-US" sz="85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86" name="Text 84"/>
          <p:cNvSpPr/>
          <p:nvPr/>
        </p:nvSpPr>
        <p:spPr>
          <a:xfrm>
            <a:off x="758952" y="51715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Discovery / planejamento inicial</a:t>
            </a:r>
            <a:endParaRPr lang="en-US" sz="95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87" name="Shape 85"/>
          <p:cNvSpPr/>
          <p:nvPr/>
        </p:nvSpPr>
        <p:spPr>
          <a:xfrm>
            <a:off x="4434840" y="4833256"/>
            <a:ext cx="338328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E4E2EC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88" name="Text 86"/>
          <p:cNvSpPr/>
          <p:nvPr/>
        </p:nvSpPr>
        <p:spPr>
          <a:xfrm>
            <a:off x="4599432" y="495212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>
                <a:solidFill>
                  <a:srgbClr val="246BFD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PROXIMO PASSO</a:t>
            </a:r>
            <a:endParaRPr lang="en-US" sz="85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89" name="Text 87"/>
          <p:cNvSpPr/>
          <p:nvPr/>
        </p:nvSpPr>
        <p:spPr>
          <a:xfrm>
            <a:off x="4599432" y="51715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Definir datas e responsaveis</a:t>
            </a:r>
            <a:endParaRPr lang="en-US" sz="95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90" name="Shape 88"/>
          <p:cNvSpPr/>
          <p:nvPr/>
        </p:nvSpPr>
        <p:spPr>
          <a:xfrm>
            <a:off x="8275320" y="4833256"/>
            <a:ext cx="338328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E4E2EC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91" name="Text 89"/>
          <p:cNvSpPr/>
          <p:nvPr/>
        </p:nvSpPr>
        <p:spPr>
          <a:xfrm>
            <a:off x="8439912" y="495212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>
                <a:solidFill>
                  <a:srgbClr val="246BFD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DEPENDENCIAS</a:t>
            </a:r>
            <a:endParaRPr lang="en-US" sz="85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92" name="Text 90"/>
          <p:cNvSpPr/>
          <p:nvPr/>
        </p:nvSpPr>
        <p:spPr>
          <a:xfrm>
            <a:off x="8439912" y="51715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Times e insumos a confirmar</a:t>
            </a:r>
            <a:endParaRPr lang="en-US" sz="95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97" name="Shape 0">
            <a:extLst>
              <a:ext uri="{FF2B5EF4-FFF2-40B4-BE49-F238E27FC236}">
                <a16:creationId xmlns:a16="http://schemas.microsoft.com/office/drawing/2014/main" id="{1F08203F-4AEA-8669-B82F-F8621F310D9A}"/>
              </a:ext>
            </a:extLst>
          </p:cNvPr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6F2DBD"/>
          </a:solidFill>
          <a:ln w="12700">
            <a:solidFill>
              <a:srgbClr val="6F2DBD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98" name="Retângulo 97">
            <a:extLst>
              <a:ext uri="{FF2B5EF4-FFF2-40B4-BE49-F238E27FC236}">
                <a16:creationId xmlns:a16="http://schemas.microsoft.com/office/drawing/2014/main" id="{571F220B-B8F6-17FB-5D5B-0FAA44A84F42}"/>
              </a:ext>
            </a:extLst>
          </p:cNvPr>
          <p:cNvSpPr/>
          <p:nvPr/>
        </p:nvSpPr>
        <p:spPr>
          <a:xfrm>
            <a:off x="0" y="-2722"/>
            <a:ext cx="12192000" cy="433926"/>
          </a:xfrm>
          <a:prstGeom prst="rect">
            <a:avLst/>
          </a:prstGeom>
          <a:gradFill>
            <a:gsLst>
              <a:gs pos="0">
                <a:srgbClr val="5D007B">
                  <a:alpha val="100000"/>
                </a:srgbClr>
              </a:gs>
              <a:gs pos="100000">
                <a:srgbClr val="380054">
                  <a:alpha val="10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ivo Type" panose="02000500000000020000" pitchFamily="50" charset="0"/>
              <a:cs typeface="Vivo Type" panose="02000500000000020000" pitchFamily="50" charset="0"/>
              <a:sym typeface="Arial"/>
            </a:endParaRPr>
          </a:p>
        </p:txBody>
      </p:sp>
      <p:sp>
        <p:nvSpPr>
          <p:cNvPr id="99" name="Google Shape;351;p52">
            <a:extLst>
              <a:ext uri="{FF2B5EF4-FFF2-40B4-BE49-F238E27FC236}">
                <a16:creationId xmlns:a16="http://schemas.microsoft.com/office/drawing/2014/main" id="{289A8F2D-5D19-034C-260F-E5EB86C92DCF}"/>
              </a:ext>
            </a:extLst>
          </p:cNvPr>
          <p:cNvSpPr/>
          <p:nvPr/>
        </p:nvSpPr>
        <p:spPr>
          <a:xfrm>
            <a:off x="-1" y="-58731"/>
            <a:ext cx="8357420" cy="521906"/>
          </a:xfrm>
          <a:prstGeom prst="rect">
            <a:avLst/>
          </a:prstGeom>
        </p:spPr>
        <p:txBody>
          <a:bodyPr vert="horz" lIns="121954" tIns="60977" rIns="121954" bIns="60977" rtlCol="0" anchor="ctr">
            <a:norm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1371600">
              <a:lnSpc>
                <a:spcPct val="90000"/>
              </a:lnSpc>
              <a:spcBef>
                <a:spcPct val="0"/>
              </a:spcBef>
              <a:buClr>
                <a:srgbClr val="000000"/>
              </a:buClr>
              <a:defRPr/>
            </a:pPr>
            <a:r>
              <a:rPr lang="pt-BR" b="1">
                <a:solidFill>
                  <a:prstClr val="white"/>
                </a:solidFill>
                <a:latin typeface="Vivo Type" panose="02000500000000020000" pitchFamily="50" charset="0"/>
                <a:cs typeface="Vivo Type" panose="02000500000000020000" pitchFamily="50" charset="0"/>
                <a:sym typeface="Arial"/>
              </a:rPr>
              <a:t>CRONOGRAMA DETALHADO – VIVO+</a:t>
            </a:r>
          </a:p>
        </p:txBody>
      </p:sp>
      <p:pic>
        <p:nvPicPr>
          <p:cNvPr id="100" name="Imagem 99">
            <a:hlinkClick r:id="rId4" action="ppaction://hlinksldjump"/>
            <a:extLst>
              <a:ext uri="{FF2B5EF4-FFF2-40B4-BE49-F238E27FC236}">
                <a16:creationId xmlns:a16="http://schemas.microsoft.com/office/drawing/2014/main" id="{53AAF54C-1BCF-661F-4128-657588955540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grayscl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379281" y="84440"/>
            <a:ext cx="529053" cy="232607"/>
          </a:xfrm>
          <a:prstGeom prst="rect">
            <a:avLst/>
          </a:prstGeom>
        </p:spPr>
      </p:pic>
      <p:sp>
        <p:nvSpPr>
          <p:cNvPr id="3" name="Shape 33">
            <a:extLst>
              <a:ext uri="{FF2B5EF4-FFF2-40B4-BE49-F238E27FC236}">
                <a16:creationId xmlns:a16="http://schemas.microsoft.com/office/drawing/2014/main" id="{A902ED45-1D9C-A108-739D-3E09B9C07BB8}"/>
              </a:ext>
            </a:extLst>
          </p:cNvPr>
          <p:cNvSpPr/>
          <p:nvPr/>
        </p:nvSpPr>
        <p:spPr>
          <a:xfrm>
            <a:off x="2080260" y="2053480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7C5D1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4" name="Shape 33">
            <a:extLst>
              <a:ext uri="{FF2B5EF4-FFF2-40B4-BE49-F238E27FC236}">
                <a16:creationId xmlns:a16="http://schemas.microsoft.com/office/drawing/2014/main" id="{B2CBBEAB-066F-E7B2-07A4-79A1B2354947}"/>
              </a:ext>
            </a:extLst>
          </p:cNvPr>
          <p:cNvSpPr/>
          <p:nvPr/>
        </p:nvSpPr>
        <p:spPr>
          <a:xfrm>
            <a:off x="3227832" y="2053480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7C5D1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5" name="Shape 24">
            <a:extLst>
              <a:ext uri="{FF2B5EF4-FFF2-40B4-BE49-F238E27FC236}">
                <a16:creationId xmlns:a16="http://schemas.microsoft.com/office/drawing/2014/main" id="{11696689-52CF-C81F-C966-76B83B895834}"/>
              </a:ext>
            </a:extLst>
          </p:cNvPr>
          <p:cNvSpPr/>
          <p:nvPr/>
        </p:nvSpPr>
        <p:spPr>
          <a:xfrm>
            <a:off x="1796796" y="4159504"/>
            <a:ext cx="877824" cy="274320"/>
          </a:xfrm>
          <a:prstGeom prst="roundRect">
            <a:avLst>
              <a:gd name="adj" fmla="val 50000"/>
            </a:avLst>
          </a:prstGeom>
          <a:solidFill>
            <a:srgbClr val="F0EFF4"/>
          </a:solidFill>
          <a:ln w="12700">
            <a:solidFill>
              <a:srgbClr val="F0EFF4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8" name="Text 25">
            <a:extLst>
              <a:ext uri="{FF2B5EF4-FFF2-40B4-BE49-F238E27FC236}">
                <a16:creationId xmlns:a16="http://schemas.microsoft.com/office/drawing/2014/main" id="{425038E3-D306-73D0-52F8-3E2B7248A643}"/>
              </a:ext>
            </a:extLst>
          </p:cNvPr>
          <p:cNvSpPr/>
          <p:nvPr/>
        </p:nvSpPr>
        <p:spPr>
          <a:xfrm>
            <a:off x="1796796" y="4159504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b="1" noProof="0">
                <a:solidFill>
                  <a:srgbClr val="A8A8B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A INICIAR</a:t>
            </a:r>
            <a:endParaRPr lang="pt-BR" sz="800" noProof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9" name="Shape 31">
            <a:extLst>
              <a:ext uri="{FF2B5EF4-FFF2-40B4-BE49-F238E27FC236}">
                <a16:creationId xmlns:a16="http://schemas.microsoft.com/office/drawing/2014/main" id="{47E532EE-BA65-3C85-1B51-9539C922724F}"/>
              </a:ext>
            </a:extLst>
          </p:cNvPr>
          <p:cNvSpPr/>
          <p:nvPr/>
        </p:nvSpPr>
        <p:spPr>
          <a:xfrm>
            <a:off x="2944368" y="4159504"/>
            <a:ext cx="877824" cy="274320"/>
          </a:xfrm>
          <a:prstGeom prst="roundRect">
            <a:avLst>
              <a:gd name="adj" fmla="val 50000"/>
            </a:avLst>
          </a:prstGeom>
          <a:solidFill>
            <a:srgbClr val="F0EFF4"/>
          </a:solidFill>
          <a:ln w="12700">
            <a:solidFill>
              <a:srgbClr val="F0EFF4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0" name="Text 32">
            <a:extLst>
              <a:ext uri="{FF2B5EF4-FFF2-40B4-BE49-F238E27FC236}">
                <a16:creationId xmlns:a16="http://schemas.microsoft.com/office/drawing/2014/main" id="{20310C57-6284-34E3-FD8D-548084003C35}"/>
              </a:ext>
            </a:extLst>
          </p:cNvPr>
          <p:cNvSpPr/>
          <p:nvPr/>
        </p:nvSpPr>
        <p:spPr>
          <a:xfrm>
            <a:off x="2944368" y="4159504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b="1" noProof="0" dirty="0">
                <a:solidFill>
                  <a:srgbClr val="A8A8B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A INICIAR</a:t>
            </a:r>
            <a:endParaRPr lang="pt-BR" sz="800" noProof="0" dirty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1" name="Shape 38">
            <a:extLst>
              <a:ext uri="{FF2B5EF4-FFF2-40B4-BE49-F238E27FC236}">
                <a16:creationId xmlns:a16="http://schemas.microsoft.com/office/drawing/2014/main" id="{DD60988D-9714-2F62-15AE-F0DE738372E1}"/>
              </a:ext>
            </a:extLst>
          </p:cNvPr>
          <p:cNvSpPr/>
          <p:nvPr/>
        </p:nvSpPr>
        <p:spPr>
          <a:xfrm>
            <a:off x="4091940" y="4159504"/>
            <a:ext cx="877824" cy="274320"/>
          </a:xfrm>
          <a:prstGeom prst="roundRect">
            <a:avLst>
              <a:gd name="adj" fmla="val 50000"/>
            </a:avLst>
          </a:prstGeom>
          <a:solidFill>
            <a:srgbClr val="F0EFF4"/>
          </a:solidFill>
          <a:ln w="12700">
            <a:solidFill>
              <a:srgbClr val="F0EFF4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2" name="Text 39">
            <a:extLst>
              <a:ext uri="{FF2B5EF4-FFF2-40B4-BE49-F238E27FC236}">
                <a16:creationId xmlns:a16="http://schemas.microsoft.com/office/drawing/2014/main" id="{26CDFB52-1B59-6018-37F2-EF904498FC4F}"/>
              </a:ext>
            </a:extLst>
          </p:cNvPr>
          <p:cNvSpPr/>
          <p:nvPr/>
        </p:nvSpPr>
        <p:spPr>
          <a:xfrm>
            <a:off x="4091940" y="4159504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b="1" noProof="0" dirty="0">
                <a:solidFill>
                  <a:srgbClr val="A8A8B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A INICIAR</a:t>
            </a:r>
            <a:endParaRPr lang="pt-BR" sz="800" noProof="0" dirty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93" name="Shape 45">
            <a:extLst>
              <a:ext uri="{FF2B5EF4-FFF2-40B4-BE49-F238E27FC236}">
                <a16:creationId xmlns:a16="http://schemas.microsoft.com/office/drawing/2014/main" id="{A09BB222-DA45-4A73-6C0D-9305C919C7E7}"/>
              </a:ext>
            </a:extLst>
          </p:cNvPr>
          <p:cNvSpPr/>
          <p:nvPr/>
        </p:nvSpPr>
        <p:spPr>
          <a:xfrm>
            <a:off x="5239512" y="4159504"/>
            <a:ext cx="877824" cy="274320"/>
          </a:xfrm>
          <a:prstGeom prst="roundRect">
            <a:avLst>
              <a:gd name="adj" fmla="val 50000"/>
            </a:avLst>
          </a:prstGeom>
          <a:solidFill>
            <a:srgbClr val="F0EFF4"/>
          </a:solidFill>
          <a:ln w="12700">
            <a:solidFill>
              <a:srgbClr val="F0EFF4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94" name="Text 46">
            <a:extLst>
              <a:ext uri="{FF2B5EF4-FFF2-40B4-BE49-F238E27FC236}">
                <a16:creationId xmlns:a16="http://schemas.microsoft.com/office/drawing/2014/main" id="{728FED16-8645-5D57-0F80-10CEAE8DCD73}"/>
              </a:ext>
            </a:extLst>
          </p:cNvPr>
          <p:cNvSpPr/>
          <p:nvPr/>
        </p:nvSpPr>
        <p:spPr>
          <a:xfrm>
            <a:off x="5239512" y="4159504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b="1" noProof="0" dirty="0">
                <a:solidFill>
                  <a:srgbClr val="A8A8B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A INICIAR</a:t>
            </a:r>
            <a:endParaRPr lang="pt-BR" sz="800" noProof="0" dirty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95" name="Shape 52">
            <a:extLst>
              <a:ext uri="{FF2B5EF4-FFF2-40B4-BE49-F238E27FC236}">
                <a16:creationId xmlns:a16="http://schemas.microsoft.com/office/drawing/2014/main" id="{A32A6E04-6706-57BB-034A-79FB72BE1533}"/>
              </a:ext>
            </a:extLst>
          </p:cNvPr>
          <p:cNvSpPr/>
          <p:nvPr/>
        </p:nvSpPr>
        <p:spPr>
          <a:xfrm>
            <a:off x="6387084" y="4159504"/>
            <a:ext cx="877824" cy="274320"/>
          </a:xfrm>
          <a:prstGeom prst="roundRect">
            <a:avLst>
              <a:gd name="adj" fmla="val 50000"/>
            </a:avLst>
          </a:prstGeom>
          <a:solidFill>
            <a:srgbClr val="F0EFF4"/>
          </a:solidFill>
          <a:ln w="12700">
            <a:solidFill>
              <a:srgbClr val="F0EFF4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96" name="Text 53">
            <a:extLst>
              <a:ext uri="{FF2B5EF4-FFF2-40B4-BE49-F238E27FC236}">
                <a16:creationId xmlns:a16="http://schemas.microsoft.com/office/drawing/2014/main" id="{92E90735-1384-A6DA-904B-7F8A99B8DCB2}"/>
              </a:ext>
            </a:extLst>
          </p:cNvPr>
          <p:cNvSpPr/>
          <p:nvPr/>
        </p:nvSpPr>
        <p:spPr>
          <a:xfrm>
            <a:off x="6387084" y="4159504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b="1" noProof="0" dirty="0">
                <a:solidFill>
                  <a:srgbClr val="A8A8B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A INICIAR</a:t>
            </a:r>
            <a:endParaRPr lang="pt-BR" sz="800" noProof="0" dirty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01" name="Shape 59">
            <a:extLst>
              <a:ext uri="{FF2B5EF4-FFF2-40B4-BE49-F238E27FC236}">
                <a16:creationId xmlns:a16="http://schemas.microsoft.com/office/drawing/2014/main" id="{802FE631-F10A-C4AC-2FEE-20C86A2BEF97}"/>
              </a:ext>
            </a:extLst>
          </p:cNvPr>
          <p:cNvSpPr/>
          <p:nvPr/>
        </p:nvSpPr>
        <p:spPr>
          <a:xfrm>
            <a:off x="7534656" y="4159504"/>
            <a:ext cx="877824" cy="274320"/>
          </a:xfrm>
          <a:prstGeom prst="roundRect">
            <a:avLst>
              <a:gd name="adj" fmla="val 50000"/>
            </a:avLst>
          </a:prstGeom>
          <a:solidFill>
            <a:srgbClr val="F0EFF4"/>
          </a:solidFill>
          <a:ln w="12700">
            <a:solidFill>
              <a:srgbClr val="F0EFF4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02" name="Text 60">
            <a:extLst>
              <a:ext uri="{FF2B5EF4-FFF2-40B4-BE49-F238E27FC236}">
                <a16:creationId xmlns:a16="http://schemas.microsoft.com/office/drawing/2014/main" id="{EC7082D6-B145-0757-4EB4-5AA4177BBAA6}"/>
              </a:ext>
            </a:extLst>
          </p:cNvPr>
          <p:cNvSpPr/>
          <p:nvPr/>
        </p:nvSpPr>
        <p:spPr>
          <a:xfrm>
            <a:off x="7534656" y="4159504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b="1" noProof="0" dirty="0">
                <a:solidFill>
                  <a:srgbClr val="A8A8B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A INICIAR</a:t>
            </a:r>
            <a:endParaRPr lang="pt-BR" sz="800" noProof="0" dirty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03" name="Shape 66">
            <a:extLst>
              <a:ext uri="{FF2B5EF4-FFF2-40B4-BE49-F238E27FC236}">
                <a16:creationId xmlns:a16="http://schemas.microsoft.com/office/drawing/2014/main" id="{E0A48296-7A18-76F4-E78C-E46F1BD6A603}"/>
              </a:ext>
            </a:extLst>
          </p:cNvPr>
          <p:cNvSpPr/>
          <p:nvPr/>
        </p:nvSpPr>
        <p:spPr>
          <a:xfrm>
            <a:off x="8682228" y="4159504"/>
            <a:ext cx="877824" cy="274320"/>
          </a:xfrm>
          <a:prstGeom prst="roundRect">
            <a:avLst>
              <a:gd name="adj" fmla="val 50000"/>
            </a:avLst>
          </a:prstGeom>
          <a:solidFill>
            <a:srgbClr val="F0EFF4"/>
          </a:solidFill>
          <a:ln w="12700">
            <a:solidFill>
              <a:srgbClr val="F0EFF4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04" name="Text 67">
            <a:extLst>
              <a:ext uri="{FF2B5EF4-FFF2-40B4-BE49-F238E27FC236}">
                <a16:creationId xmlns:a16="http://schemas.microsoft.com/office/drawing/2014/main" id="{1530E530-4025-733D-0B39-BF24BBD720CB}"/>
              </a:ext>
            </a:extLst>
          </p:cNvPr>
          <p:cNvSpPr/>
          <p:nvPr/>
        </p:nvSpPr>
        <p:spPr>
          <a:xfrm>
            <a:off x="8682228" y="4159504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b="1" noProof="0" dirty="0">
                <a:solidFill>
                  <a:srgbClr val="A8A8B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A INICIAR</a:t>
            </a:r>
            <a:endParaRPr lang="pt-BR" sz="800" noProof="0" dirty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05" name="Shape 73">
            <a:extLst>
              <a:ext uri="{FF2B5EF4-FFF2-40B4-BE49-F238E27FC236}">
                <a16:creationId xmlns:a16="http://schemas.microsoft.com/office/drawing/2014/main" id="{12E25EE6-6D14-BA0D-5149-56696B57C696}"/>
              </a:ext>
            </a:extLst>
          </p:cNvPr>
          <p:cNvSpPr/>
          <p:nvPr/>
        </p:nvSpPr>
        <p:spPr>
          <a:xfrm>
            <a:off x="9829800" y="4159504"/>
            <a:ext cx="877824" cy="274320"/>
          </a:xfrm>
          <a:prstGeom prst="roundRect">
            <a:avLst>
              <a:gd name="adj" fmla="val 50000"/>
            </a:avLst>
          </a:prstGeom>
          <a:solidFill>
            <a:srgbClr val="F0EFF4"/>
          </a:solidFill>
          <a:ln w="12700">
            <a:solidFill>
              <a:srgbClr val="F0EFF4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06" name="Text 74">
            <a:extLst>
              <a:ext uri="{FF2B5EF4-FFF2-40B4-BE49-F238E27FC236}">
                <a16:creationId xmlns:a16="http://schemas.microsoft.com/office/drawing/2014/main" id="{024B64FE-FF29-2276-DD5E-386A51B1CFAB}"/>
              </a:ext>
            </a:extLst>
          </p:cNvPr>
          <p:cNvSpPr/>
          <p:nvPr/>
        </p:nvSpPr>
        <p:spPr>
          <a:xfrm>
            <a:off x="9829800" y="4159504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b="1" noProof="0" dirty="0">
                <a:solidFill>
                  <a:srgbClr val="A8A8B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A INICIAR</a:t>
            </a:r>
            <a:endParaRPr lang="pt-BR" sz="800" noProof="0" dirty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07" name="Shape 80">
            <a:extLst>
              <a:ext uri="{FF2B5EF4-FFF2-40B4-BE49-F238E27FC236}">
                <a16:creationId xmlns:a16="http://schemas.microsoft.com/office/drawing/2014/main" id="{29CA0F93-E24B-4DF6-E68B-1083182342F7}"/>
              </a:ext>
            </a:extLst>
          </p:cNvPr>
          <p:cNvSpPr/>
          <p:nvPr/>
        </p:nvSpPr>
        <p:spPr>
          <a:xfrm>
            <a:off x="10977372" y="4159504"/>
            <a:ext cx="877824" cy="274320"/>
          </a:xfrm>
          <a:prstGeom prst="roundRect">
            <a:avLst>
              <a:gd name="adj" fmla="val 50000"/>
            </a:avLst>
          </a:prstGeom>
          <a:solidFill>
            <a:srgbClr val="F0EFF4"/>
          </a:solidFill>
          <a:ln w="12700">
            <a:solidFill>
              <a:srgbClr val="F0EFF4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08" name="Text 81">
            <a:extLst>
              <a:ext uri="{FF2B5EF4-FFF2-40B4-BE49-F238E27FC236}">
                <a16:creationId xmlns:a16="http://schemas.microsoft.com/office/drawing/2014/main" id="{2101E156-9CCB-D4F8-4FAF-6233A44B46B4}"/>
              </a:ext>
            </a:extLst>
          </p:cNvPr>
          <p:cNvSpPr/>
          <p:nvPr/>
        </p:nvSpPr>
        <p:spPr>
          <a:xfrm>
            <a:off x="10977372" y="4159504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b="1" noProof="0" dirty="0">
                <a:solidFill>
                  <a:srgbClr val="A8A8B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A INICIAR</a:t>
            </a:r>
            <a:endParaRPr lang="pt-BR" sz="800" noProof="0" dirty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09" name="Retângulo 108">
            <a:extLst>
              <a:ext uri="{FF2B5EF4-FFF2-40B4-BE49-F238E27FC236}">
                <a16:creationId xmlns:a16="http://schemas.microsoft.com/office/drawing/2014/main" id="{FAC3B8CD-A2D0-77FA-9AAC-D67A6C8072E8}"/>
              </a:ext>
            </a:extLst>
          </p:cNvPr>
          <p:cNvSpPr/>
          <p:nvPr/>
        </p:nvSpPr>
        <p:spPr>
          <a:xfrm>
            <a:off x="0" y="6512560"/>
            <a:ext cx="7891272" cy="3545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pt-BR" err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1CD93-5BBB-879E-211C-E761BED7CE4E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300B88F-411E-1712-7DEA-6C9D665AB450}"/>
              </a:ext>
            </a:extLst>
          </p:cNvPr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5B007B"/>
          </a:solidFill>
          <a:ln w="12700">
            <a:solidFill>
              <a:srgbClr val="5B007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D6332B1-54EF-8E0F-9FCB-72AAA0F082C9}"/>
              </a:ext>
            </a:extLst>
          </p:cNvPr>
          <p:cNvSpPr/>
          <p:nvPr/>
        </p:nvSpPr>
        <p:spPr>
          <a:xfrm>
            <a:off x="164592" y="548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lvl="0" defTabSz="1371600">
              <a:lnSpc>
                <a:spcPct val="90000"/>
              </a:lnSpc>
              <a:spcBef>
                <a:spcPct val="0"/>
              </a:spcBef>
              <a:buClr>
                <a:srgbClr val="000000"/>
              </a:buClr>
              <a:defRPr/>
            </a:pPr>
            <a:r>
              <a:rPr lang="pt-BR" b="1">
                <a:solidFill>
                  <a:prstClr val="white"/>
                </a:solidFill>
                <a:latin typeface="Vivo Type" panose="02000500000000020000" pitchFamily="50" charset="0"/>
                <a:cs typeface="Vivo Type" panose="02000500000000020000" pitchFamily="50" charset="0"/>
                <a:sym typeface="Arial"/>
              </a:rPr>
              <a:t>DETALHAMENTO - ASSET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765A0D38-8078-8CE4-4F98-E2E7148BED68}"/>
              </a:ext>
            </a:extLst>
          </p:cNvPr>
          <p:cNvSpPr/>
          <p:nvPr/>
        </p:nvSpPr>
        <p:spPr>
          <a:xfrm>
            <a:off x="713232" y="1280160"/>
            <a:ext cx="3200400" cy="438912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1D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8D1CF20-A889-C603-7178-52E54EF09500}"/>
              </a:ext>
            </a:extLst>
          </p:cNvPr>
          <p:cNvSpPr/>
          <p:nvPr/>
        </p:nvSpPr>
        <p:spPr>
          <a:xfrm>
            <a:off x="941832" y="19385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>
                <a:solidFill>
                  <a:srgbClr val="2726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que </a:t>
            </a:r>
            <a:r>
              <a:rPr lang="en-US" sz="1300" b="1" err="1">
                <a:solidFill>
                  <a:srgbClr val="2726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existe</a:t>
            </a:r>
            <a:r>
              <a:rPr lang="en-US" sz="1300" b="1">
                <a:solidFill>
                  <a:srgbClr val="2726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300" b="1" err="1">
                <a:solidFill>
                  <a:srgbClr val="2726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hoje</a:t>
            </a:r>
            <a:endParaRPr lang="en-US" sz="13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2E9632A7-5BA2-478B-F867-B0F8DB9E1AC9}"/>
              </a:ext>
            </a:extLst>
          </p:cNvPr>
          <p:cNvSpPr/>
          <p:nvPr/>
        </p:nvSpPr>
        <p:spPr>
          <a:xfrm>
            <a:off x="941832" y="2377440"/>
            <a:ext cx="2633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pt-BR" sz="1050" noProof="0">
                <a:solidFill>
                  <a:srgbClr val="6F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Ativos distribuídos entre sistemas, com vínculos e status pouco padronizados.</a:t>
            </a:r>
            <a:endParaRPr lang="pt-BR" sz="1050" noProof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52258A4C-E194-5370-AA0D-9CBB405A680E}"/>
              </a:ext>
            </a:extLst>
          </p:cNvPr>
          <p:cNvSpPr/>
          <p:nvPr/>
        </p:nvSpPr>
        <p:spPr>
          <a:xfrm>
            <a:off x="941832" y="3319272"/>
            <a:ext cx="2724912" cy="9144"/>
          </a:xfrm>
          <a:prstGeom prst="line">
            <a:avLst/>
          </a:prstGeom>
          <a:noFill/>
          <a:ln w="12700">
            <a:solidFill>
              <a:srgbClr val="E1D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A9AE052-53ED-AA9C-108B-E98FE4C93FEE}"/>
              </a:ext>
            </a:extLst>
          </p:cNvPr>
          <p:cNvSpPr/>
          <p:nvPr/>
        </p:nvSpPr>
        <p:spPr>
          <a:xfrm>
            <a:off x="941832" y="358444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>
                <a:solidFill>
                  <a:srgbClr val="2726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que </a:t>
            </a:r>
            <a:r>
              <a:rPr lang="en-US" sz="1300" b="1" err="1">
                <a:solidFill>
                  <a:srgbClr val="2726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precisa</a:t>
            </a:r>
            <a:r>
              <a:rPr lang="en-US" sz="1300" b="1">
                <a:solidFill>
                  <a:srgbClr val="2726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ser </a:t>
            </a:r>
            <a:r>
              <a:rPr lang="en-US" sz="1300" b="1" err="1">
                <a:solidFill>
                  <a:srgbClr val="2726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feito</a:t>
            </a:r>
            <a:endParaRPr lang="en-US" sz="13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FA388766-2BA3-C2C1-E3D0-4B3F2B7A4A1A}"/>
              </a:ext>
            </a:extLst>
          </p:cNvPr>
          <p:cNvSpPr/>
          <p:nvPr/>
        </p:nvSpPr>
        <p:spPr>
          <a:xfrm>
            <a:off x="941832" y="4114800"/>
            <a:ext cx="26974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pt-BR" sz="1050" noProof="0">
                <a:solidFill>
                  <a:srgbClr val="6F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Disponibilizar uma visão de Asset temporária para consumo das jornadas da fase 2 do Master de Clientes e para desonerar o </a:t>
            </a:r>
            <a:r>
              <a:rPr lang="pt-BR" sz="1050" noProof="0" err="1">
                <a:solidFill>
                  <a:srgbClr val="6F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Salesforce</a:t>
            </a:r>
            <a:r>
              <a:rPr lang="pt-BR" sz="1050" noProof="0">
                <a:solidFill>
                  <a:srgbClr val="6F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pt-BR" sz="1050" noProof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F9BCBD99-4509-9E30-30BF-C34D8D607219}"/>
              </a:ext>
            </a:extLst>
          </p:cNvPr>
          <p:cNvSpPr/>
          <p:nvPr/>
        </p:nvSpPr>
        <p:spPr>
          <a:xfrm>
            <a:off x="4069080" y="1280160"/>
            <a:ext cx="763524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1DF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9FCDF397-4DF8-CC67-BAFA-F5CDCBE67315}"/>
              </a:ext>
            </a:extLst>
          </p:cNvPr>
          <p:cNvSpPr/>
          <p:nvPr/>
        </p:nvSpPr>
        <p:spPr>
          <a:xfrm>
            <a:off x="4233672" y="1746504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pt-BR" sz="1700" b="1" noProof="0">
                <a:solidFill>
                  <a:srgbClr val="2726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Entregável da frente</a:t>
            </a:r>
            <a:endParaRPr lang="pt-BR" sz="1700" noProof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599ECF1A-00D0-8EF9-B4A1-ADD0659194D8}"/>
              </a:ext>
            </a:extLst>
          </p:cNvPr>
          <p:cNvSpPr/>
          <p:nvPr/>
        </p:nvSpPr>
        <p:spPr>
          <a:xfrm>
            <a:off x="4233672" y="209397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pt-BR" sz="1000" noProof="0">
                <a:solidFill>
                  <a:srgbClr val="77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que será disponibilizado ao final do desenvolvimento.</a:t>
            </a:r>
            <a:endParaRPr lang="pt-BR" sz="1000" noProof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F7257711-1492-C965-EF12-6E1465B2D414}"/>
              </a:ext>
            </a:extLst>
          </p:cNvPr>
          <p:cNvSpPr/>
          <p:nvPr/>
        </p:nvSpPr>
        <p:spPr>
          <a:xfrm>
            <a:off x="4233672" y="2542032"/>
            <a:ext cx="7296912" cy="1902968"/>
          </a:xfrm>
          <a:prstGeom prst="roundRect">
            <a:avLst>
              <a:gd name="adj" fmla="val 10345"/>
            </a:avLst>
          </a:prstGeom>
          <a:solidFill>
            <a:srgbClr val="F8F3FD"/>
          </a:solidFill>
          <a:ln w="12700">
            <a:solidFill>
              <a:srgbClr val="EDE2F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1B2D9100-6B48-1761-4B13-0FB41A8F2589}"/>
              </a:ext>
            </a:extLst>
          </p:cNvPr>
          <p:cNvSpPr/>
          <p:nvPr/>
        </p:nvSpPr>
        <p:spPr>
          <a:xfrm>
            <a:off x="4462272" y="2807208"/>
            <a:ext cx="438912" cy="438912"/>
          </a:xfrm>
          <a:prstGeom prst="ellipse">
            <a:avLst/>
          </a:prstGeom>
          <a:solidFill>
            <a:srgbClr val="C14B8A"/>
          </a:solidFill>
          <a:ln w="12700">
            <a:solidFill>
              <a:srgbClr val="C14B8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416228C4-545C-252C-3B33-66E3E2BC52C0}"/>
              </a:ext>
            </a:extLst>
          </p:cNvPr>
          <p:cNvSpPr/>
          <p:nvPr/>
        </p:nvSpPr>
        <p:spPr>
          <a:xfrm>
            <a:off x="4462272" y="28072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40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86423BB5-B90F-4DA8-8CC9-8D72586704F7}"/>
              </a:ext>
            </a:extLst>
          </p:cNvPr>
          <p:cNvSpPr/>
          <p:nvPr/>
        </p:nvSpPr>
        <p:spPr>
          <a:xfrm>
            <a:off x="5102352" y="2706624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pt-BR" sz="1400" b="1" noProof="0">
                <a:solidFill>
                  <a:srgbClr val="2726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Asset Entregáveis:</a:t>
            </a:r>
            <a:endParaRPr lang="en-US" sz="14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09EA1BC8-9E85-068F-52D8-87F810562098}"/>
              </a:ext>
            </a:extLst>
          </p:cNvPr>
          <p:cNvSpPr/>
          <p:nvPr/>
        </p:nvSpPr>
        <p:spPr>
          <a:xfrm>
            <a:off x="4901184" y="2956179"/>
            <a:ext cx="6395466" cy="1226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628650" lvl="1" indent="-171450">
              <a:buFont typeface="Wingdings" panose="05000000000000000000" pitchFamily="2" charset="2"/>
              <a:buChar char="q"/>
            </a:pPr>
            <a:r>
              <a:rPr lang="pt-BR" sz="1200" dirty="0">
                <a:solidFill>
                  <a:srgbClr val="77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de </a:t>
            </a:r>
            <a:r>
              <a:rPr lang="pt-BR" sz="1200">
                <a:solidFill>
                  <a:srgbClr val="77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Asset</a:t>
            </a:r>
            <a:r>
              <a:rPr lang="pt-BR" sz="1200" dirty="0">
                <a:solidFill>
                  <a:srgbClr val="77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para consumo do Master de clientes (Tática)</a:t>
            </a:r>
          </a:p>
          <a:p>
            <a:pPr marL="1543050" lvl="3" indent="-171450">
              <a:buFont typeface="Wingdings" panose="05000000000000000000" pitchFamily="2" charset="2"/>
              <a:buChar char="q"/>
            </a:pPr>
            <a:r>
              <a:rPr lang="pt-BR" sz="1200" dirty="0">
                <a:solidFill>
                  <a:srgbClr val="77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Desligue SFA e  criação migração do </a:t>
            </a:r>
            <a:r>
              <a:rPr lang="pt-BR" sz="1200">
                <a:solidFill>
                  <a:srgbClr val="77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Asset</a:t>
            </a:r>
            <a:r>
              <a:rPr lang="pt-BR" sz="1200" dirty="0">
                <a:solidFill>
                  <a:srgbClr val="77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As </a:t>
            </a:r>
            <a:r>
              <a:rPr lang="pt-BR" sz="1200" dirty="0" err="1">
                <a:solidFill>
                  <a:srgbClr val="77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</a:t>
            </a:r>
            <a:endParaRPr lang="pt-BR" sz="1200" dirty="0">
              <a:solidFill>
                <a:srgbClr val="777789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1543050" lvl="3" indent="-171450">
              <a:buFont typeface="Wingdings" panose="05000000000000000000" pitchFamily="2" charset="2"/>
              <a:buChar char="q"/>
            </a:pPr>
            <a:r>
              <a:rPr lang="pt-BR" sz="1200" dirty="0">
                <a:solidFill>
                  <a:srgbClr val="77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Implementação das funcionalidades </a:t>
            </a:r>
            <a:r>
              <a:rPr lang="pt-BR" sz="1200">
                <a:solidFill>
                  <a:srgbClr val="77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Asset</a:t>
            </a:r>
            <a:r>
              <a:rPr lang="pt-BR" sz="1200" dirty="0">
                <a:solidFill>
                  <a:srgbClr val="77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para o </a:t>
            </a:r>
            <a:r>
              <a:rPr lang="pt-BR" sz="1200">
                <a:solidFill>
                  <a:srgbClr val="77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Permissionamento</a:t>
            </a:r>
            <a:endParaRPr lang="pt-BR" sz="1200" dirty="0">
              <a:solidFill>
                <a:srgbClr val="777789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2000250" lvl="4" indent="-171450">
              <a:buFont typeface="Wingdings" panose="05000000000000000000" pitchFamily="2" charset="2"/>
              <a:buChar char="q"/>
            </a:pPr>
            <a:r>
              <a:rPr lang="pt-BR" sz="1200" dirty="0">
                <a:solidFill>
                  <a:srgbClr val="77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Evolução de MS</a:t>
            </a:r>
          </a:p>
          <a:p>
            <a:pPr marL="2000250" lvl="4" indent="-171450">
              <a:buFont typeface="Wingdings" panose="05000000000000000000" pitchFamily="2" charset="2"/>
              <a:buChar char="q"/>
            </a:pPr>
            <a:r>
              <a:rPr lang="pt-BR" sz="1200" dirty="0">
                <a:solidFill>
                  <a:srgbClr val="77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Melhoria da jornada de atualização do </a:t>
            </a:r>
            <a:r>
              <a:rPr lang="pt-BR" sz="1200">
                <a:solidFill>
                  <a:srgbClr val="77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Asset</a:t>
            </a:r>
            <a:r>
              <a:rPr lang="pt-BR" sz="1200" dirty="0">
                <a:solidFill>
                  <a:srgbClr val="7777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(redução da latência)</a:t>
            </a:r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4318A826-4A04-47F2-2A42-E3A07A575CB5}"/>
              </a:ext>
            </a:extLst>
          </p:cNvPr>
          <p:cNvSpPr/>
          <p:nvPr/>
        </p:nvSpPr>
        <p:spPr>
          <a:xfrm>
            <a:off x="9692640" y="5814060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ABRIR CRONOGRAMA  &gt;</a:t>
            </a:r>
            <a:endParaRPr lang="en-US" sz="900"/>
          </a:p>
        </p:txBody>
      </p:sp>
      <p:sp>
        <p:nvSpPr>
          <p:cNvPr id="50" name="Text 37">
            <a:extLst>
              <a:ext uri="{FF2B5EF4-FFF2-40B4-BE49-F238E27FC236}">
                <a16:creationId xmlns:a16="http://schemas.microsoft.com/office/drawing/2014/main" id="{48F115F3-0095-B4B0-A4AB-1F259A86D362}"/>
              </a:ext>
            </a:extLst>
          </p:cNvPr>
          <p:cNvSpPr/>
          <p:nvPr/>
        </p:nvSpPr>
        <p:spPr>
          <a:xfrm>
            <a:off x="4233672" y="4499800"/>
            <a:ext cx="6903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pt-BR" sz="900" noProof="0" dirty="0">
                <a:solidFill>
                  <a:srgbClr val="7429C6"/>
                </a:solidFill>
                <a:latin typeface="Vivo Type" panose="02000500000000020000" pitchFamily="50" charset="0"/>
                <a:cs typeface="Vivo Type" panose="02000500000000020000" pitchFamily="50" charset="0"/>
              </a:rPr>
              <a:t>*Após o </a:t>
            </a:r>
            <a:r>
              <a:rPr lang="pt-BR" sz="900" noProof="0">
                <a:solidFill>
                  <a:srgbClr val="7429C6"/>
                </a:solidFill>
                <a:latin typeface="Vivo Type" panose="02000500000000020000" pitchFamily="50" charset="0"/>
                <a:cs typeface="Vivo Type" panose="02000500000000020000" pitchFamily="50" charset="0"/>
              </a:rPr>
              <a:t>discovery</a:t>
            </a:r>
            <a:r>
              <a:rPr lang="pt-BR" sz="900" noProof="0" dirty="0">
                <a:solidFill>
                  <a:srgbClr val="7429C6"/>
                </a:solidFill>
                <a:latin typeface="Vivo Type" panose="02000500000000020000" pitchFamily="50" charset="0"/>
                <a:cs typeface="Vivo Type" panose="02000500000000020000" pitchFamily="50" charset="0"/>
              </a:rPr>
              <a:t> teremos o impacto real.</a:t>
            </a:r>
            <a:endParaRPr lang="pt-BR" sz="900" noProof="0" dirty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54" name="Text 9">
            <a:extLst>
              <a:ext uri="{FF2B5EF4-FFF2-40B4-BE49-F238E27FC236}">
                <a16:creationId xmlns:a16="http://schemas.microsoft.com/office/drawing/2014/main" id="{6239D7C9-D03A-6F71-865B-48291F86537F}"/>
              </a:ext>
            </a:extLst>
          </p:cNvPr>
          <p:cNvSpPr/>
          <p:nvPr/>
        </p:nvSpPr>
        <p:spPr>
          <a:xfrm>
            <a:off x="970280" y="151892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rgbClr val="008E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CONTEXTO</a:t>
            </a:r>
            <a:endParaRPr lang="en-US" sz="800"/>
          </a:p>
        </p:txBody>
      </p:sp>
      <p:pic>
        <p:nvPicPr>
          <p:cNvPr id="55" name="Imagem 54">
            <a:hlinkClick r:id="rId3" action="ppaction://hlinksldjump"/>
            <a:extLst>
              <a:ext uri="{FF2B5EF4-FFF2-40B4-BE49-F238E27FC236}">
                <a16:creationId xmlns:a16="http://schemas.microsoft.com/office/drawing/2014/main" id="{45636BB6-553C-B6E2-2AB3-1C1D5341C431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grayscl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379281" y="84440"/>
            <a:ext cx="529053" cy="232607"/>
          </a:xfrm>
          <a:prstGeom prst="rect">
            <a:avLst/>
          </a:prstGeom>
        </p:spPr>
      </p:pic>
      <p:sp>
        <p:nvSpPr>
          <p:cNvPr id="31" name="Shape 8">
            <a:extLst>
              <a:ext uri="{FF2B5EF4-FFF2-40B4-BE49-F238E27FC236}">
                <a16:creationId xmlns:a16="http://schemas.microsoft.com/office/drawing/2014/main" id="{21F31B85-2AF8-2073-3456-6324483A329C}"/>
              </a:ext>
            </a:extLst>
          </p:cNvPr>
          <p:cNvSpPr/>
          <p:nvPr/>
        </p:nvSpPr>
        <p:spPr>
          <a:xfrm>
            <a:off x="960882" y="1514856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E5EEFF"/>
          </a:solidFill>
          <a:ln w="12700">
            <a:solidFill>
              <a:srgbClr val="E5EE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9">
            <a:extLst>
              <a:ext uri="{FF2B5EF4-FFF2-40B4-BE49-F238E27FC236}">
                <a16:creationId xmlns:a16="http://schemas.microsoft.com/office/drawing/2014/main" id="{71EE1604-D338-7B91-588C-1BEE06189836}"/>
              </a:ext>
            </a:extLst>
          </p:cNvPr>
          <p:cNvSpPr/>
          <p:nvPr/>
        </p:nvSpPr>
        <p:spPr>
          <a:xfrm>
            <a:off x="960882" y="151485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rgbClr val="246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CONTEXTO</a:t>
            </a:r>
            <a:endParaRPr lang="en-US" sz="800"/>
          </a:p>
        </p:txBody>
      </p:sp>
      <p:sp>
        <p:nvSpPr>
          <p:cNvPr id="30" name="Text 37">
            <a:extLst>
              <a:ext uri="{FF2B5EF4-FFF2-40B4-BE49-F238E27FC236}">
                <a16:creationId xmlns:a16="http://schemas.microsoft.com/office/drawing/2014/main" id="{5D1DDF53-0CC6-9ADF-DCB1-5C4D3EBBB151}"/>
              </a:ext>
            </a:extLst>
          </p:cNvPr>
          <p:cNvSpPr/>
          <p:nvPr/>
        </p:nvSpPr>
        <p:spPr>
          <a:xfrm>
            <a:off x="4236720" y="580567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>
                <a:solidFill>
                  <a:srgbClr val="C14B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RESULTADOS ESPERADOS</a:t>
            </a:r>
            <a:endParaRPr lang="en-US" sz="850"/>
          </a:p>
        </p:txBody>
      </p:sp>
      <p:sp>
        <p:nvSpPr>
          <p:cNvPr id="33" name="Shape 38">
            <a:extLst>
              <a:ext uri="{FF2B5EF4-FFF2-40B4-BE49-F238E27FC236}">
                <a16:creationId xmlns:a16="http://schemas.microsoft.com/office/drawing/2014/main" id="{5BCA7E21-DC22-B3DB-DFAA-707D32435929}"/>
              </a:ext>
            </a:extLst>
          </p:cNvPr>
          <p:cNvSpPr/>
          <p:nvPr/>
        </p:nvSpPr>
        <p:spPr>
          <a:xfrm>
            <a:off x="4236720" y="6079998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F8E5F2"/>
          </a:solidFill>
          <a:ln w="12700">
            <a:solidFill>
              <a:srgbClr val="F8E5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39">
            <a:extLst>
              <a:ext uri="{FF2B5EF4-FFF2-40B4-BE49-F238E27FC236}">
                <a16:creationId xmlns:a16="http://schemas.microsoft.com/office/drawing/2014/main" id="{33C7C970-CCEE-1AD2-0444-35DEC8453D91}"/>
              </a:ext>
            </a:extLst>
          </p:cNvPr>
          <p:cNvSpPr/>
          <p:nvPr/>
        </p:nvSpPr>
        <p:spPr>
          <a:xfrm>
            <a:off x="4236720" y="607999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rgbClr val="C14B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Visao confiavel</a:t>
            </a:r>
            <a:endParaRPr lang="en-US" sz="800"/>
          </a:p>
        </p:txBody>
      </p:sp>
      <p:sp>
        <p:nvSpPr>
          <p:cNvPr id="35" name="Shape 40">
            <a:extLst>
              <a:ext uri="{FF2B5EF4-FFF2-40B4-BE49-F238E27FC236}">
                <a16:creationId xmlns:a16="http://schemas.microsoft.com/office/drawing/2014/main" id="{1F73C599-6B12-B054-E0D3-CD59F5649BB9}"/>
              </a:ext>
            </a:extLst>
          </p:cNvPr>
          <p:cNvSpPr/>
          <p:nvPr/>
        </p:nvSpPr>
        <p:spPr>
          <a:xfrm>
            <a:off x="6019800" y="6079998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F8E5F2"/>
          </a:solidFill>
          <a:ln w="12700">
            <a:solidFill>
              <a:srgbClr val="F8E5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41">
            <a:extLst>
              <a:ext uri="{FF2B5EF4-FFF2-40B4-BE49-F238E27FC236}">
                <a16:creationId xmlns:a16="http://schemas.microsoft.com/office/drawing/2014/main" id="{1559F3F1-C914-A910-0771-1CB3BDECF8C8}"/>
              </a:ext>
            </a:extLst>
          </p:cNvPr>
          <p:cNvSpPr/>
          <p:nvPr/>
        </p:nvSpPr>
        <p:spPr>
          <a:xfrm>
            <a:off x="6019800" y="607999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rgbClr val="C14B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Rastreabilidade</a:t>
            </a:r>
            <a:endParaRPr lang="en-US" sz="800"/>
          </a:p>
        </p:txBody>
      </p:sp>
      <p:sp>
        <p:nvSpPr>
          <p:cNvPr id="37" name="Shape 42">
            <a:extLst>
              <a:ext uri="{FF2B5EF4-FFF2-40B4-BE49-F238E27FC236}">
                <a16:creationId xmlns:a16="http://schemas.microsoft.com/office/drawing/2014/main" id="{DD095ECE-F254-C74C-0CAB-07209184D110}"/>
              </a:ext>
            </a:extLst>
          </p:cNvPr>
          <p:cNvSpPr/>
          <p:nvPr/>
        </p:nvSpPr>
        <p:spPr>
          <a:xfrm>
            <a:off x="7802880" y="6079998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F8E5F2"/>
          </a:solidFill>
          <a:ln w="12700">
            <a:solidFill>
              <a:srgbClr val="F8E5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43">
            <a:extLst>
              <a:ext uri="{FF2B5EF4-FFF2-40B4-BE49-F238E27FC236}">
                <a16:creationId xmlns:a16="http://schemas.microsoft.com/office/drawing/2014/main" id="{FBB2B82E-CCFE-1FFD-3CA4-1FA680FD6E62}"/>
              </a:ext>
            </a:extLst>
          </p:cNvPr>
          <p:cNvSpPr/>
          <p:nvPr/>
        </p:nvSpPr>
        <p:spPr>
          <a:xfrm>
            <a:off x="7802880" y="607999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rgbClr val="C14B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Consumo padronizado</a:t>
            </a:r>
            <a:endParaRPr lang="en-US" sz="800"/>
          </a:p>
        </p:txBody>
      </p:sp>
      <p:sp>
        <p:nvSpPr>
          <p:cNvPr id="41" name="Shape 8">
            <a:extLst>
              <a:ext uri="{FF2B5EF4-FFF2-40B4-BE49-F238E27FC236}">
                <a16:creationId xmlns:a16="http://schemas.microsoft.com/office/drawing/2014/main" id="{1E3D9E5F-D75D-CAB4-4D1F-2831A9915442}"/>
              </a:ext>
            </a:extLst>
          </p:cNvPr>
          <p:cNvSpPr/>
          <p:nvPr/>
        </p:nvSpPr>
        <p:spPr>
          <a:xfrm>
            <a:off x="963930" y="1518285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F8E5F2"/>
          </a:solidFill>
          <a:ln w="12700">
            <a:solidFill>
              <a:srgbClr val="F8E5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Text 9">
            <a:extLst>
              <a:ext uri="{FF2B5EF4-FFF2-40B4-BE49-F238E27FC236}">
                <a16:creationId xmlns:a16="http://schemas.microsoft.com/office/drawing/2014/main" id="{AC241616-EABA-E627-4AB5-CFB0844440CF}"/>
              </a:ext>
            </a:extLst>
          </p:cNvPr>
          <p:cNvSpPr/>
          <p:nvPr/>
        </p:nvSpPr>
        <p:spPr>
          <a:xfrm>
            <a:off x="963930" y="1518285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rgbClr val="C14B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CONTEXTO</a:t>
            </a:r>
            <a:endParaRPr lang="en-US" sz="800"/>
          </a:p>
        </p:txBody>
      </p:sp>
      <p:sp>
        <p:nvSpPr>
          <p:cNvPr id="43" name="Retângulo 42">
            <a:extLst>
              <a:ext uri="{FF2B5EF4-FFF2-40B4-BE49-F238E27FC236}">
                <a16:creationId xmlns:a16="http://schemas.microsoft.com/office/drawing/2014/main" id="{F0E83B52-B303-F863-89EA-DF668C905D7F}"/>
              </a:ext>
            </a:extLst>
          </p:cNvPr>
          <p:cNvSpPr/>
          <p:nvPr/>
        </p:nvSpPr>
        <p:spPr>
          <a:xfrm>
            <a:off x="0" y="6512560"/>
            <a:ext cx="7891272" cy="3545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pt-BR" err="1"/>
          </a:p>
        </p:txBody>
      </p:sp>
      <p:sp>
        <p:nvSpPr>
          <p:cNvPr id="44" name="Shape 4">
            <a:hlinkClick r:id="rId6" action="ppaction://hlinksldjump"/>
            <a:extLst>
              <a:ext uri="{FF2B5EF4-FFF2-40B4-BE49-F238E27FC236}">
                <a16:creationId xmlns:a16="http://schemas.microsoft.com/office/drawing/2014/main" id="{8EF9A8F9-1585-FC43-4D97-E5172F7A01D9}"/>
              </a:ext>
            </a:extLst>
          </p:cNvPr>
          <p:cNvSpPr/>
          <p:nvPr/>
        </p:nvSpPr>
        <p:spPr>
          <a:xfrm>
            <a:off x="9802368" y="658368"/>
            <a:ext cx="1965960" cy="365760"/>
          </a:xfrm>
          <a:prstGeom prst="roundRect">
            <a:avLst>
              <a:gd name="adj" fmla="val 40000"/>
            </a:avLst>
          </a:prstGeom>
          <a:solidFill>
            <a:srgbClr val="26253E"/>
          </a:solidFill>
          <a:ln w="12700">
            <a:solidFill>
              <a:srgbClr val="26253E"/>
            </a:solidFill>
            <a:prstDash val="solid"/>
          </a:ln>
        </p:spPr>
        <p:txBody>
          <a:bodyPr/>
          <a:lstStyle/>
          <a:p>
            <a:pPr algn="ctr"/>
            <a:r>
              <a:rPr lang="pt-BR" sz="900" b="1">
                <a:solidFill>
                  <a:schemeClr val="bg1"/>
                </a:solidFill>
                <a:latin typeface="Vivo Type" panose="02000500000000020000" pitchFamily="50" charset="0"/>
                <a:cs typeface="Vivo Type" panose="02000500000000020000" pitchFamily="50" charset="0"/>
              </a:rPr>
              <a:t>&lt; VISÃO EXECUTIVA</a:t>
            </a:r>
          </a:p>
        </p:txBody>
      </p:sp>
      <p:sp>
        <p:nvSpPr>
          <p:cNvPr id="45" name="Shape 44">
            <a:hlinkClick r:id="rId7" action="ppaction://hlinksldjump"/>
            <a:extLst>
              <a:ext uri="{FF2B5EF4-FFF2-40B4-BE49-F238E27FC236}">
                <a16:creationId xmlns:a16="http://schemas.microsoft.com/office/drawing/2014/main" id="{1E71CACB-407C-188B-EFCF-B266742DD610}"/>
              </a:ext>
            </a:extLst>
          </p:cNvPr>
          <p:cNvSpPr/>
          <p:nvPr/>
        </p:nvSpPr>
        <p:spPr>
          <a:xfrm>
            <a:off x="9601200" y="5096764"/>
            <a:ext cx="2011680" cy="347472"/>
          </a:xfrm>
          <a:prstGeom prst="roundRect">
            <a:avLst>
              <a:gd name="adj" fmla="val 39474"/>
            </a:avLst>
          </a:prstGeom>
          <a:solidFill>
            <a:srgbClr val="C14B8A"/>
          </a:solidFill>
          <a:ln w="12700">
            <a:solidFill>
              <a:srgbClr val="C14B8A"/>
            </a:solidFill>
            <a:prstDash val="solid"/>
          </a:ln>
        </p:spPr>
        <p:txBody>
          <a:bodyPr/>
          <a:lstStyle/>
          <a:p>
            <a:pPr algn="ctr"/>
            <a:r>
              <a:rPr lang="pt-BR" sz="900" b="1">
                <a:solidFill>
                  <a:schemeClr val="bg1"/>
                </a:solidFill>
                <a:latin typeface="Vivo Type" panose="02000500000000020000" pitchFamily="50" charset="0"/>
                <a:cs typeface="Vivo Type" panose="02000500000000020000" pitchFamily="50" charset="0"/>
              </a:rPr>
              <a:t>CRONOGRAMA DETALHADO &gt;</a:t>
            </a:r>
          </a:p>
        </p:txBody>
      </p:sp>
      <p:sp>
        <p:nvSpPr>
          <p:cNvPr id="46" name="Text 46">
            <a:extLst>
              <a:ext uri="{FF2B5EF4-FFF2-40B4-BE49-F238E27FC236}">
                <a16:creationId xmlns:a16="http://schemas.microsoft.com/office/drawing/2014/main" id="{40672376-B97D-99D9-EA52-D9D1418B533B}"/>
              </a:ext>
            </a:extLst>
          </p:cNvPr>
          <p:cNvSpPr/>
          <p:nvPr/>
        </p:nvSpPr>
        <p:spPr>
          <a:xfrm>
            <a:off x="9692640" y="5902960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ABRIR CRONOGRAMA  &gt;</a:t>
            </a:r>
            <a:endParaRPr lang="en-US" sz="900"/>
          </a:p>
        </p:txBody>
      </p:sp>
      <p:sp>
        <p:nvSpPr>
          <p:cNvPr id="47" name="Shape 45">
            <a:hlinkClick r:id="rId8" action="ppaction://hlinksldjump"/>
            <a:extLst>
              <a:ext uri="{FF2B5EF4-FFF2-40B4-BE49-F238E27FC236}">
                <a16:creationId xmlns:a16="http://schemas.microsoft.com/office/drawing/2014/main" id="{71475257-C6F0-EC23-9E91-BF4D74A28B65}"/>
              </a:ext>
            </a:extLst>
          </p:cNvPr>
          <p:cNvSpPr/>
          <p:nvPr/>
        </p:nvSpPr>
        <p:spPr>
          <a:xfrm>
            <a:off x="9624060" y="5999472"/>
            <a:ext cx="1988820" cy="291600"/>
          </a:xfrm>
          <a:prstGeom prst="roundRect">
            <a:avLst>
              <a:gd name="adj" fmla="val 39535"/>
            </a:avLst>
          </a:prstGeom>
          <a:solidFill>
            <a:srgbClr val="C14B8A"/>
          </a:solidFill>
          <a:ln w="12700">
            <a:solidFill>
              <a:srgbClr val="C14B8A"/>
            </a:solidFill>
            <a:prstDash val="solid"/>
          </a:ln>
        </p:spPr>
        <p:txBody>
          <a:bodyPr/>
          <a:lstStyle/>
          <a:p>
            <a:pPr algn="ctr"/>
            <a:r>
              <a:rPr lang="pt-BR" sz="900" b="1">
                <a:solidFill>
                  <a:schemeClr val="bg1"/>
                </a:solidFill>
                <a:latin typeface="Vivo Type" panose="02000500000000020000" pitchFamily="50" charset="0"/>
                <a:cs typeface="Vivo Type" panose="02000500000000020000" pitchFamily="50" charset="0"/>
              </a:rPr>
              <a:t>ABRIR CRONOGRAMA &gt;</a:t>
            </a:r>
          </a:p>
        </p:txBody>
      </p:sp>
    </p:spTree>
    <p:extLst>
      <p:ext uri="{BB962C8B-B14F-4D97-AF65-F5344CB8AC3E}">
        <p14:creationId xmlns:p14="http://schemas.microsoft.com/office/powerpoint/2010/main" val="4884896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7" name="Shape 5">
            <a:hlinkClick r:id="rId3" action="ppaction://hlinksldjump"/>
          </p:cNvPr>
          <p:cNvSpPr/>
          <p:nvPr/>
        </p:nvSpPr>
        <p:spPr>
          <a:xfrm>
            <a:off x="9646920" y="942704"/>
            <a:ext cx="1965960" cy="347472"/>
          </a:xfrm>
          <a:prstGeom prst="roundRect">
            <a:avLst>
              <a:gd name="adj" fmla="val 39474"/>
            </a:avLst>
          </a:prstGeom>
          <a:solidFill>
            <a:srgbClr val="24233A"/>
          </a:solidFill>
          <a:ln w="12700">
            <a:solidFill>
              <a:srgbClr val="24233A"/>
            </a:solidFill>
            <a:prstDash val="solid"/>
          </a:ln>
        </p:spPr>
        <p:txBody>
          <a:bodyPr/>
          <a:lstStyle/>
          <a:p>
            <a:pPr algn="ctr"/>
            <a:r>
              <a:rPr lang="pt-BR" sz="900" b="1">
                <a:solidFill>
                  <a:schemeClr val="bg1"/>
                </a:solidFill>
                <a:latin typeface="Vivo Type" panose="02000500000000020000" pitchFamily="50" charset="0"/>
                <a:cs typeface="Vivo Type" panose="02000500000000020000" pitchFamily="50" charset="0"/>
              </a:rPr>
              <a:t>&lt; DETALHAMENTO</a:t>
            </a:r>
          </a:p>
        </p:txBody>
      </p:sp>
      <p:sp>
        <p:nvSpPr>
          <p:cNvPr id="13" name="Shape 11"/>
          <p:cNvSpPr/>
          <p:nvPr/>
        </p:nvSpPr>
        <p:spPr>
          <a:xfrm>
            <a:off x="804672" y="2219814"/>
            <a:ext cx="10698480" cy="9144"/>
          </a:xfrm>
          <a:prstGeom prst="line">
            <a:avLst/>
          </a:prstGeom>
          <a:noFill/>
          <a:ln w="25400">
            <a:solidFill>
              <a:srgbClr val="D5D3DE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32688" y="2064366"/>
            <a:ext cx="310896" cy="310896"/>
          </a:xfrm>
          <a:prstGeom prst="ellipse">
            <a:avLst/>
          </a:prstGeom>
          <a:solidFill>
            <a:srgbClr val="C14B8A"/>
          </a:solidFill>
          <a:ln w="25400">
            <a:solidFill>
              <a:srgbClr val="C14B8A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30352" y="1826622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rgbClr val="C14B8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01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30352" y="2475846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Discovery</a:t>
            </a:r>
            <a:endParaRPr lang="en-US" sz="9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30352" y="3115926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Inicio</a:t>
            </a:r>
            <a:endParaRPr lang="en-US" sz="800" dirty="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01/09</a:t>
            </a:r>
            <a:endParaRPr lang="en-US" sz="800" dirty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30352" y="3591414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Fim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08/10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49224" y="4155875"/>
            <a:ext cx="877824" cy="274320"/>
          </a:xfrm>
          <a:prstGeom prst="roundRect">
            <a:avLst>
              <a:gd name="adj" fmla="val 50000"/>
            </a:avLst>
          </a:prstGeom>
          <a:solidFill>
            <a:srgbClr val="F8E5F2"/>
          </a:solidFill>
          <a:ln w="12700">
            <a:solidFill>
              <a:srgbClr val="F8E5F2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49224" y="4155875"/>
            <a:ext cx="877824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14B8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EM ANDAMENTO</a:t>
            </a:r>
            <a:endParaRPr lang="en-US" sz="800" dirty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677924" y="1826622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bg1">
                    <a:lumMod val="65000"/>
                  </a:schemeClr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02</a:t>
            </a:r>
            <a:endParaRPr lang="en-US" sz="800" dirty="0">
              <a:solidFill>
                <a:schemeClr val="bg1">
                  <a:lumMod val="65000"/>
                </a:schemeClr>
              </a:solidFill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677924" y="2475846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Modelo de dados</a:t>
            </a:r>
            <a:endParaRPr lang="en-US" sz="9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677924" y="3115926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Inicio</a:t>
            </a:r>
            <a:endParaRPr lang="en-US" sz="800" dirty="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09/10</a:t>
            </a:r>
            <a:endParaRPr lang="en-US" sz="800" dirty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677924" y="3591414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Fim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09/11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2825496" y="1826622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bg1">
                    <a:lumMod val="65000"/>
                  </a:schemeClr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03</a:t>
            </a:r>
            <a:endParaRPr lang="en-US" sz="800" dirty="0">
              <a:solidFill>
                <a:schemeClr val="bg1">
                  <a:lumMod val="65000"/>
                </a:schemeClr>
              </a:solidFill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2825496" y="2475846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Requisitos funcionais</a:t>
            </a:r>
            <a:endParaRPr lang="en-US" sz="9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2825496" y="3115926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Inicio</a:t>
            </a:r>
            <a:endParaRPr lang="en-US" sz="800" dirty="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10/11</a:t>
            </a:r>
            <a:endParaRPr lang="en-US" sz="800" dirty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2825496" y="3591414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Fim</a:t>
            </a:r>
            <a:endParaRPr lang="en-US" sz="800" dirty="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09/12</a:t>
            </a:r>
            <a:endParaRPr lang="en-US" sz="800" dirty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4375404" y="2064366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7C5D1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3973068" y="1826622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rgbClr val="A8A8B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04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3973068" y="2475846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DAS</a:t>
            </a:r>
            <a:endParaRPr lang="en-US" sz="9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3973068" y="3115926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noProof="0" dirty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Inicio</a:t>
            </a:r>
            <a:endParaRPr lang="pt-BR" sz="800" noProof="0" dirty="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10/12</a:t>
            </a:r>
            <a:endParaRPr lang="en-US" sz="800" dirty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3973068" y="3591414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Fim</a:t>
            </a:r>
            <a:endParaRPr lang="en-US" sz="800" dirty="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22/12</a:t>
            </a:r>
            <a:endParaRPr lang="en-US" sz="800" dirty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5522976" y="2064366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7C5D1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5120640" y="1826622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rgbClr val="A8A8B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05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5120640" y="2475846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Sprint 0</a:t>
            </a:r>
            <a:endParaRPr lang="en-US" sz="9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5120640" y="3115926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noProof="0" dirty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Inicio</a:t>
            </a:r>
            <a:endParaRPr lang="en-US" sz="800" dirty="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23/12</a:t>
            </a:r>
            <a:endParaRPr lang="en-US" sz="800" dirty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5120640" y="3591414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Fim</a:t>
            </a:r>
            <a:endParaRPr lang="en-US" sz="800" dirty="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22/01</a:t>
            </a:r>
            <a:endParaRPr lang="en-US" sz="800" dirty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6670548" y="2064366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7C5D1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6268212" y="1826622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rgbClr val="A8A8B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06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6268212" y="2475846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Refinamento tecnico</a:t>
            </a:r>
            <a:endParaRPr lang="en-US" sz="9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6268212" y="3115926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noProof="0" dirty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Inicio</a:t>
            </a:r>
            <a:endParaRPr lang="en-US" sz="800" dirty="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26/01</a:t>
            </a:r>
            <a:endParaRPr lang="en-US" sz="800" dirty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6268212" y="3591414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Fim</a:t>
            </a:r>
            <a:endParaRPr lang="en-US" sz="800" dirty="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09/02</a:t>
            </a:r>
            <a:endParaRPr lang="en-US" sz="800" dirty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7818120" y="2064366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7C5D1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7415784" y="1826622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rgbClr val="A8A8B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07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7415784" y="2475846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Estimativa</a:t>
            </a:r>
            <a:endParaRPr lang="en-US" sz="9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7415784" y="3115926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noProof="0" dirty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Inicio</a:t>
            </a:r>
            <a:endParaRPr lang="pt-BR" sz="800" noProof="0" dirty="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10/02</a:t>
            </a:r>
            <a:endParaRPr lang="en-US" sz="800" dirty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7415784" y="3591414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Fim</a:t>
            </a:r>
            <a:endParaRPr lang="en-US" sz="800" dirty="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09/03</a:t>
            </a:r>
            <a:endParaRPr lang="en-US" sz="800" dirty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8965692" y="2064366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7C5D1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8563356" y="1826622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rgbClr val="A8A8B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08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8563356" y="2475846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Desenvolvimento</a:t>
            </a:r>
            <a:endParaRPr lang="en-US" sz="9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8563356" y="3115926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noProof="0" dirty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Inicio</a:t>
            </a:r>
            <a:endParaRPr lang="en-US" sz="800" dirty="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10/03</a:t>
            </a:r>
            <a:endParaRPr lang="en-US" sz="800" dirty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8563356" y="3591414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Fim</a:t>
            </a:r>
            <a:endParaRPr lang="en-US" sz="800" dirty="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07/05</a:t>
            </a:r>
            <a:endParaRPr lang="en-US" sz="800" dirty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70" name="Shape 68"/>
          <p:cNvSpPr/>
          <p:nvPr/>
        </p:nvSpPr>
        <p:spPr>
          <a:xfrm>
            <a:off x="10113264" y="2064366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7C5D1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71" name="Text 69"/>
          <p:cNvSpPr/>
          <p:nvPr/>
        </p:nvSpPr>
        <p:spPr>
          <a:xfrm>
            <a:off x="9710928" y="1826622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rgbClr val="A8A8B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09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72" name="Text 70"/>
          <p:cNvSpPr/>
          <p:nvPr/>
        </p:nvSpPr>
        <p:spPr>
          <a:xfrm>
            <a:off x="9710928" y="2475846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QA</a:t>
            </a:r>
            <a:endParaRPr lang="en-US" sz="9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73" name="Text 71"/>
          <p:cNvSpPr/>
          <p:nvPr/>
        </p:nvSpPr>
        <p:spPr>
          <a:xfrm>
            <a:off x="9710928" y="3115926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noProof="0" dirty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Inicio</a:t>
            </a:r>
            <a:endParaRPr lang="en-US" sz="800" dirty="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10/05</a:t>
            </a:r>
            <a:endParaRPr lang="en-US" sz="800" dirty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74" name="Text 72"/>
          <p:cNvSpPr/>
          <p:nvPr/>
        </p:nvSpPr>
        <p:spPr>
          <a:xfrm>
            <a:off x="9710928" y="3591414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Fim</a:t>
            </a:r>
            <a:endParaRPr lang="en-US" sz="800" dirty="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31/05</a:t>
            </a:r>
            <a:endParaRPr lang="en-US" sz="800" dirty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77" name="Shape 75"/>
          <p:cNvSpPr/>
          <p:nvPr/>
        </p:nvSpPr>
        <p:spPr>
          <a:xfrm>
            <a:off x="11260836" y="2064366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7C5D1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78" name="Text 76"/>
          <p:cNvSpPr/>
          <p:nvPr/>
        </p:nvSpPr>
        <p:spPr>
          <a:xfrm>
            <a:off x="10858500" y="1826622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rgbClr val="A8A8B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10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79" name="Text 77"/>
          <p:cNvSpPr/>
          <p:nvPr/>
        </p:nvSpPr>
        <p:spPr>
          <a:xfrm>
            <a:off x="10858500" y="2475846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Prod</a:t>
            </a:r>
            <a:endParaRPr lang="en-US" sz="9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80" name="Text 78"/>
          <p:cNvSpPr/>
          <p:nvPr/>
        </p:nvSpPr>
        <p:spPr>
          <a:xfrm>
            <a:off x="10858500" y="3115926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Fim</a:t>
            </a:r>
            <a:endParaRPr lang="en-US" sz="800" dirty="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 dirty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Jun/27</a:t>
            </a:r>
            <a:endParaRPr lang="en-US" sz="800" dirty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84" name="Shape 82"/>
          <p:cNvSpPr/>
          <p:nvPr/>
        </p:nvSpPr>
        <p:spPr>
          <a:xfrm>
            <a:off x="594360" y="4844142"/>
            <a:ext cx="338328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E4E2EC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85" name="Text 83"/>
          <p:cNvSpPr/>
          <p:nvPr/>
        </p:nvSpPr>
        <p:spPr>
          <a:xfrm>
            <a:off x="758952" y="4963014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>
                <a:solidFill>
                  <a:srgbClr val="C14B8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MARCO ATUAL</a:t>
            </a:r>
            <a:endParaRPr lang="en-US" sz="85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86" name="Text 84"/>
          <p:cNvSpPr/>
          <p:nvPr/>
        </p:nvSpPr>
        <p:spPr>
          <a:xfrm>
            <a:off x="758952" y="518247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Discovery / planejamento inicial</a:t>
            </a:r>
            <a:endParaRPr lang="en-US" sz="95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87" name="Shape 85"/>
          <p:cNvSpPr/>
          <p:nvPr/>
        </p:nvSpPr>
        <p:spPr>
          <a:xfrm>
            <a:off x="4434840" y="4844142"/>
            <a:ext cx="338328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E4E2EC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88" name="Text 86"/>
          <p:cNvSpPr/>
          <p:nvPr/>
        </p:nvSpPr>
        <p:spPr>
          <a:xfrm>
            <a:off x="4599432" y="4963014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>
                <a:solidFill>
                  <a:srgbClr val="C14B8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PROXIMO PASSO</a:t>
            </a:r>
            <a:endParaRPr lang="en-US" sz="85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89" name="Text 87"/>
          <p:cNvSpPr/>
          <p:nvPr/>
        </p:nvSpPr>
        <p:spPr>
          <a:xfrm>
            <a:off x="4599432" y="518247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Definir datas e responsaveis</a:t>
            </a:r>
            <a:endParaRPr lang="en-US" sz="95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90" name="Shape 88"/>
          <p:cNvSpPr/>
          <p:nvPr/>
        </p:nvSpPr>
        <p:spPr>
          <a:xfrm>
            <a:off x="8275320" y="4844142"/>
            <a:ext cx="338328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E4E2EC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91" name="Text 89"/>
          <p:cNvSpPr/>
          <p:nvPr/>
        </p:nvSpPr>
        <p:spPr>
          <a:xfrm>
            <a:off x="8439912" y="4963014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>
                <a:solidFill>
                  <a:srgbClr val="C14B8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DEPENDENCIAS</a:t>
            </a:r>
            <a:endParaRPr lang="en-US" sz="85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92" name="Text 90"/>
          <p:cNvSpPr/>
          <p:nvPr/>
        </p:nvSpPr>
        <p:spPr>
          <a:xfrm>
            <a:off x="8439912" y="518247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Times e insumos a confirmar</a:t>
            </a:r>
            <a:endParaRPr lang="en-US" sz="95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93" name="Retângulo 92">
            <a:extLst>
              <a:ext uri="{FF2B5EF4-FFF2-40B4-BE49-F238E27FC236}">
                <a16:creationId xmlns:a16="http://schemas.microsoft.com/office/drawing/2014/main" id="{BBBD6C25-E12C-0226-233E-EDAB2F998642}"/>
              </a:ext>
            </a:extLst>
          </p:cNvPr>
          <p:cNvSpPr/>
          <p:nvPr/>
        </p:nvSpPr>
        <p:spPr>
          <a:xfrm>
            <a:off x="0" y="-2722"/>
            <a:ext cx="12192000" cy="433926"/>
          </a:xfrm>
          <a:prstGeom prst="rect">
            <a:avLst/>
          </a:prstGeom>
          <a:gradFill>
            <a:gsLst>
              <a:gs pos="0">
                <a:srgbClr val="5D007B">
                  <a:alpha val="100000"/>
                </a:srgbClr>
              </a:gs>
              <a:gs pos="100000">
                <a:srgbClr val="380054">
                  <a:alpha val="10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ivo Type" panose="02000500000000020000" pitchFamily="50" charset="0"/>
              <a:cs typeface="Vivo Type" panose="02000500000000020000" pitchFamily="50" charset="0"/>
              <a:sym typeface="Arial"/>
            </a:endParaRPr>
          </a:p>
        </p:txBody>
      </p:sp>
      <p:sp>
        <p:nvSpPr>
          <p:cNvPr id="94" name="Google Shape;351;p52">
            <a:extLst>
              <a:ext uri="{FF2B5EF4-FFF2-40B4-BE49-F238E27FC236}">
                <a16:creationId xmlns:a16="http://schemas.microsoft.com/office/drawing/2014/main" id="{01B25C59-BC59-BCB6-AFAB-41AD87462E80}"/>
              </a:ext>
            </a:extLst>
          </p:cNvPr>
          <p:cNvSpPr/>
          <p:nvPr/>
        </p:nvSpPr>
        <p:spPr>
          <a:xfrm>
            <a:off x="-1" y="-58731"/>
            <a:ext cx="8357420" cy="521906"/>
          </a:xfrm>
          <a:prstGeom prst="rect">
            <a:avLst/>
          </a:prstGeom>
        </p:spPr>
        <p:txBody>
          <a:bodyPr vert="horz" lIns="121954" tIns="60977" rIns="121954" bIns="60977" rtlCol="0" anchor="ctr">
            <a:norm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1371600">
              <a:lnSpc>
                <a:spcPct val="90000"/>
              </a:lnSpc>
              <a:spcBef>
                <a:spcPct val="0"/>
              </a:spcBef>
              <a:buClr>
                <a:srgbClr val="000000"/>
              </a:buClr>
              <a:defRPr/>
            </a:pPr>
            <a:r>
              <a:rPr lang="pt-BR" b="1">
                <a:solidFill>
                  <a:prstClr val="white"/>
                </a:solidFill>
                <a:latin typeface="Vivo Type" panose="02000500000000020000" pitchFamily="50" charset="0"/>
                <a:cs typeface="Vivo Type" panose="02000500000000020000" pitchFamily="50" charset="0"/>
                <a:sym typeface="Arial"/>
              </a:rPr>
              <a:t>CRONOGRAMA DETALHADO - ASSET</a:t>
            </a:r>
          </a:p>
        </p:txBody>
      </p:sp>
      <p:pic>
        <p:nvPicPr>
          <p:cNvPr id="95" name="Imagem 94">
            <a:hlinkClick r:id="rId4" action="ppaction://hlinksldjump"/>
            <a:extLst>
              <a:ext uri="{FF2B5EF4-FFF2-40B4-BE49-F238E27FC236}">
                <a16:creationId xmlns:a16="http://schemas.microsoft.com/office/drawing/2014/main" id="{7B9ACFC5-F42F-0ADE-885E-044F3F109E50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grayscl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379281" y="84440"/>
            <a:ext cx="529053" cy="232607"/>
          </a:xfrm>
          <a:prstGeom prst="rect">
            <a:avLst/>
          </a:prstGeom>
        </p:spPr>
      </p:pic>
      <p:sp>
        <p:nvSpPr>
          <p:cNvPr id="2" name="Shape 33">
            <a:extLst>
              <a:ext uri="{FF2B5EF4-FFF2-40B4-BE49-F238E27FC236}">
                <a16:creationId xmlns:a16="http://schemas.microsoft.com/office/drawing/2014/main" id="{06450441-768F-07E0-1CDA-8AEABC8C559C}"/>
              </a:ext>
            </a:extLst>
          </p:cNvPr>
          <p:cNvSpPr/>
          <p:nvPr/>
        </p:nvSpPr>
        <p:spPr>
          <a:xfrm>
            <a:off x="2080260" y="2064366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7C5D1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" name="Shape 40">
            <a:extLst>
              <a:ext uri="{FF2B5EF4-FFF2-40B4-BE49-F238E27FC236}">
                <a16:creationId xmlns:a16="http://schemas.microsoft.com/office/drawing/2014/main" id="{BDEF263C-CB7E-1FBE-387B-D1B5EA1B1867}"/>
              </a:ext>
            </a:extLst>
          </p:cNvPr>
          <p:cNvSpPr/>
          <p:nvPr/>
        </p:nvSpPr>
        <p:spPr>
          <a:xfrm>
            <a:off x="3227832" y="2064366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7C5D1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4" name="Shape 24">
            <a:extLst>
              <a:ext uri="{FF2B5EF4-FFF2-40B4-BE49-F238E27FC236}">
                <a16:creationId xmlns:a16="http://schemas.microsoft.com/office/drawing/2014/main" id="{4F4D19C5-CC58-662E-1982-F2A264FA0009}"/>
              </a:ext>
            </a:extLst>
          </p:cNvPr>
          <p:cNvSpPr/>
          <p:nvPr/>
        </p:nvSpPr>
        <p:spPr>
          <a:xfrm>
            <a:off x="1796796" y="4159504"/>
            <a:ext cx="877824" cy="274320"/>
          </a:xfrm>
          <a:prstGeom prst="roundRect">
            <a:avLst>
              <a:gd name="adj" fmla="val 50000"/>
            </a:avLst>
          </a:prstGeom>
          <a:solidFill>
            <a:srgbClr val="F0EFF4"/>
          </a:solidFill>
          <a:ln w="12700">
            <a:solidFill>
              <a:srgbClr val="F0EFF4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5" name="Text 25">
            <a:extLst>
              <a:ext uri="{FF2B5EF4-FFF2-40B4-BE49-F238E27FC236}">
                <a16:creationId xmlns:a16="http://schemas.microsoft.com/office/drawing/2014/main" id="{DCF025BE-DA84-6E56-B81A-C1D4F64037EB}"/>
              </a:ext>
            </a:extLst>
          </p:cNvPr>
          <p:cNvSpPr/>
          <p:nvPr/>
        </p:nvSpPr>
        <p:spPr>
          <a:xfrm>
            <a:off x="1796796" y="4159504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b="1" noProof="0">
                <a:solidFill>
                  <a:srgbClr val="A8A8B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A INICIAR</a:t>
            </a:r>
            <a:endParaRPr lang="pt-BR" sz="800" noProof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6" name="Shape 31">
            <a:extLst>
              <a:ext uri="{FF2B5EF4-FFF2-40B4-BE49-F238E27FC236}">
                <a16:creationId xmlns:a16="http://schemas.microsoft.com/office/drawing/2014/main" id="{F8840949-2E94-73FD-81F6-962B4BACC231}"/>
              </a:ext>
            </a:extLst>
          </p:cNvPr>
          <p:cNvSpPr/>
          <p:nvPr/>
        </p:nvSpPr>
        <p:spPr>
          <a:xfrm>
            <a:off x="2944368" y="4159504"/>
            <a:ext cx="877824" cy="274320"/>
          </a:xfrm>
          <a:prstGeom prst="roundRect">
            <a:avLst>
              <a:gd name="adj" fmla="val 50000"/>
            </a:avLst>
          </a:prstGeom>
          <a:solidFill>
            <a:srgbClr val="F0EFF4"/>
          </a:solidFill>
          <a:ln w="12700">
            <a:solidFill>
              <a:srgbClr val="F0EFF4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8" name="Text 32">
            <a:extLst>
              <a:ext uri="{FF2B5EF4-FFF2-40B4-BE49-F238E27FC236}">
                <a16:creationId xmlns:a16="http://schemas.microsoft.com/office/drawing/2014/main" id="{8D98796E-2DAA-F137-013B-DCC6F6160CF9}"/>
              </a:ext>
            </a:extLst>
          </p:cNvPr>
          <p:cNvSpPr/>
          <p:nvPr/>
        </p:nvSpPr>
        <p:spPr>
          <a:xfrm>
            <a:off x="2944368" y="4159504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b="1" noProof="0" dirty="0">
                <a:solidFill>
                  <a:srgbClr val="A8A8B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A INICIAR</a:t>
            </a:r>
            <a:endParaRPr lang="pt-BR" sz="800" noProof="0" dirty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9" name="Shape 38">
            <a:extLst>
              <a:ext uri="{FF2B5EF4-FFF2-40B4-BE49-F238E27FC236}">
                <a16:creationId xmlns:a16="http://schemas.microsoft.com/office/drawing/2014/main" id="{DA08780A-F48D-D7F3-A9CA-B07AA2EBCE3C}"/>
              </a:ext>
            </a:extLst>
          </p:cNvPr>
          <p:cNvSpPr/>
          <p:nvPr/>
        </p:nvSpPr>
        <p:spPr>
          <a:xfrm>
            <a:off x="4091940" y="4159504"/>
            <a:ext cx="877824" cy="274320"/>
          </a:xfrm>
          <a:prstGeom prst="roundRect">
            <a:avLst>
              <a:gd name="adj" fmla="val 50000"/>
            </a:avLst>
          </a:prstGeom>
          <a:solidFill>
            <a:srgbClr val="F0EFF4"/>
          </a:solidFill>
          <a:ln w="12700">
            <a:solidFill>
              <a:srgbClr val="F0EFF4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0" name="Text 39">
            <a:extLst>
              <a:ext uri="{FF2B5EF4-FFF2-40B4-BE49-F238E27FC236}">
                <a16:creationId xmlns:a16="http://schemas.microsoft.com/office/drawing/2014/main" id="{E99F5B1B-7EDF-A161-6CAF-B568552B3657}"/>
              </a:ext>
            </a:extLst>
          </p:cNvPr>
          <p:cNvSpPr/>
          <p:nvPr/>
        </p:nvSpPr>
        <p:spPr>
          <a:xfrm>
            <a:off x="4091940" y="4159504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b="1" noProof="0" dirty="0">
                <a:solidFill>
                  <a:srgbClr val="A8A8B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A INICIAR</a:t>
            </a:r>
            <a:endParaRPr lang="pt-BR" sz="800" noProof="0" dirty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1" name="Shape 45">
            <a:extLst>
              <a:ext uri="{FF2B5EF4-FFF2-40B4-BE49-F238E27FC236}">
                <a16:creationId xmlns:a16="http://schemas.microsoft.com/office/drawing/2014/main" id="{B3304C97-8C04-4B38-147D-C40106BBF1EA}"/>
              </a:ext>
            </a:extLst>
          </p:cNvPr>
          <p:cNvSpPr/>
          <p:nvPr/>
        </p:nvSpPr>
        <p:spPr>
          <a:xfrm>
            <a:off x="5239512" y="4159504"/>
            <a:ext cx="877824" cy="274320"/>
          </a:xfrm>
          <a:prstGeom prst="roundRect">
            <a:avLst>
              <a:gd name="adj" fmla="val 50000"/>
            </a:avLst>
          </a:prstGeom>
          <a:solidFill>
            <a:srgbClr val="F0EFF4"/>
          </a:solidFill>
          <a:ln w="12700">
            <a:solidFill>
              <a:srgbClr val="F0EFF4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2" name="Text 46">
            <a:extLst>
              <a:ext uri="{FF2B5EF4-FFF2-40B4-BE49-F238E27FC236}">
                <a16:creationId xmlns:a16="http://schemas.microsoft.com/office/drawing/2014/main" id="{83930B3E-CC81-51BB-1364-7EDE96A98FD6}"/>
              </a:ext>
            </a:extLst>
          </p:cNvPr>
          <p:cNvSpPr/>
          <p:nvPr/>
        </p:nvSpPr>
        <p:spPr>
          <a:xfrm>
            <a:off x="5239512" y="4159504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b="1" noProof="0" dirty="0">
                <a:solidFill>
                  <a:srgbClr val="A8A8B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A INICIAR</a:t>
            </a:r>
            <a:endParaRPr lang="pt-BR" sz="800" noProof="0" dirty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96" name="Shape 52">
            <a:extLst>
              <a:ext uri="{FF2B5EF4-FFF2-40B4-BE49-F238E27FC236}">
                <a16:creationId xmlns:a16="http://schemas.microsoft.com/office/drawing/2014/main" id="{5FFC213D-5014-B13B-40B5-CB7703AD0E17}"/>
              </a:ext>
            </a:extLst>
          </p:cNvPr>
          <p:cNvSpPr/>
          <p:nvPr/>
        </p:nvSpPr>
        <p:spPr>
          <a:xfrm>
            <a:off x="6387084" y="4159504"/>
            <a:ext cx="877824" cy="274320"/>
          </a:xfrm>
          <a:prstGeom prst="roundRect">
            <a:avLst>
              <a:gd name="adj" fmla="val 50000"/>
            </a:avLst>
          </a:prstGeom>
          <a:solidFill>
            <a:srgbClr val="F0EFF4"/>
          </a:solidFill>
          <a:ln w="12700">
            <a:solidFill>
              <a:srgbClr val="F0EFF4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97" name="Text 53">
            <a:extLst>
              <a:ext uri="{FF2B5EF4-FFF2-40B4-BE49-F238E27FC236}">
                <a16:creationId xmlns:a16="http://schemas.microsoft.com/office/drawing/2014/main" id="{B8910663-B62B-13E1-E6B6-DF776D632F7F}"/>
              </a:ext>
            </a:extLst>
          </p:cNvPr>
          <p:cNvSpPr/>
          <p:nvPr/>
        </p:nvSpPr>
        <p:spPr>
          <a:xfrm>
            <a:off x="6387084" y="4159504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b="1" noProof="0" dirty="0">
                <a:solidFill>
                  <a:srgbClr val="A8A8B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A INICIAR</a:t>
            </a:r>
            <a:endParaRPr lang="pt-BR" sz="800" noProof="0" dirty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98" name="Shape 59">
            <a:extLst>
              <a:ext uri="{FF2B5EF4-FFF2-40B4-BE49-F238E27FC236}">
                <a16:creationId xmlns:a16="http://schemas.microsoft.com/office/drawing/2014/main" id="{E71B0C75-C018-C0EF-B7A9-3E91F8D9174B}"/>
              </a:ext>
            </a:extLst>
          </p:cNvPr>
          <p:cNvSpPr/>
          <p:nvPr/>
        </p:nvSpPr>
        <p:spPr>
          <a:xfrm>
            <a:off x="7534656" y="4159504"/>
            <a:ext cx="877824" cy="274320"/>
          </a:xfrm>
          <a:prstGeom prst="roundRect">
            <a:avLst>
              <a:gd name="adj" fmla="val 50000"/>
            </a:avLst>
          </a:prstGeom>
          <a:solidFill>
            <a:srgbClr val="F0EFF4"/>
          </a:solidFill>
          <a:ln w="12700">
            <a:solidFill>
              <a:srgbClr val="F0EFF4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99" name="Text 60">
            <a:extLst>
              <a:ext uri="{FF2B5EF4-FFF2-40B4-BE49-F238E27FC236}">
                <a16:creationId xmlns:a16="http://schemas.microsoft.com/office/drawing/2014/main" id="{A5AE5455-FD27-CC21-78EC-8D87A5C9AB62}"/>
              </a:ext>
            </a:extLst>
          </p:cNvPr>
          <p:cNvSpPr/>
          <p:nvPr/>
        </p:nvSpPr>
        <p:spPr>
          <a:xfrm>
            <a:off x="7534656" y="4159504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b="1" noProof="0" dirty="0">
                <a:solidFill>
                  <a:srgbClr val="A8A8B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A INICIAR</a:t>
            </a:r>
            <a:endParaRPr lang="pt-BR" sz="800" noProof="0" dirty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00" name="Shape 66">
            <a:extLst>
              <a:ext uri="{FF2B5EF4-FFF2-40B4-BE49-F238E27FC236}">
                <a16:creationId xmlns:a16="http://schemas.microsoft.com/office/drawing/2014/main" id="{15B3CA58-D39F-E03D-694F-CF842C99C7E1}"/>
              </a:ext>
            </a:extLst>
          </p:cNvPr>
          <p:cNvSpPr/>
          <p:nvPr/>
        </p:nvSpPr>
        <p:spPr>
          <a:xfrm>
            <a:off x="8682228" y="4159504"/>
            <a:ext cx="877824" cy="274320"/>
          </a:xfrm>
          <a:prstGeom prst="roundRect">
            <a:avLst>
              <a:gd name="adj" fmla="val 50000"/>
            </a:avLst>
          </a:prstGeom>
          <a:solidFill>
            <a:srgbClr val="F0EFF4"/>
          </a:solidFill>
          <a:ln w="12700">
            <a:solidFill>
              <a:srgbClr val="F0EFF4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01" name="Text 67">
            <a:extLst>
              <a:ext uri="{FF2B5EF4-FFF2-40B4-BE49-F238E27FC236}">
                <a16:creationId xmlns:a16="http://schemas.microsoft.com/office/drawing/2014/main" id="{537B6B4D-35A4-25A8-535D-B5967A22C40D}"/>
              </a:ext>
            </a:extLst>
          </p:cNvPr>
          <p:cNvSpPr/>
          <p:nvPr/>
        </p:nvSpPr>
        <p:spPr>
          <a:xfrm>
            <a:off x="8682228" y="4159504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b="1" noProof="0" dirty="0">
                <a:solidFill>
                  <a:srgbClr val="A8A8B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A INICIAR</a:t>
            </a:r>
            <a:endParaRPr lang="pt-BR" sz="800" noProof="0" dirty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02" name="Shape 73">
            <a:extLst>
              <a:ext uri="{FF2B5EF4-FFF2-40B4-BE49-F238E27FC236}">
                <a16:creationId xmlns:a16="http://schemas.microsoft.com/office/drawing/2014/main" id="{C0E23674-9074-5E1D-BE4E-C6D9B7224160}"/>
              </a:ext>
            </a:extLst>
          </p:cNvPr>
          <p:cNvSpPr/>
          <p:nvPr/>
        </p:nvSpPr>
        <p:spPr>
          <a:xfrm>
            <a:off x="9829800" y="4159504"/>
            <a:ext cx="877824" cy="274320"/>
          </a:xfrm>
          <a:prstGeom prst="roundRect">
            <a:avLst>
              <a:gd name="adj" fmla="val 50000"/>
            </a:avLst>
          </a:prstGeom>
          <a:solidFill>
            <a:srgbClr val="F0EFF4"/>
          </a:solidFill>
          <a:ln w="12700">
            <a:solidFill>
              <a:srgbClr val="F0EFF4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03" name="Text 74">
            <a:extLst>
              <a:ext uri="{FF2B5EF4-FFF2-40B4-BE49-F238E27FC236}">
                <a16:creationId xmlns:a16="http://schemas.microsoft.com/office/drawing/2014/main" id="{6DA64483-D372-E59C-CD1A-9DAD8CB5D566}"/>
              </a:ext>
            </a:extLst>
          </p:cNvPr>
          <p:cNvSpPr/>
          <p:nvPr/>
        </p:nvSpPr>
        <p:spPr>
          <a:xfrm>
            <a:off x="9829800" y="4159504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b="1" noProof="0" dirty="0">
                <a:solidFill>
                  <a:srgbClr val="A8A8B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A INICIAR</a:t>
            </a:r>
            <a:endParaRPr lang="pt-BR" sz="800" noProof="0" dirty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04" name="Shape 80">
            <a:extLst>
              <a:ext uri="{FF2B5EF4-FFF2-40B4-BE49-F238E27FC236}">
                <a16:creationId xmlns:a16="http://schemas.microsoft.com/office/drawing/2014/main" id="{3C4FC807-4583-39BD-533C-D1998FCF0988}"/>
              </a:ext>
            </a:extLst>
          </p:cNvPr>
          <p:cNvSpPr/>
          <p:nvPr/>
        </p:nvSpPr>
        <p:spPr>
          <a:xfrm>
            <a:off x="10977372" y="4159504"/>
            <a:ext cx="877824" cy="274320"/>
          </a:xfrm>
          <a:prstGeom prst="roundRect">
            <a:avLst>
              <a:gd name="adj" fmla="val 50000"/>
            </a:avLst>
          </a:prstGeom>
          <a:solidFill>
            <a:srgbClr val="F0EFF4"/>
          </a:solidFill>
          <a:ln w="12700">
            <a:solidFill>
              <a:srgbClr val="F0EFF4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05" name="Text 81">
            <a:extLst>
              <a:ext uri="{FF2B5EF4-FFF2-40B4-BE49-F238E27FC236}">
                <a16:creationId xmlns:a16="http://schemas.microsoft.com/office/drawing/2014/main" id="{01883BD1-A057-F88E-0A89-60E543CD034F}"/>
              </a:ext>
            </a:extLst>
          </p:cNvPr>
          <p:cNvSpPr/>
          <p:nvPr/>
        </p:nvSpPr>
        <p:spPr>
          <a:xfrm>
            <a:off x="10977372" y="4159504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b="1" noProof="0" dirty="0">
                <a:solidFill>
                  <a:srgbClr val="A8A8B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A INICIAR</a:t>
            </a:r>
            <a:endParaRPr lang="pt-BR" sz="800" noProof="0" dirty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06" name="Retângulo 105">
            <a:extLst>
              <a:ext uri="{FF2B5EF4-FFF2-40B4-BE49-F238E27FC236}">
                <a16:creationId xmlns:a16="http://schemas.microsoft.com/office/drawing/2014/main" id="{8A21E8B8-4DBB-BAA4-3315-83C195918172}"/>
              </a:ext>
            </a:extLst>
          </p:cNvPr>
          <p:cNvSpPr/>
          <p:nvPr/>
        </p:nvSpPr>
        <p:spPr>
          <a:xfrm>
            <a:off x="0" y="6512560"/>
            <a:ext cx="7891272" cy="3545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pt-BR" err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87" name="Shape 85"/>
          <p:cNvSpPr/>
          <p:nvPr/>
        </p:nvSpPr>
        <p:spPr>
          <a:xfrm>
            <a:off x="457200" y="2931734"/>
            <a:ext cx="990600" cy="521208"/>
          </a:xfrm>
          <a:prstGeom prst="rect">
            <a:avLst/>
          </a:prstGeom>
          <a:solidFill>
            <a:srgbClr val="FBFAFD"/>
          </a:solidFill>
          <a:ln w="12700">
            <a:solidFill>
              <a:srgbClr val="FBFAFD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02920" y="130410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FRENTE</a:t>
            </a:r>
            <a:endParaRPr lang="en-US" sz="85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468880" y="1304102"/>
            <a:ext cx="574358" cy="347472"/>
          </a:xfrm>
          <a:prstGeom prst="rect">
            <a:avLst/>
          </a:prstGeom>
          <a:solidFill>
            <a:srgbClr val="ECE8F4"/>
          </a:solidFill>
          <a:ln w="8890">
            <a:solidFill>
              <a:srgbClr val="DDD8E8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468880" y="1304102"/>
            <a:ext cx="5743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>
                <a:solidFill>
                  <a:srgbClr val="6F2DBD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SET/26</a:t>
            </a:r>
            <a:endParaRPr lang="en-US" sz="72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043238" y="1304102"/>
            <a:ext cx="574358" cy="347472"/>
          </a:xfrm>
          <a:prstGeom prst="rect">
            <a:avLst/>
          </a:prstGeom>
          <a:solidFill>
            <a:srgbClr val="F3F0F8"/>
          </a:solidFill>
          <a:ln w="8890">
            <a:solidFill>
              <a:srgbClr val="DDD8E8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043238" y="1304102"/>
            <a:ext cx="5743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>
                <a:solidFill>
                  <a:srgbClr val="6F2DBD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OUT/26</a:t>
            </a:r>
            <a:endParaRPr lang="en-US" sz="72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617595" y="1304102"/>
            <a:ext cx="574358" cy="347472"/>
          </a:xfrm>
          <a:prstGeom prst="rect">
            <a:avLst/>
          </a:prstGeom>
          <a:solidFill>
            <a:srgbClr val="ECE8F4"/>
          </a:solidFill>
          <a:ln w="8890">
            <a:solidFill>
              <a:srgbClr val="DDD8E8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617595" y="1304102"/>
            <a:ext cx="5743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>
                <a:solidFill>
                  <a:srgbClr val="6F2DBD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NOV/26</a:t>
            </a:r>
            <a:endParaRPr lang="en-US" sz="72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191953" y="1304102"/>
            <a:ext cx="574358" cy="347472"/>
          </a:xfrm>
          <a:prstGeom prst="rect">
            <a:avLst/>
          </a:prstGeom>
          <a:solidFill>
            <a:srgbClr val="F3F0F8"/>
          </a:solidFill>
          <a:ln w="8890">
            <a:solidFill>
              <a:srgbClr val="DDD8E8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191953" y="1304102"/>
            <a:ext cx="5743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>
                <a:solidFill>
                  <a:srgbClr val="6F2DBD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DEZ/26</a:t>
            </a:r>
            <a:endParaRPr lang="en-US" sz="72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766310" y="1304102"/>
            <a:ext cx="574358" cy="347472"/>
          </a:xfrm>
          <a:prstGeom prst="rect">
            <a:avLst/>
          </a:prstGeom>
          <a:solidFill>
            <a:srgbClr val="ECE8F4"/>
          </a:solidFill>
          <a:ln w="8890">
            <a:solidFill>
              <a:srgbClr val="DDD8E8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766310" y="1304102"/>
            <a:ext cx="5743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>
                <a:solidFill>
                  <a:srgbClr val="6F2DBD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JAN/27</a:t>
            </a:r>
            <a:endParaRPr lang="en-US" sz="72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340668" y="1304102"/>
            <a:ext cx="574358" cy="347472"/>
          </a:xfrm>
          <a:prstGeom prst="rect">
            <a:avLst/>
          </a:prstGeom>
          <a:solidFill>
            <a:srgbClr val="F3F0F8"/>
          </a:solidFill>
          <a:ln w="8890">
            <a:solidFill>
              <a:srgbClr val="DDD8E8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340668" y="1304102"/>
            <a:ext cx="5743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>
                <a:solidFill>
                  <a:srgbClr val="6F2DBD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FEV/27</a:t>
            </a:r>
            <a:endParaRPr lang="en-US" sz="72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915025" y="1304102"/>
            <a:ext cx="574358" cy="347472"/>
          </a:xfrm>
          <a:prstGeom prst="rect">
            <a:avLst/>
          </a:prstGeom>
          <a:solidFill>
            <a:srgbClr val="ECE8F4"/>
          </a:solidFill>
          <a:ln w="8890">
            <a:solidFill>
              <a:srgbClr val="DDD8E8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915025" y="1304102"/>
            <a:ext cx="5743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>
                <a:solidFill>
                  <a:srgbClr val="6F2DBD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MAR/27</a:t>
            </a:r>
            <a:endParaRPr lang="en-US" sz="72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489383" y="1304102"/>
            <a:ext cx="574358" cy="347472"/>
          </a:xfrm>
          <a:prstGeom prst="rect">
            <a:avLst/>
          </a:prstGeom>
          <a:solidFill>
            <a:srgbClr val="F3F0F8"/>
          </a:solidFill>
          <a:ln w="8890">
            <a:solidFill>
              <a:srgbClr val="DDD8E8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489383" y="1304102"/>
            <a:ext cx="5743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>
                <a:solidFill>
                  <a:srgbClr val="6F2DBD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ABR/27</a:t>
            </a:r>
            <a:endParaRPr lang="en-US" sz="72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7063740" y="1304102"/>
            <a:ext cx="574358" cy="347472"/>
          </a:xfrm>
          <a:prstGeom prst="rect">
            <a:avLst/>
          </a:prstGeom>
          <a:solidFill>
            <a:srgbClr val="ECE8F4"/>
          </a:solidFill>
          <a:ln w="8890">
            <a:solidFill>
              <a:srgbClr val="DDD8E8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063740" y="1304102"/>
            <a:ext cx="5743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>
                <a:solidFill>
                  <a:srgbClr val="6F2DBD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MAI/27</a:t>
            </a:r>
            <a:endParaRPr lang="en-US" sz="72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7638098" y="1304102"/>
            <a:ext cx="574358" cy="347472"/>
          </a:xfrm>
          <a:prstGeom prst="rect">
            <a:avLst/>
          </a:prstGeom>
          <a:solidFill>
            <a:srgbClr val="F3F0F8"/>
          </a:solidFill>
          <a:ln w="8890">
            <a:solidFill>
              <a:srgbClr val="DDD8E8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638098" y="1304102"/>
            <a:ext cx="5743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>
                <a:solidFill>
                  <a:srgbClr val="6F2DBD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JUN/27</a:t>
            </a:r>
            <a:endParaRPr lang="en-US" sz="72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8212455" y="1304102"/>
            <a:ext cx="574358" cy="347472"/>
          </a:xfrm>
          <a:prstGeom prst="rect">
            <a:avLst/>
          </a:prstGeom>
          <a:solidFill>
            <a:srgbClr val="ECE8F4"/>
          </a:solidFill>
          <a:ln w="8890">
            <a:solidFill>
              <a:srgbClr val="DDD8E8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8212455" y="1304102"/>
            <a:ext cx="5743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>
                <a:solidFill>
                  <a:srgbClr val="6F2DBD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JUL/27</a:t>
            </a:r>
            <a:endParaRPr lang="en-US" sz="72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8786813" y="1304102"/>
            <a:ext cx="574358" cy="347472"/>
          </a:xfrm>
          <a:prstGeom prst="rect">
            <a:avLst/>
          </a:prstGeom>
          <a:solidFill>
            <a:srgbClr val="F3F0F8"/>
          </a:solidFill>
          <a:ln w="8890">
            <a:solidFill>
              <a:srgbClr val="DDD8E8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786813" y="1304102"/>
            <a:ext cx="5743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>
                <a:solidFill>
                  <a:srgbClr val="6F2DBD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AGO/27</a:t>
            </a:r>
            <a:endParaRPr lang="en-US" sz="72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9361170" y="1304102"/>
            <a:ext cx="574358" cy="347472"/>
          </a:xfrm>
          <a:prstGeom prst="rect">
            <a:avLst/>
          </a:prstGeom>
          <a:solidFill>
            <a:srgbClr val="ECE8F4"/>
          </a:solidFill>
          <a:ln w="8890">
            <a:solidFill>
              <a:srgbClr val="DDD8E8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9361170" y="1304102"/>
            <a:ext cx="5743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>
                <a:solidFill>
                  <a:srgbClr val="6F2DBD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SET/27</a:t>
            </a:r>
            <a:endParaRPr lang="en-US" sz="72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9935528" y="1304102"/>
            <a:ext cx="574358" cy="347472"/>
          </a:xfrm>
          <a:prstGeom prst="rect">
            <a:avLst/>
          </a:prstGeom>
          <a:solidFill>
            <a:srgbClr val="F3F0F8"/>
          </a:solidFill>
          <a:ln w="8890">
            <a:solidFill>
              <a:srgbClr val="DDD8E8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9935528" y="1304102"/>
            <a:ext cx="5743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>
                <a:solidFill>
                  <a:srgbClr val="6F2DBD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OUT/27</a:t>
            </a:r>
            <a:endParaRPr lang="en-US" sz="72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10509885" y="1304102"/>
            <a:ext cx="574358" cy="347472"/>
          </a:xfrm>
          <a:prstGeom prst="rect">
            <a:avLst/>
          </a:prstGeom>
          <a:solidFill>
            <a:srgbClr val="ECE8F4"/>
          </a:solidFill>
          <a:ln w="8890">
            <a:solidFill>
              <a:srgbClr val="DDD8E8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0509885" y="1304102"/>
            <a:ext cx="5743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>
                <a:solidFill>
                  <a:srgbClr val="6F2DBD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NOV/27</a:t>
            </a:r>
            <a:endParaRPr lang="en-US" sz="72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11084243" y="1304102"/>
            <a:ext cx="574358" cy="347472"/>
          </a:xfrm>
          <a:prstGeom prst="rect">
            <a:avLst/>
          </a:prstGeom>
          <a:solidFill>
            <a:srgbClr val="F3F0F8"/>
          </a:solidFill>
          <a:ln w="8890">
            <a:solidFill>
              <a:srgbClr val="DDD8E8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11084243" y="1304102"/>
            <a:ext cx="5743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>
                <a:solidFill>
                  <a:srgbClr val="6F2DBD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DEZ/27</a:t>
            </a:r>
            <a:endParaRPr lang="en-US" sz="72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457200" y="1724726"/>
            <a:ext cx="11228832" cy="521208"/>
          </a:xfrm>
          <a:prstGeom prst="rect">
            <a:avLst/>
          </a:prstGeom>
          <a:solidFill>
            <a:srgbClr val="FBFAFD"/>
          </a:solidFill>
          <a:ln w="12700">
            <a:solidFill>
              <a:srgbClr val="FBFAFD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548640" y="1865795"/>
            <a:ext cx="182880" cy="182880"/>
          </a:xfrm>
          <a:prstGeom prst="ellipse">
            <a:avLst/>
          </a:prstGeom>
          <a:solidFill>
            <a:srgbClr val="6F2DBD"/>
          </a:solidFill>
          <a:ln w="12700">
            <a:solidFill>
              <a:srgbClr val="6F2DBD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822960" y="177959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Visao Completa Cliente</a:t>
            </a:r>
            <a:endParaRPr lang="en-US" sz="9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73" name="Shape 71"/>
          <p:cNvSpPr/>
          <p:nvPr/>
        </p:nvSpPr>
        <p:spPr>
          <a:xfrm>
            <a:off x="548640" y="2483396"/>
            <a:ext cx="182880" cy="182880"/>
          </a:xfrm>
          <a:prstGeom prst="ellipse">
            <a:avLst/>
          </a:prstGeom>
          <a:solidFill>
            <a:srgbClr val="008E8A"/>
          </a:solidFill>
          <a:ln w="12700">
            <a:solidFill>
              <a:srgbClr val="008E8A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74" name="Text 72"/>
          <p:cNvSpPr/>
          <p:nvPr/>
        </p:nvSpPr>
        <p:spPr>
          <a:xfrm>
            <a:off x="822960" y="2383094"/>
            <a:ext cx="11944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Migracao SFA</a:t>
            </a:r>
            <a:endParaRPr lang="en-US" sz="9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88" name="Shape 86"/>
          <p:cNvSpPr/>
          <p:nvPr/>
        </p:nvSpPr>
        <p:spPr>
          <a:xfrm>
            <a:off x="548640" y="3091754"/>
            <a:ext cx="182880" cy="182880"/>
          </a:xfrm>
          <a:prstGeom prst="ellipse">
            <a:avLst/>
          </a:prstGeom>
          <a:solidFill>
            <a:srgbClr val="246BFD"/>
          </a:solidFill>
          <a:ln w="12700">
            <a:solidFill>
              <a:srgbClr val="246BFD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89" name="Text 87"/>
          <p:cNvSpPr/>
          <p:nvPr/>
        </p:nvSpPr>
        <p:spPr>
          <a:xfrm>
            <a:off x="822960" y="2986598"/>
            <a:ext cx="9887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Vivo+</a:t>
            </a:r>
            <a:endParaRPr lang="en-US" sz="9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02" name="Shape 100"/>
          <p:cNvSpPr/>
          <p:nvPr/>
        </p:nvSpPr>
        <p:spPr>
          <a:xfrm>
            <a:off x="548640" y="3699830"/>
            <a:ext cx="182880" cy="182880"/>
          </a:xfrm>
          <a:prstGeom prst="ellipse">
            <a:avLst/>
          </a:prstGeom>
          <a:solidFill>
            <a:srgbClr val="C14B8A"/>
          </a:solidFill>
          <a:ln w="12700">
            <a:solidFill>
              <a:srgbClr val="C14B8A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03" name="Text 101"/>
          <p:cNvSpPr/>
          <p:nvPr/>
        </p:nvSpPr>
        <p:spPr>
          <a:xfrm>
            <a:off x="822960" y="359010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Asset</a:t>
            </a:r>
            <a:endParaRPr lang="en-US" sz="9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17" name="Shape 115"/>
          <p:cNvSpPr/>
          <p:nvPr/>
        </p:nvSpPr>
        <p:spPr>
          <a:xfrm>
            <a:off x="457200" y="4138742"/>
            <a:ext cx="11228832" cy="521208"/>
          </a:xfrm>
          <a:prstGeom prst="rect">
            <a:avLst/>
          </a:prstGeom>
          <a:solidFill>
            <a:srgbClr val="FBFAFD"/>
          </a:solidFill>
          <a:ln w="12700">
            <a:solidFill>
              <a:srgbClr val="FBFAFD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18" name="Shape 116"/>
          <p:cNvSpPr/>
          <p:nvPr/>
        </p:nvSpPr>
        <p:spPr>
          <a:xfrm>
            <a:off x="548640" y="4303334"/>
            <a:ext cx="182880" cy="182880"/>
          </a:xfrm>
          <a:prstGeom prst="ellipse">
            <a:avLst/>
          </a:prstGeom>
          <a:solidFill>
            <a:srgbClr val="E18418"/>
          </a:solidFill>
          <a:ln w="12700">
            <a:solidFill>
              <a:srgbClr val="E18418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19" name="Text 117"/>
          <p:cNvSpPr/>
          <p:nvPr/>
        </p:nvSpPr>
        <p:spPr>
          <a:xfrm>
            <a:off x="822960" y="4193606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Permissionamento</a:t>
            </a:r>
            <a:endParaRPr lang="en-US" sz="9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33" name="Shape 131"/>
          <p:cNvSpPr/>
          <p:nvPr/>
        </p:nvSpPr>
        <p:spPr>
          <a:xfrm>
            <a:off x="548640" y="4906838"/>
            <a:ext cx="182880" cy="182880"/>
          </a:xfrm>
          <a:prstGeom prst="ellipse">
            <a:avLst/>
          </a:prstGeom>
          <a:solidFill>
            <a:srgbClr val="5F6CAF"/>
          </a:solidFill>
          <a:ln w="12700">
            <a:solidFill>
              <a:srgbClr val="5F6CAF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34" name="Text 132"/>
          <p:cNvSpPr/>
          <p:nvPr/>
        </p:nvSpPr>
        <p:spPr>
          <a:xfrm>
            <a:off x="822960" y="479711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pt-BR" sz="900" b="1" noProof="0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Endereços</a:t>
            </a:r>
            <a:endParaRPr lang="en-US" sz="9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48" name="Shape 146"/>
          <p:cNvSpPr/>
          <p:nvPr/>
        </p:nvSpPr>
        <p:spPr>
          <a:xfrm>
            <a:off x="502920" y="5398328"/>
            <a:ext cx="11155680" cy="914"/>
          </a:xfrm>
          <a:prstGeom prst="line">
            <a:avLst/>
          </a:prstGeom>
          <a:noFill/>
          <a:ln w="12700">
            <a:solidFill>
              <a:srgbClr val="E4E2EC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49" name="Text 147"/>
          <p:cNvSpPr/>
          <p:nvPr/>
        </p:nvSpPr>
        <p:spPr>
          <a:xfrm>
            <a:off x="502920" y="559263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>
                <a:solidFill>
                  <a:srgbClr val="6F2DBD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MARCOS DE ENTREGA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50" name="Shape 148"/>
          <p:cNvSpPr/>
          <p:nvPr/>
        </p:nvSpPr>
        <p:spPr>
          <a:xfrm>
            <a:off x="1874520" y="5519486"/>
            <a:ext cx="144475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4E2EC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51" name="Shape 149"/>
          <p:cNvSpPr/>
          <p:nvPr/>
        </p:nvSpPr>
        <p:spPr>
          <a:xfrm>
            <a:off x="1984248" y="5711510"/>
            <a:ext cx="128016" cy="128016"/>
          </a:xfrm>
          <a:prstGeom prst="ellipse">
            <a:avLst/>
          </a:prstGeom>
          <a:solidFill>
            <a:srgbClr val="6F2DBD"/>
          </a:solidFill>
          <a:ln w="12700">
            <a:solidFill>
              <a:srgbClr val="6F2DBD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52" name="Text 150"/>
          <p:cNvSpPr/>
          <p:nvPr/>
        </p:nvSpPr>
        <p:spPr>
          <a:xfrm>
            <a:off x="2167128" y="557435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10" b="1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Visao Completa</a:t>
            </a:r>
            <a:endParaRPr lang="en-US" sz="71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53" name="Text 151"/>
          <p:cNvSpPr/>
          <p:nvPr/>
        </p:nvSpPr>
        <p:spPr>
          <a:xfrm>
            <a:off x="2898648" y="5574350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r">
              <a:buNone/>
            </a:pPr>
            <a:r>
              <a:rPr lang="en-US" sz="710" b="1">
                <a:solidFill>
                  <a:srgbClr val="6F2DBD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MAI/27</a:t>
            </a:r>
            <a:endParaRPr lang="en-US" sz="71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54" name="Shape 152"/>
          <p:cNvSpPr/>
          <p:nvPr/>
        </p:nvSpPr>
        <p:spPr>
          <a:xfrm>
            <a:off x="3483864" y="5519486"/>
            <a:ext cx="144475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4E2EC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55" name="Shape 153"/>
          <p:cNvSpPr/>
          <p:nvPr/>
        </p:nvSpPr>
        <p:spPr>
          <a:xfrm>
            <a:off x="3593592" y="5711510"/>
            <a:ext cx="128016" cy="128016"/>
          </a:xfrm>
          <a:prstGeom prst="ellipse">
            <a:avLst/>
          </a:prstGeom>
          <a:solidFill>
            <a:srgbClr val="008E8A"/>
          </a:solidFill>
          <a:ln w="12700">
            <a:solidFill>
              <a:srgbClr val="008E8A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56" name="Text 154"/>
          <p:cNvSpPr/>
          <p:nvPr/>
        </p:nvSpPr>
        <p:spPr>
          <a:xfrm>
            <a:off x="3776472" y="557435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10" b="1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Migracao SFA</a:t>
            </a:r>
            <a:endParaRPr lang="en-US" sz="71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57" name="Text 155"/>
          <p:cNvSpPr/>
          <p:nvPr/>
        </p:nvSpPr>
        <p:spPr>
          <a:xfrm>
            <a:off x="4507992" y="5574350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r">
              <a:buNone/>
            </a:pPr>
            <a:r>
              <a:rPr lang="en-US" sz="710" b="1">
                <a:solidFill>
                  <a:srgbClr val="008E8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MAI/27</a:t>
            </a:r>
            <a:endParaRPr lang="en-US" sz="71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58" name="Shape 156"/>
          <p:cNvSpPr/>
          <p:nvPr/>
        </p:nvSpPr>
        <p:spPr>
          <a:xfrm>
            <a:off x="5093208" y="5519486"/>
            <a:ext cx="144475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4E2EC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59" name="Shape 157"/>
          <p:cNvSpPr/>
          <p:nvPr/>
        </p:nvSpPr>
        <p:spPr>
          <a:xfrm>
            <a:off x="5202936" y="5711510"/>
            <a:ext cx="128016" cy="128016"/>
          </a:xfrm>
          <a:prstGeom prst="ellipse">
            <a:avLst/>
          </a:prstGeom>
          <a:solidFill>
            <a:srgbClr val="246BFD"/>
          </a:solidFill>
          <a:ln w="12700">
            <a:solidFill>
              <a:srgbClr val="246BFD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60" name="Text 158"/>
          <p:cNvSpPr/>
          <p:nvPr/>
        </p:nvSpPr>
        <p:spPr>
          <a:xfrm>
            <a:off x="5385816" y="557435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10" b="1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Vivo+</a:t>
            </a:r>
            <a:endParaRPr lang="en-US" sz="71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61" name="Text 159"/>
          <p:cNvSpPr/>
          <p:nvPr/>
        </p:nvSpPr>
        <p:spPr>
          <a:xfrm>
            <a:off x="6117336" y="5574350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r">
              <a:buNone/>
            </a:pPr>
            <a:r>
              <a:rPr lang="en-US" sz="710" b="1">
                <a:solidFill>
                  <a:srgbClr val="246BFD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MAI/27</a:t>
            </a:r>
            <a:endParaRPr lang="en-US" sz="71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62" name="Shape 160"/>
          <p:cNvSpPr/>
          <p:nvPr/>
        </p:nvSpPr>
        <p:spPr>
          <a:xfrm>
            <a:off x="6702552" y="5519486"/>
            <a:ext cx="144475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4E2EC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63" name="Shape 161"/>
          <p:cNvSpPr/>
          <p:nvPr/>
        </p:nvSpPr>
        <p:spPr>
          <a:xfrm>
            <a:off x="6812280" y="5711510"/>
            <a:ext cx="128016" cy="128016"/>
          </a:xfrm>
          <a:prstGeom prst="ellipse">
            <a:avLst/>
          </a:prstGeom>
          <a:solidFill>
            <a:srgbClr val="C14B8A"/>
          </a:solidFill>
          <a:ln w="12700">
            <a:solidFill>
              <a:srgbClr val="C14B8A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64" name="Text 162"/>
          <p:cNvSpPr/>
          <p:nvPr/>
        </p:nvSpPr>
        <p:spPr>
          <a:xfrm>
            <a:off x="6995160" y="557435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10" b="1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Asset</a:t>
            </a:r>
            <a:endParaRPr lang="en-US" sz="71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65" name="Text 163"/>
          <p:cNvSpPr/>
          <p:nvPr/>
        </p:nvSpPr>
        <p:spPr>
          <a:xfrm>
            <a:off x="7726680" y="5574350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r">
              <a:buNone/>
            </a:pPr>
            <a:r>
              <a:rPr lang="en-US" sz="710" b="1">
                <a:solidFill>
                  <a:srgbClr val="C14B8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JUN/27</a:t>
            </a:r>
            <a:endParaRPr lang="en-US" sz="71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66" name="Shape 164"/>
          <p:cNvSpPr/>
          <p:nvPr/>
        </p:nvSpPr>
        <p:spPr>
          <a:xfrm>
            <a:off x="8311896" y="5519486"/>
            <a:ext cx="144475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4E2EC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67" name="Shape 165"/>
          <p:cNvSpPr/>
          <p:nvPr/>
        </p:nvSpPr>
        <p:spPr>
          <a:xfrm>
            <a:off x="8421624" y="5711510"/>
            <a:ext cx="128016" cy="128016"/>
          </a:xfrm>
          <a:prstGeom prst="ellipse">
            <a:avLst/>
          </a:prstGeom>
          <a:solidFill>
            <a:srgbClr val="E18418"/>
          </a:solidFill>
          <a:ln w="12700">
            <a:solidFill>
              <a:srgbClr val="E18418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68" name="Text 166"/>
          <p:cNvSpPr/>
          <p:nvPr/>
        </p:nvSpPr>
        <p:spPr>
          <a:xfrm>
            <a:off x="8604504" y="557435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pt-BR" sz="710" b="1" noProof="0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Permiss</a:t>
            </a:r>
            <a:r>
              <a:rPr lang="en-US" sz="710" b="1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.</a:t>
            </a:r>
            <a:endParaRPr lang="en-US" sz="71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69" name="Text 167"/>
          <p:cNvSpPr/>
          <p:nvPr/>
        </p:nvSpPr>
        <p:spPr>
          <a:xfrm>
            <a:off x="9336024" y="5574350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10" b="1">
                <a:solidFill>
                  <a:srgbClr val="E18418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SET/27</a:t>
            </a:r>
            <a:endParaRPr lang="en-US" sz="71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70" name="Shape 168"/>
          <p:cNvSpPr/>
          <p:nvPr/>
        </p:nvSpPr>
        <p:spPr>
          <a:xfrm>
            <a:off x="9921240" y="5519486"/>
            <a:ext cx="144475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4E2EC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71" name="Shape 169"/>
          <p:cNvSpPr/>
          <p:nvPr/>
        </p:nvSpPr>
        <p:spPr>
          <a:xfrm>
            <a:off x="10030968" y="5711510"/>
            <a:ext cx="128016" cy="128016"/>
          </a:xfrm>
          <a:prstGeom prst="ellipse">
            <a:avLst/>
          </a:prstGeom>
          <a:solidFill>
            <a:srgbClr val="5F6CAF"/>
          </a:solidFill>
          <a:ln w="12700">
            <a:solidFill>
              <a:srgbClr val="5F6CAF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72" name="Text 170"/>
          <p:cNvSpPr/>
          <p:nvPr/>
        </p:nvSpPr>
        <p:spPr>
          <a:xfrm>
            <a:off x="10213848" y="557435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10" b="1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Enderecos</a:t>
            </a:r>
            <a:endParaRPr lang="en-US" sz="71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73" name="Text 171"/>
          <p:cNvSpPr/>
          <p:nvPr/>
        </p:nvSpPr>
        <p:spPr>
          <a:xfrm>
            <a:off x="10945368" y="5574350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r">
              <a:buNone/>
            </a:pPr>
            <a:r>
              <a:rPr lang="en-US" sz="710" b="1">
                <a:solidFill>
                  <a:srgbClr val="5F6CAF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DEZ/27</a:t>
            </a:r>
            <a:endParaRPr lang="en-US" sz="71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77" name="Retângulo 176">
            <a:extLst>
              <a:ext uri="{FF2B5EF4-FFF2-40B4-BE49-F238E27FC236}">
                <a16:creationId xmlns:a16="http://schemas.microsoft.com/office/drawing/2014/main" id="{802D6CDC-AD03-B388-ACF7-28CD988C13D1}"/>
              </a:ext>
            </a:extLst>
          </p:cNvPr>
          <p:cNvSpPr/>
          <p:nvPr/>
        </p:nvSpPr>
        <p:spPr>
          <a:xfrm>
            <a:off x="0" y="-2722"/>
            <a:ext cx="12192000" cy="433926"/>
          </a:xfrm>
          <a:prstGeom prst="rect">
            <a:avLst/>
          </a:prstGeom>
          <a:gradFill>
            <a:gsLst>
              <a:gs pos="0">
                <a:srgbClr val="5D007B">
                  <a:alpha val="100000"/>
                </a:srgbClr>
              </a:gs>
              <a:gs pos="100000">
                <a:srgbClr val="380054">
                  <a:alpha val="10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ivo Type" panose="02000500000000020000" pitchFamily="50" charset="0"/>
              <a:cs typeface="Vivo Type" panose="02000500000000020000" pitchFamily="50" charset="0"/>
              <a:sym typeface="Arial"/>
            </a:endParaRPr>
          </a:p>
        </p:txBody>
      </p:sp>
      <p:sp>
        <p:nvSpPr>
          <p:cNvPr id="178" name="Google Shape;351;p52">
            <a:extLst>
              <a:ext uri="{FF2B5EF4-FFF2-40B4-BE49-F238E27FC236}">
                <a16:creationId xmlns:a16="http://schemas.microsoft.com/office/drawing/2014/main" id="{D5F1B6D9-8018-115F-19EB-919740711812}"/>
              </a:ext>
            </a:extLst>
          </p:cNvPr>
          <p:cNvSpPr/>
          <p:nvPr/>
        </p:nvSpPr>
        <p:spPr>
          <a:xfrm>
            <a:off x="-1" y="-58731"/>
            <a:ext cx="8357420" cy="521906"/>
          </a:xfrm>
          <a:prstGeom prst="rect">
            <a:avLst/>
          </a:prstGeom>
        </p:spPr>
        <p:txBody>
          <a:bodyPr vert="horz" lIns="121954" tIns="60977" rIns="121954" bIns="60977" rtlCol="0" anchor="ctr">
            <a:norm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1371600">
              <a:lnSpc>
                <a:spcPct val="90000"/>
              </a:lnSpc>
              <a:spcBef>
                <a:spcPct val="0"/>
              </a:spcBef>
              <a:buClr>
                <a:srgbClr val="000000"/>
              </a:buClr>
              <a:defRPr/>
            </a:pPr>
            <a:r>
              <a:rPr lang="pt-BR" b="1">
                <a:solidFill>
                  <a:prstClr val="white"/>
                </a:solidFill>
                <a:latin typeface="Vivo Type" panose="02000500000000020000" pitchFamily="50" charset="0"/>
                <a:cs typeface="Vivo Type" panose="02000500000000020000" pitchFamily="50" charset="0"/>
                <a:sym typeface="Arial"/>
              </a:rPr>
              <a:t>MACRO CRONOGRAMA</a:t>
            </a:r>
          </a:p>
        </p:txBody>
      </p:sp>
      <p:pic>
        <p:nvPicPr>
          <p:cNvPr id="179" name="Imagem 178">
            <a:hlinkClick r:id="rId3" action="ppaction://hlinksldjump"/>
            <a:extLst>
              <a:ext uri="{FF2B5EF4-FFF2-40B4-BE49-F238E27FC236}">
                <a16:creationId xmlns:a16="http://schemas.microsoft.com/office/drawing/2014/main" id="{44E4201A-A291-B8A2-8B06-2633B09D35B2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grayscl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379281" y="84440"/>
            <a:ext cx="529053" cy="232607"/>
          </a:xfrm>
          <a:prstGeom prst="rect">
            <a:avLst/>
          </a:prstGeom>
        </p:spPr>
      </p:pic>
      <p:sp>
        <p:nvSpPr>
          <p:cNvPr id="43" name="Shape 41"/>
          <p:cNvSpPr/>
          <p:nvPr/>
        </p:nvSpPr>
        <p:spPr>
          <a:xfrm>
            <a:off x="3617595" y="1651574"/>
            <a:ext cx="914" cy="3749040"/>
          </a:xfrm>
          <a:prstGeom prst="line">
            <a:avLst/>
          </a:prstGeom>
          <a:noFill/>
          <a:ln w="7620">
            <a:solidFill>
              <a:srgbClr val="E7E3EC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5340668" y="1651574"/>
            <a:ext cx="914" cy="3749040"/>
          </a:xfrm>
          <a:prstGeom prst="line">
            <a:avLst/>
          </a:prstGeom>
          <a:noFill/>
          <a:ln w="7620">
            <a:solidFill>
              <a:srgbClr val="E7E3EC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5915025" y="1651574"/>
            <a:ext cx="914" cy="3749040"/>
          </a:xfrm>
          <a:prstGeom prst="line">
            <a:avLst/>
          </a:prstGeom>
          <a:noFill/>
          <a:ln w="7620">
            <a:solidFill>
              <a:srgbClr val="E7E3EC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6489383" y="1651574"/>
            <a:ext cx="914" cy="3749040"/>
          </a:xfrm>
          <a:prstGeom prst="line">
            <a:avLst/>
          </a:prstGeom>
          <a:noFill/>
          <a:ln w="7620">
            <a:solidFill>
              <a:srgbClr val="E7E3EC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7638098" y="1651574"/>
            <a:ext cx="914" cy="3749040"/>
          </a:xfrm>
          <a:prstGeom prst="line">
            <a:avLst/>
          </a:prstGeom>
          <a:noFill/>
          <a:ln w="7620">
            <a:solidFill>
              <a:srgbClr val="E7E3EC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8212455" y="1651574"/>
            <a:ext cx="914" cy="3749040"/>
          </a:xfrm>
          <a:prstGeom prst="line">
            <a:avLst/>
          </a:prstGeom>
          <a:noFill/>
          <a:ln w="7620">
            <a:solidFill>
              <a:srgbClr val="E7E3EC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8786813" y="1651574"/>
            <a:ext cx="914" cy="3749040"/>
          </a:xfrm>
          <a:prstGeom prst="line">
            <a:avLst/>
          </a:prstGeom>
          <a:noFill/>
          <a:ln w="7620">
            <a:solidFill>
              <a:srgbClr val="E7E3EC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9935528" y="1651574"/>
            <a:ext cx="914" cy="3749040"/>
          </a:xfrm>
          <a:prstGeom prst="line">
            <a:avLst/>
          </a:prstGeom>
          <a:noFill/>
          <a:ln w="7620">
            <a:solidFill>
              <a:srgbClr val="E7E3EC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10509885" y="1651574"/>
            <a:ext cx="914" cy="3749040"/>
          </a:xfrm>
          <a:prstGeom prst="line">
            <a:avLst/>
          </a:prstGeom>
          <a:noFill/>
          <a:ln w="7620">
            <a:solidFill>
              <a:srgbClr val="E7E3EC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11084243" y="1651574"/>
            <a:ext cx="914" cy="3749040"/>
          </a:xfrm>
          <a:prstGeom prst="line">
            <a:avLst/>
          </a:prstGeom>
          <a:noFill/>
          <a:ln w="7620">
            <a:solidFill>
              <a:srgbClr val="E7E3EC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10" name="Shape 108"/>
          <p:cNvSpPr/>
          <p:nvPr/>
        </p:nvSpPr>
        <p:spPr>
          <a:xfrm>
            <a:off x="5262244" y="3631250"/>
            <a:ext cx="338455" cy="329184"/>
          </a:xfrm>
          <a:prstGeom prst="roundRect">
            <a:avLst>
              <a:gd name="adj" fmla="val 16667"/>
            </a:avLst>
          </a:prstGeom>
          <a:solidFill>
            <a:srgbClr val="C14B8A"/>
          </a:solidFill>
          <a:ln w="12700">
            <a:solidFill>
              <a:srgbClr val="C14B8A"/>
            </a:solidFill>
            <a:prstDash val="solid"/>
          </a:ln>
        </p:spPr>
        <p:txBody>
          <a:bodyPr/>
          <a:lstStyle/>
          <a:p>
            <a:endParaRPr lang="pt-BR" sz="6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11" name="Text 109"/>
          <p:cNvSpPr/>
          <p:nvPr/>
        </p:nvSpPr>
        <p:spPr>
          <a:xfrm>
            <a:off x="5280533" y="3626678"/>
            <a:ext cx="31508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600" b="1" noProof="0">
                <a:solidFill>
                  <a:srgbClr val="FFFFFF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Ref. Téc.</a:t>
            </a:r>
            <a:endParaRPr lang="pt-BR" sz="600" noProof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24" name="Shape 122"/>
          <p:cNvSpPr/>
          <p:nvPr/>
        </p:nvSpPr>
        <p:spPr>
          <a:xfrm>
            <a:off x="5646419" y="4230182"/>
            <a:ext cx="531019" cy="329184"/>
          </a:xfrm>
          <a:prstGeom prst="roundRect">
            <a:avLst>
              <a:gd name="adj" fmla="val 16667"/>
            </a:avLst>
          </a:prstGeom>
          <a:solidFill>
            <a:srgbClr val="E18418"/>
          </a:solidFill>
          <a:ln w="12700">
            <a:solidFill>
              <a:srgbClr val="E18418"/>
            </a:solidFill>
            <a:prstDash val="solid"/>
          </a:ln>
        </p:spPr>
        <p:txBody>
          <a:bodyPr/>
          <a:lstStyle/>
          <a:p>
            <a:endParaRPr lang="pt-BR" sz="6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25" name="Text 123"/>
          <p:cNvSpPr/>
          <p:nvPr/>
        </p:nvSpPr>
        <p:spPr>
          <a:xfrm>
            <a:off x="5669279" y="4230182"/>
            <a:ext cx="4898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00" b="1">
                <a:solidFill>
                  <a:srgbClr val="FFFFFF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Sprint 0</a:t>
            </a:r>
            <a:endParaRPr lang="en-US" sz="6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39" name="Shape 137"/>
          <p:cNvSpPr/>
          <p:nvPr/>
        </p:nvSpPr>
        <p:spPr>
          <a:xfrm>
            <a:off x="6190488" y="4833686"/>
            <a:ext cx="276035" cy="329184"/>
          </a:xfrm>
          <a:prstGeom prst="roundRect">
            <a:avLst>
              <a:gd name="adj" fmla="val 16667"/>
            </a:avLst>
          </a:prstGeom>
          <a:solidFill>
            <a:srgbClr val="5F6CAF"/>
          </a:solidFill>
          <a:ln w="12700">
            <a:solidFill>
              <a:srgbClr val="5F6CAF"/>
            </a:solidFill>
            <a:prstDash val="solid"/>
          </a:ln>
        </p:spPr>
        <p:txBody>
          <a:bodyPr/>
          <a:lstStyle/>
          <a:p>
            <a:endParaRPr lang="pt-BR" sz="6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40" name="Text 138"/>
          <p:cNvSpPr/>
          <p:nvPr/>
        </p:nvSpPr>
        <p:spPr>
          <a:xfrm>
            <a:off x="6217920" y="4833686"/>
            <a:ext cx="2303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00" b="1">
                <a:solidFill>
                  <a:srgbClr val="FFFFFF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DAS</a:t>
            </a:r>
            <a:endParaRPr lang="en-US" sz="6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45" name="Shape 143"/>
          <p:cNvSpPr/>
          <p:nvPr/>
        </p:nvSpPr>
        <p:spPr>
          <a:xfrm>
            <a:off x="10532745" y="4833686"/>
            <a:ext cx="528637" cy="329184"/>
          </a:xfrm>
          <a:prstGeom prst="roundRect">
            <a:avLst>
              <a:gd name="adj" fmla="val 16667"/>
            </a:avLst>
          </a:prstGeom>
          <a:solidFill>
            <a:srgbClr val="5F6CAF"/>
          </a:solidFill>
          <a:ln w="12700">
            <a:solidFill>
              <a:srgbClr val="5F6CAF"/>
            </a:solidFill>
            <a:prstDash val="solid"/>
          </a:ln>
        </p:spPr>
        <p:txBody>
          <a:bodyPr/>
          <a:lstStyle/>
          <a:p>
            <a:endParaRPr lang="pt-BR" sz="6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46" name="Text 144"/>
          <p:cNvSpPr/>
          <p:nvPr/>
        </p:nvSpPr>
        <p:spPr>
          <a:xfrm>
            <a:off x="10565130" y="4833686"/>
            <a:ext cx="4779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00" b="1">
                <a:solidFill>
                  <a:srgbClr val="FFFFFF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QA</a:t>
            </a:r>
            <a:endParaRPr lang="en-US" sz="6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2" name="Shape 48">
            <a:extLst>
              <a:ext uri="{FF2B5EF4-FFF2-40B4-BE49-F238E27FC236}">
                <a16:creationId xmlns:a16="http://schemas.microsoft.com/office/drawing/2014/main" id="{1C36B8D3-D1B6-472F-7DCE-C838220F274D}"/>
              </a:ext>
            </a:extLst>
          </p:cNvPr>
          <p:cNvSpPr/>
          <p:nvPr/>
        </p:nvSpPr>
        <p:spPr>
          <a:xfrm>
            <a:off x="7062826" y="1653570"/>
            <a:ext cx="914" cy="3749040"/>
          </a:xfrm>
          <a:prstGeom prst="line">
            <a:avLst/>
          </a:prstGeom>
          <a:noFill/>
          <a:ln w="7620">
            <a:solidFill>
              <a:srgbClr val="E7E3EC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4191953" y="1651574"/>
            <a:ext cx="914" cy="3749040"/>
          </a:xfrm>
          <a:prstGeom prst="line">
            <a:avLst/>
          </a:prstGeom>
          <a:noFill/>
          <a:ln w="7620">
            <a:solidFill>
              <a:srgbClr val="E7E3EC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" name="Shape 50">
            <a:extLst>
              <a:ext uri="{FF2B5EF4-FFF2-40B4-BE49-F238E27FC236}">
                <a16:creationId xmlns:a16="http://schemas.microsoft.com/office/drawing/2014/main" id="{B8F1942B-D8E1-8060-0200-22B2385F8226}"/>
              </a:ext>
            </a:extLst>
          </p:cNvPr>
          <p:cNvSpPr/>
          <p:nvPr/>
        </p:nvSpPr>
        <p:spPr>
          <a:xfrm>
            <a:off x="9359801" y="1643344"/>
            <a:ext cx="914" cy="3749040"/>
          </a:xfrm>
          <a:prstGeom prst="line">
            <a:avLst/>
          </a:prstGeom>
          <a:noFill/>
          <a:ln w="7620">
            <a:solidFill>
              <a:srgbClr val="E7E3EC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4" name="Shape 44">
            <a:extLst>
              <a:ext uri="{FF2B5EF4-FFF2-40B4-BE49-F238E27FC236}">
                <a16:creationId xmlns:a16="http://schemas.microsoft.com/office/drawing/2014/main" id="{39E25182-92C9-001E-1B24-E0235BAD60E8}"/>
              </a:ext>
            </a:extLst>
          </p:cNvPr>
          <p:cNvSpPr/>
          <p:nvPr/>
        </p:nvSpPr>
        <p:spPr>
          <a:xfrm>
            <a:off x="4764482" y="1651574"/>
            <a:ext cx="914" cy="3749040"/>
          </a:xfrm>
          <a:prstGeom prst="line">
            <a:avLst/>
          </a:prstGeom>
          <a:noFill/>
          <a:ln w="7620">
            <a:solidFill>
              <a:srgbClr val="E7E3EC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06" name="Shape 104"/>
          <p:cNvSpPr/>
          <p:nvPr/>
        </p:nvSpPr>
        <p:spPr>
          <a:xfrm>
            <a:off x="3824923" y="3626678"/>
            <a:ext cx="557847" cy="329184"/>
          </a:xfrm>
          <a:prstGeom prst="roundRect">
            <a:avLst>
              <a:gd name="adj" fmla="val 16667"/>
            </a:avLst>
          </a:prstGeom>
          <a:solidFill>
            <a:srgbClr val="C14B8A"/>
          </a:solidFill>
          <a:ln w="12700">
            <a:solidFill>
              <a:srgbClr val="C14B8A"/>
            </a:solidFill>
            <a:prstDash val="solid"/>
          </a:ln>
        </p:spPr>
        <p:txBody>
          <a:bodyPr/>
          <a:lstStyle/>
          <a:p>
            <a:endParaRPr lang="pt-BR" sz="6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07" name="Text 105"/>
          <p:cNvSpPr/>
          <p:nvPr/>
        </p:nvSpPr>
        <p:spPr>
          <a:xfrm>
            <a:off x="3843211" y="3626678"/>
            <a:ext cx="53701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600" b="1" noProof="0">
                <a:solidFill>
                  <a:srgbClr val="FFFFFF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Ref. fun.</a:t>
            </a:r>
            <a:endParaRPr lang="pt-BR" sz="600" noProof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22" name="Shape 120"/>
          <p:cNvSpPr/>
          <p:nvPr/>
        </p:nvSpPr>
        <p:spPr>
          <a:xfrm>
            <a:off x="4216400" y="4230182"/>
            <a:ext cx="1101408" cy="329184"/>
          </a:xfrm>
          <a:prstGeom prst="roundRect">
            <a:avLst>
              <a:gd name="adj" fmla="val 16667"/>
            </a:avLst>
          </a:prstGeom>
          <a:solidFill>
            <a:srgbClr val="E18418"/>
          </a:solidFill>
          <a:ln w="12700">
            <a:solidFill>
              <a:srgbClr val="E18418"/>
            </a:solidFill>
            <a:prstDash val="solid"/>
          </a:ln>
        </p:spPr>
        <p:txBody>
          <a:bodyPr/>
          <a:lstStyle/>
          <a:p>
            <a:endParaRPr lang="pt-BR" sz="6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23" name="Text 121"/>
          <p:cNvSpPr/>
          <p:nvPr/>
        </p:nvSpPr>
        <p:spPr>
          <a:xfrm>
            <a:off x="4262120" y="4230182"/>
            <a:ext cx="103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600" b="1" noProof="0">
                <a:solidFill>
                  <a:srgbClr val="FFFFFF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Refinamento fun.</a:t>
            </a:r>
            <a:endParaRPr lang="pt-BR" sz="600" noProof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37" name="Shape 135"/>
          <p:cNvSpPr/>
          <p:nvPr/>
        </p:nvSpPr>
        <p:spPr>
          <a:xfrm>
            <a:off x="5052060" y="4833686"/>
            <a:ext cx="1104900" cy="329184"/>
          </a:xfrm>
          <a:prstGeom prst="roundRect">
            <a:avLst>
              <a:gd name="adj" fmla="val 16667"/>
            </a:avLst>
          </a:prstGeom>
          <a:solidFill>
            <a:srgbClr val="5F6CAF"/>
          </a:solidFill>
          <a:ln w="12700">
            <a:solidFill>
              <a:srgbClr val="5F6CAF"/>
            </a:solidFill>
            <a:prstDash val="solid"/>
          </a:ln>
        </p:spPr>
        <p:txBody>
          <a:bodyPr/>
          <a:lstStyle/>
          <a:p>
            <a:endParaRPr lang="pt-BR" sz="6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38" name="Text 136"/>
          <p:cNvSpPr/>
          <p:nvPr/>
        </p:nvSpPr>
        <p:spPr>
          <a:xfrm>
            <a:off x="5240274" y="4833686"/>
            <a:ext cx="718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600" b="1" noProof="0">
                <a:solidFill>
                  <a:srgbClr val="FFFFFF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Refinamento fun.</a:t>
            </a:r>
            <a:endParaRPr lang="pt-BR" sz="600" noProof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12" name="Shape 110"/>
          <p:cNvSpPr/>
          <p:nvPr/>
        </p:nvSpPr>
        <p:spPr>
          <a:xfrm>
            <a:off x="5999481" y="3633536"/>
            <a:ext cx="812799" cy="329184"/>
          </a:xfrm>
          <a:prstGeom prst="roundRect">
            <a:avLst>
              <a:gd name="adj" fmla="val 16667"/>
            </a:avLst>
          </a:prstGeom>
          <a:solidFill>
            <a:srgbClr val="C14B8A"/>
          </a:solidFill>
          <a:ln w="12700">
            <a:solidFill>
              <a:srgbClr val="C14B8A"/>
            </a:solidFill>
            <a:prstDash val="solid"/>
          </a:ln>
        </p:spPr>
        <p:txBody>
          <a:bodyPr/>
          <a:lstStyle/>
          <a:p>
            <a:endParaRPr lang="pt-BR" sz="6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13" name="Text 111"/>
          <p:cNvSpPr/>
          <p:nvPr/>
        </p:nvSpPr>
        <p:spPr>
          <a:xfrm>
            <a:off x="6034119" y="3626678"/>
            <a:ext cx="8021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600" b="1" noProof="0">
                <a:solidFill>
                  <a:srgbClr val="FFFFFF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Desenvolvimento</a:t>
            </a:r>
            <a:endParaRPr lang="pt-BR" sz="600" noProof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28" name="Shape 126"/>
          <p:cNvSpPr/>
          <p:nvPr/>
        </p:nvSpPr>
        <p:spPr>
          <a:xfrm>
            <a:off x="7930514" y="4230182"/>
            <a:ext cx="1099185" cy="329184"/>
          </a:xfrm>
          <a:prstGeom prst="roundRect">
            <a:avLst>
              <a:gd name="adj" fmla="val 16667"/>
            </a:avLst>
          </a:prstGeom>
          <a:solidFill>
            <a:srgbClr val="E18418"/>
          </a:solidFill>
          <a:ln w="12700">
            <a:solidFill>
              <a:srgbClr val="E18418"/>
            </a:solidFill>
            <a:prstDash val="solid"/>
          </a:ln>
        </p:spPr>
        <p:txBody>
          <a:bodyPr/>
          <a:lstStyle/>
          <a:p>
            <a:endParaRPr lang="pt-BR" sz="6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29" name="Text 127"/>
          <p:cNvSpPr/>
          <p:nvPr/>
        </p:nvSpPr>
        <p:spPr>
          <a:xfrm>
            <a:off x="8149971" y="4230182"/>
            <a:ext cx="70808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600" b="1" noProof="0">
                <a:solidFill>
                  <a:srgbClr val="FFFFFF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Desenvolvimento</a:t>
            </a:r>
            <a:endParaRPr lang="pt-BR" sz="600" noProof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3043238" y="1651574"/>
            <a:ext cx="914" cy="3749040"/>
          </a:xfrm>
          <a:prstGeom prst="line">
            <a:avLst/>
          </a:prstGeom>
          <a:noFill/>
          <a:ln w="7620">
            <a:solidFill>
              <a:srgbClr val="E7E3EC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04" name="Shape 102"/>
          <p:cNvSpPr/>
          <p:nvPr/>
        </p:nvSpPr>
        <p:spPr>
          <a:xfrm>
            <a:off x="2598421" y="3626678"/>
            <a:ext cx="611124" cy="329184"/>
          </a:xfrm>
          <a:prstGeom prst="roundRect">
            <a:avLst>
              <a:gd name="adj" fmla="val 16667"/>
            </a:avLst>
          </a:prstGeom>
          <a:solidFill>
            <a:srgbClr val="C14B8A"/>
          </a:solidFill>
          <a:ln w="12700">
            <a:solidFill>
              <a:srgbClr val="C14B8A"/>
            </a:solidFill>
            <a:prstDash val="solid"/>
          </a:ln>
        </p:spPr>
        <p:txBody>
          <a:bodyPr/>
          <a:lstStyle/>
          <a:p>
            <a:endParaRPr lang="pt-BR" sz="6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05" name="Text 103"/>
          <p:cNvSpPr/>
          <p:nvPr/>
        </p:nvSpPr>
        <p:spPr>
          <a:xfrm>
            <a:off x="2364296" y="3626678"/>
            <a:ext cx="108927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00" b="1">
                <a:solidFill>
                  <a:srgbClr val="FFFFFF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Discovery</a:t>
            </a:r>
            <a:endParaRPr lang="en-US" sz="6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20" name="Shape 118"/>
          <p:cNvSpPr/>
          <p:nvPr/>
        </p:nvSpPr>
        <p:spPr>
          <a:xfrm>
            <a:off x="2497454" y="4230182"/>
            <a:ext cx="1094041" cy="329184"/>
          </a:xfrm>
          <a:prstGeom prst="roundRect">
            <a:avLst>
              <a:gd name="adj" fmla="val 16667"/>
            </a:avLst>
          </a:prstGeom>
          <a:solidFill>
            <a:srgbClr val="E18418"/>
          </a:solidFill>
          <a:ln w="12700">
            <a:solidFill>
              <a:srgbClr val="E18418"/>
            </a:solidFill>
            <a:prstDash val="solid"/>
          </a:ln>
        </p:spPr>
        <p:txBody>
          <a:bodyPr/>
          <a:lstStyle/>
          <a:p>
            <a:endParaRPr lang="pt-BR" sz="6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21" name="Text 119"/>
          <p:cNvSpPr/>
          <p:nvPr/>
        </p:nvSpPr>
        <p:spPr>
          <a:xfrm>
            <a:off x="2496312" y="4230182"/>
            <a:ext cx="108927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00" b="1">
                <a:solidFill>
                  <a:srgbClr val="FFFFFF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Discovery</a:t>
            </a:r>
            <a:endParaRPr lang="en-US" sz="6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35" name="Shape 133"/>
          <p:cNvSpPr/>
          <p:nvPr/>
        </p:nvSpPr>
        <p:spPr>
          <a:xfrm>
            <a:off x="2763520" y="4833686"/>
            <a:ext cx="1690369" cy="329184"/>
          </a:xfrm>
          <a:prstGeom prst="roundRect">
            <a:avLst>
              <a:gd name="adj" fmla="val 16667"/>
            </a:avLst>
          </a:prstGeom>
          <a:solidFill>
            <a:srgbClr val="5F6CAF"/>
          </a:solidFill>
          <a:ln w="12700">
            <a:solidFill>
              <a:srgbClr val="5F6CAF"/>
            </a:solidFill>
            <a:prstDash val="solid"/>
          </a:ln>
        </p:spPr>
        <p:txBody>
          <a:bodyPr/>
          <a:lstStyle/>
          <a:p>
            <a:endParaRPr lang="pt-BR" sz="6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36" name="Text 134"/>
          <p:cNvSpPr/>
          <p:nvPr/>
        </p:nvSpPr>
        <p:spPr>
          <a:xfrm>
            <a:off x="3061208" y="4833686"/>
            <a:ext cx="108927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00" b="1">
                <a:solidFill>
                  <a:srgbClr val="FFFFFF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Discovery</a:t>
            </a:r>
            <a:endParaRPr lang="en-US" sz="6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41" name="Shape 139"/>
          <p:cNvSpPr/>
          <p:nvPr/>
        </p:nvSpPr>
        <p:spPr>
          <a:xfrm>
            <a:off x="7084695" y="4833686"/>
            <a:ext cx="1106805" cy="329184"/>
          </a:xfrm>
          <a:prstGeom prst="roundRect">
            <a:avLst>
              <a:gd name="adj" fmla="val 16667"/>
            </a:avLst>
          </a:prstGeom>
          <a:solidFill>
            <a:srgbClr val="5F6CAF"/>
          </a:solidFill>
          <a:ln w="12700">
            <a:solidFill>
              <a:srgbClr val="5F6CAF"/>
            </a:solidFill>
            <a:prstDash val="solid"/>
          </a:ln>
        </p:spPr>
        <p:txBody>
          <a:bodyPr/>
          <a:lstStyle/>
          <a:p>
            <a:endParaRPr lang="pt-BR" sz="6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42" name="Text 140"/>
          <p:cNvSpPr/>
          <p:nvPr/>
        </p:nvSpPr>
        <p:spPr>
          <a:xfrm>
            <a:off x="7227569" y="4833686"/>
            <a:ext cx="85572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600" b="1" noProof="0">
                <a:solidFill>
                  <a:srgbClr val="FFFFFF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Refinamento téc.</a:t>
            </a:r>
            <a:endParaRPr lang="pt-BR" sz="600" noProof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43" name="Shape 141"/>
          <p:cNvSpPr/>
          <p:nvPr/>
        </p:nvSpPr>
        <p:spPr>
          <a:xfrm>
            <a:off x="8808720" y="4833686"/>
            <a:ext cx="1681480" cy="329184"/>
          </a:xfrm>
          <a:prstGeom prst="roundRect">
            <a:avLst>
              <a:gd name="adj" fmla="val 16667"/>
            </a:avLst>
          </a:prstGeom>
          <a:solidFill>
            <a:srgbClr val="5F6CAF"/>
          </a:solidFill>
          <a:ln w="12700">
            <a:solidFill>
              <a:srgbClr val="5F6CAF"/>
            </a:solidFill>
            <a:prstDash val="solid"/>
          </a:ln>
        </p:spPr>
        <p:txBody>
          <a:bodyPr/>
          <a:lstStyle/>
          <a:p>
            <a:endParaRPr lang="pt-BR" sz="6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44" name="Text 142"/>
          <p:cNvSpPr/>
          <p:nvPr/>
        </p:nvSpPr>
        <p:spPr>
          <a:xfrm>
            <a:off x="9197340" y="4833686"/>
            <a:ext cx="98421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600" b="1" noProof="0">
                <a:solidFill>
                  <a:srgbClr val="FFFFFF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Desenvolvimento</a:t>
            </a:r>
            <a:endParaRPr lang="en-US" sz="6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74" name="Shape 40">
            <a:extLst>
              <a:ext uri="{FF2B5EF4-FFF2-40B4-BE49-F238E27FC236}">
                <a16:creationId xmlns:a16="http://schemas.microsoft.com/office/drawing/2014/main" id="{4E2A6018-98FC-9370-FD0B-420E6BE4E5D6}"/>
              </a:ext>
            </a:extLst>
          </p:cNvPr>
          <p:cNvSpPr/>
          <p:nvPr/>
        </p:nvSpPr>
        <p:spPr>
          <a:xfrm>
            <a:off x="2467966" y="1651574"/>
            <a:ext cx="914" cy="3749040"/>
          </a:xfrm>
          <a:prstGeom prst="line">
            <a:avLst/>
          </a:prstGeom>
          <a:noFill/>
          <a:ln w="7620">
            <a:solidFill>
              <a:srgbClr val="E7E3EC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75" name="Shape 54">
            <a:extLst>
              <a:ext uri="{FF2B5EF4-FFF2-40B4-BE49-F238E27FC236}">
                <a16:creationId xmlns:a16="http://schemas.microsoft.com/office/drawing/2014/main" id="{A8AFD6AD-94C0-6AAB-B6E4-FDD4F5579C3D}"/>
              </a:ext>
            </a:extLst>
          </p:cNvPr>
          <p:cNvSpPr/>
          <p:nvPr/>
        </p:nvSpPr>
        <p:spPr>
          <a:xfrm>
            <a:off x="11657686" y="1658752"/>
            <a:ext cx="914" cy="3749040"/>
          </a:xfrm>
          <a:prstGeom prst="line">
            <a:avLst/>
          </a:prstGeom>
          <a:noFill/>
          <a:ln w="7620">
            <a:solidFill>
              <a:srgbClr val="E7E3EC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pic>
        <p:nvPicPr>
          <p:cNvPr id="176" name="Gráfico 175" descr="Selo novo com preenchimento sólido">
            <a:extLst>
              <a:ext uri="{FF2B5EF4-FFF2-40B4-BE49-F238E27FC236}">
                <a16:creationId xmlns:a16="http://schemas.microsoft.com/office/drawing/2014/main" id="{872E0A7E-95C1-22B7-1F4D-504628D0E52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271281" y="4890278"/>
            <a:ext cx="216000" cy="216000"/>
          </a:xfrm>
          <a:prstGeom prst="rect">
            <a:avLst/>
          </a:prstGeom>
        </p:spPr>
      </p:pic>
      <p:pic>
        <p:nvPicPr>
          <p:cNvPr id="180" name="Gráfico 179" descr="Selo novo com preenchimento sólido">
            <a:extLst>
              <a:ext uri="{FF2B5EF4-FFF2-40B4-BE49-F238E27FC236}">
                <a16:creationId xmlns:a16="http://schemas.microsoft.com/office/drawing/2014/main" id="{8B081A48-695A-789F-3DCF-1CAF9549167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88273" y="4286774"/>
            <a:ext cx="216000" cy="216000"/>
          </a:xfrm>
          <a:prstGeom prst="rect">
            <a:avLst/>
          </a:prstGeom>
        </p:spPr>
      </p:pic>
      <p:sp>
        <p:nvSpPr>
          <p:cNvPr id="181" name="Shape 139">
            <a:extLst>
              <a:ext uri="{FF2B5EF4-FFF2-40B4-BE49-F238E27FC236}">
                <a16:creationId xmlns:a16="http://schemas.microsoft.com/office/drawing/2014/main" id="{B62A289A-E89E-0BF3-F8B4-DBC07AC02EB8}"/>
              </a:ext>
            </a:extLst>
          </p:cNvPr>
          <p:cNvSpPr/>
          <p:nvPr/>
        </p:nvSpPr>
        <p:spPr>
          <a:xfrm>
            <a:off x="8237220" y="4830257"/>
            <a:ext cx="526733" cy="329184"/>
          </a:xfrm>
          <a:prstGeom prst="roundRect">
            <a:avLst>
              <a:gd name="adj" fmla="val 16667"/>
            </a:avLst>
          </a:prstGeom>
          <a:solidFill>
            <a:srgbClr val="5F6CAF"/>
          </a:solidFill>
          <a:ln w="12700">
            <a:solidFill>
              <a:srgbClr val="5F6CAF"/>
            </a:solidFill>
            <a:prstDash val="solid"/>
          </a:ln>
        </p:spPr>
        <p:txBody>
          <a:bodyPr/>
          <a:lstStyle/>
          <a:p>
            <a:endParaRPr lang="pt-BR" sz="6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82" name="Text 140">
            <a:extLst>
              <a:ext uri="{FF2B5EF4-FFF2-40B4-BE49-F238E27FC236}">
                <a16:creationId xmlns:a16="http://schemas.microsoft.com/office/drawing/2014/main" id="{E760D813-4A46-A723-9719-F49D30EF1057}"/>
              </a:ext>
            </a:extLst>
          </p:cNvPr>
          <p:cNvSpPr/>
          <p:nvPr/>
        </p:nvSpPr>
        <p:spPr>
          <a:xfrm>
            <a:off x="8273415" y="4830257"/>
            <a:ext cx="4722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600" b="1" noProof="0">
                <a:solidFill>
                  <a:srgbClr val="FFFFFF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Estim.</a:t>
            </a:r>
            <a:endParaRPr lang="pt-BR" sz="600" noProof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83" name="Shape 137">
            <a:extLst>
              <a:ext uri="{FF2B5EF4-FFF2-40B4-BE49-F238E27FC236}">
                <a16:creationId xmlns:a16="http://schemas.microsoft.com/office/drawing/2014/main" id="{D0FABBC4-5DFD-7611-20B9-74AE7134F339}"/>
              </a:ext>
            </a:extLst>
          </p:cNvPr>
          <p:cNvSpPr/>
          <p:nvPr/>
        </p:nvSpPr>
        <p:spPr>
          <a:xfrm>
            <a:off x="6509385" y="4832162"/>
            <a:ext cx="532448" cy="329184"/>
          </a:xfrm>
          <a:prstGeom prst="roundRect">
            <a:avLst>
              <a:gd name="adj" fmla="val 16667"/>
            </a:avLst>
          </a:prstGeom>
          <a:solidFill>
            <a:srgbClr val="5F6CAF"/>
          </a:solidFill>
          <a:ln w="12700">
            <a:solidFill>
              <a:srgbClr val="5F6CAF"/>
            </a:solidFill>
            <a:prstDash val="solid"/>
          </a:ln>
        </p:spPr>
        <p:txBody>
          <a:bodyPr/>
          <a:lstStyle/>
          <a:p>
            <a:endParaRPr lang="pt-BR" sz="6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84" name="Text 138">
            <a:extLst>
              <a:ext uri="{FF2B5EF4-FFF2-40B4-BE49-F238E27FC236}">
                <a16:creationId xmlns:a16="http://schemas.microsoft.com/office/drawing/2014/main" id="{F1DC06D3-978B-AD18-FC68-DA0FB52FC9C9}"/>
              </a:ext>
            </a:extLst>
          </p:cNvPr>
          <p:cNvSpPr/>
          <p:nvPr/>
        </p:nvSpPr>
        <p:spPr>
          <a:xfrm>
            <a:off x="6537959" y="4832162"/>
            <a:ext cx="48558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00" b="1">
                <a:solidFill>
                  <a:srgbClr val="FFFFFF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Sprint 0</a:t>
            </a:r>
            <a:endParaRPr lang="en-US" sz="6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85" name="Shape 137">
            <a:extLst>
              <a:ext uri="{FF2B5EF4-FFF2-40B4-BE49-F238E27FC236}">
                <a16:creationId xmlns:a16="http://schemas.microsoft.com/office/drawing/2014/main" id="{EE5375CB-BA06-4968-B583-501337F97D0D}"/>
              </a:ext>
            </a:extLst>
          </p:cNvPr>
          <p:cNvSpPr/>
          <p:nvPr/>
        </p:nvSpPr>
        <p:spPr>
          <a:xfrm>
            <a:off x="4488180" y="4830257"/>
            <a:ext cx="532448" cy="329184"/>
          </a:xfrm>
          <a:prstGeom prst="roundRect">
            <a:avLst>
              <a:gd name="adj" fmla="val 16667"/>
            </a:avLst>
          </a:prstGeom>
          <a:solidFill>
            <a:srgbClr val="5F6CAF"/>
          </a:solidFill>
          <a:ln w="12700">
            <a:solidFill>
              <a:srgbClr val="5F6CAF"/>
            </a:solidFill>
            <a:prstDash val="solid"/>
          </a:ln>
        </p:spPr>
        <p:txBody>
          <a:bodyPr/>
          <a:lstStyle/>
          <a:p>
            <a:endParaRPr lang="pt-BR" sz="6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86" name="Text 138">
            <a:extLst>
              <a:ext uri="{FF2B5EF4-FFF2-40B4-BE49-F238E27FC236}">
                <a16:creationId xmlns:a16="http://schemas.microsoft.com/office/drawing/2014/main" id="{CA84CB3D-362E-2CB5-8C07-899DB6428F92}"/>
              </a:ext>
            </a:extLst>
          </p:cNvPr>
          <p:cNvSpPr/>
          <p:nvPr/>
        </p:nvSpPr>
        <p:spPr>
          <a:xfrm>
            <a:off x="4516754" y="4830257"/>
            <a:ext cx="48558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00" b="1">
                <a:solidFill>
                  <a:srgbClr val="FFFFFF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Modelo</a:t>
            </a:r>
            <a:endParaRPr lang="en-US" sz="6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30" name="Shape 128"/>
          <p:cNvSpPr/>
          <p:nvPr/>
        </p:nvSpPr>
        <p:spPr>
          <a:xfrm>
            <a:off x="9060180" y="4230182"/>
            <a:ext cx="441959" cy="329184"/>
          </a:xfrm>
          <a:prstGeom prst="roundRect">
            <a:avLst>
              <a:gd name="adj" fmla="val 16667"/>
            </a:avLst>
          </a:prstGeom>
          <a:solidFill>
            <a:srgbClr val="E18418"/>
          </a:solidFill>
          <a:ln w="12700">
            <a:solidFill>
              <a:srgbClr val="E18418"/>
            </a:solidFill>
            <a:prstDash val="solid"/>
          </a:ln>
        </p:spPr>
        <p:txBody>
          <a:bodyPr/>
          <a:lstStyle/>
          <a:p>
            <a:endParaRPr lang="pt-BR" sz="6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31" name="Text 129"/>
          <p:cNvSpPr/>
          <p:nvPr/>
        </p:nvSpPr>
        <p:spPr>
          <a:xfrm>
            <a:off x="9233535" y="4230182"/>
            <a:ext cx="12077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00" b="1">
                <a:solidFill>
                  <a:srgbClr val="FFFFFF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QA</a:t>
            </a:r>
            <a:endParaRPr lang="en-US" sz="6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87" name="Shape 124">
            <a:extLst>
              <a:ext uri="{FF2B5EF4-FFF2-40B4-BE49-F238E27FC236}">
                <a16:creationId xmlns:a16="http://schemas.microsoft.com/office/drawing/2014/main" id="{73CDAB09-11A5-3A10-38FB-6DD277E6E106}"/>
              </a:ext>
            </a:extLst>
          </p:cNvPr>
          <p:cNvSpPr/>
          <p:nvPr/>
        </p:nvSpPr>
        <p:spPr>
          <a:xfrm>
            <a:off x="7345680" y="4232011"/>
            <a:ext cx="556736" cy="329184"/>
          </a:xfrm>
          <a:prstGeom prst="roundRect">
            <a:avLst>
              <a:gd name="adj" fmla="val 16667"/>
            </a:avLst>
          </a:prstGeom>
          <a:solidFill>
            <a:srgbClr val="E18418"/>
          </a:solidFill>
          <a:ln w="12700">
            <a:solidFill>
              <a:srgbClr val="E18418"/>
            </a:solidFill>
            <a:prstDash val="solid"/>
          </a:ln>
        </p:spPr>
        <p:txBody>
          <a:bodyPr/>
          <a:lstStyle/>
          <a:p>
            <a:endParaRPr lang="pt-BR" sz="6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88" name="Text 125">
            <a:extLst>
              <a:ext uri="{FF2B5EF4-FFF2-40B4-BE49-F238E27FC236}">
                <a16:creationId xmlns:a16="http://schemas.microsoft.com/office/drawing/2014/main" id="{D366D851-4698-12F0-A05B-ADD0E58F4FED}"/>
              </a:ext>
            </a:extLst>
          </p:cNvPr>
          <p:cNvSpPr/>
          <p:nvPr/>
        </p:nvSpPr>
        <p:spPr>
          <a:xfrm>
            <a:off x="7421880" y="4232011"/>
            <a:ext cx="4279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600" b="1" noProof="0">
                <a:solidFill>
                  <a:srgbClr val="FFFFFF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Estim.</a:t>
            </a:r>
            <a:endParaRPr lang="pt-BR" sz="600" noProof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26" name="Shape 124"/>
          <p:cNvSpPr/>
          <p:nvPr/>
        </p:nvSpPr>
        <p:spPr>
          <a:xfrm>
            <a:off x="6202203" y="4230182"/>
            <a:ext cx="1118711" cy="329184"/>
          </a:xfrm>
          <a:prstGeom prst="roundRect">
            <a:avLst>
              <a:gd name="adj" fmla="val 16667"/>
            </a:avLst>
          </a:prstGeom>
          <a:solidFill>
            <a:srgbClr val="E18418"/>
          </a:solidFill>
          <a:ln w="12700">
            <a:solidFill>
              <a:srgbClr val="E18418"/>
            </a:solidFill>
            <a:prstDash val="solid"/>
          </a:ln>
        </p:spPr>
        <p:txBody>
          <a:bodyPr/>
          <a:lstStyle/>
          <a:p>
            <a:endParaRPr lang="pt-BR" sz="6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27" name="Text 125"/>
          <p:cNvSpPr/>
          <p:nvPr/>
        </p:nvSpPr>
        <p:spPr>
          <a:xfrm>
            <a:off x="6376702" y="4230182"/>
            <a:ext cx="8021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600" b="1" noProof="0">
                <a:solidFill>
                  <a:srgbClr val="FFFFFF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Refinamento téc.</a:t>
            </a:r>
            <a:endParaRPr lang="pt-BR" sz="600" noProof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89" name="Shape 122">
            <a:extLst>
              <a:ext uri="{FF2B5EF4-FFF2-40B4-BE49-F238E27FC236}">
                <a16:creationId xmlns:a16="http://schemas.microsoft.com/office/drawing/2014/main" id="{D653010B-7E9D-B9C4-320E-290E0B5AF031}"/>
              </a:ext>
            </a:extLst>
          </p:cNvPr>
          <p:cNvSpPr/>
          <p:nvPr/>
        </p:nvSpPr>
        <p:spPr>
          <a:xfrm>
            <a:off x="5368766" y="4230182"/>
            <a:ext cx="247174" cy="329184"/>
          </a:xfrm>
          <a:prstGeom prst="roundRect">
            <a:avLst>
              <a:gd name="adj" fmla="val 16667"/>
            </a:avLst>
          </a:prstGeom>
          <a:solidFill>
            <a:srgbClr val="E18418"/>
          </a:solidFill>
          <a:ln w="12700">
            <a:solidFill>
              <a:srgbClr val="E18418"/>
            </a:solidFill>
            <a:prstDash val="solid"/>
          </a:ln>
        </p:spPr>
        <p:txBody>
          <a:bodyPr/>
          <a:lstStyle/>
          <a:p>
            <a:endParaRPr lang="pt-BR" sz="6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90" name="Text 123">
            <a:extLst>
              <a:ext uri="{FF2B5EF4-FFF2-40B4-BE49-F238E27FC236}">
                <a16:creationId xmlns:a16="http://schemas.microsoft.com/office/drawing/2014/main" id="{7535F05D-52C5-87EC-3298-694C34376821}"/>
              </a:ext>
            </a:extLst>
          </p:cNvPr>
          <p:cNvSpPr/>
          <p:nvPr/>
        </p:nvSpPr>
        <p:spPr>
          <a:xfrm>
            <a:off x="5382100" y="4226296"/>
            <a:ext cx="20076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00" b="1">
                <a:solidFill>
                  <a:srgbClr val="FFFFFF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DAS</a:t>
            </a:r>
            <a:endParaRPr lang="en-US" sz="6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91" name="Shape 120">
            <a:extLst>
              <a:ext uri="{FF2B5EF4-FFF2-40B4-BE49-F238E27FC236}">
                <a16:creationId xmlns:a16="http://schemas.microsoft.com/office/drawing/2014/main" id="{6D6463D7-3DBA-CDEB-0E41-873D2224F635}"/>
              </a:ext>
            </a:extLst>
          </p:cNvPr>
          <p:cNvSpPr/>
          <p:nvPr/>
        </p:nvSpPr>
        <p:spPr>
          <a:xfrm>
            <a:off x="3646583" y="4232011"/>
            <a:ext cx="519652" cy="329184"/>
          </a:xfrm>
          <a:prstGeom prst="roundRect">
            <a:avLst>
              <a:gd name="adj" fmla="val 16667"/>
            </a:avLst>
          </a:prstGeom>
          <a:solidFill>
            <a:srgbClr val="E18418"/>
          </a:solidFill>
          <a:ln w="12700">
            <a:solidFill>
              <a:srgbClr val="E18418"/>
            </a:solidFill>
            <a:prstDash val="solid"/>
          </a:ln>
        </p:spPr>
        <p:txBody>
          <a:bodyPr/>
          <a:lstStyle/>
          <a:p>
            <a:endParaRPr lang="pt-BR" sz="6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92" name="Text 121">
            <a:extLst>
              <a:ext uri="{FF2B5EF4-FFF2-40B4-BE49-F238E27FC236}">
                <a16:creationId xmlns:a16="http://schemas.microsoft.com/office/drawing/2014/main" id="{87C4B83B-14F1-02CB-1B7E-DF6627DAF0E1}"/>
              </a:ext>
            </a:extLst>
          </p:cNvPr>
          <p:cNvSpPr/>
          <p:nvPr/>
        </p:nvSpPr>
        <p:spPr>
          <a:xfrm>
            <a:off x="3692303" y="4232011"/>
            <a:ext cx="435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600" b="1" noProof="0">
                <a:solidFill>
                  <a:srgbClr val="FFFFFF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Modelo</a:t>
            </a:r>
            <a:endParaRPr lang="pt-BR" sz="600" noProof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pic>
        <p:nvPicPr>
          <p:cNvPr id="193" name="Gráfico 192" descr="Selo novo com preenchimento sólido">
            <a:extLst>
              <a:ext uri="{FF2B5EF4-FFF2-40B4-BE49-F238E27FC236}">
                <a16:creationId xmlns:a16="http://schemas.microsoft.com/office/drawing/2014/main" id="{5579B30E-8E17-EE5C-0E41-58D32FC22E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21803" y="3668234"/>
            <a:ext cx="216000" cy="216000"/>
          </a:xfrm>
          <a:prstGeom prst="rect">
            <a:avLst/>
          </a:prstGeom>
        </p:spPr>
      </p:pic>
      <p:sp>
        <p:nvSpPr>
          <p:cNvPr id="197" name="Shape 106">
            <a:extLst>
              <a:ext uri="{FF2B5EF4-FFF2-40B4-BE49-F238E27FC236}">
                <a16:creationId xmlns:a16="http://schemas.microsoft.com/office/drawing/2014/main" id="{40CE69DF-B198-84DC-612E-209B599090B6}"/>
              </a:ext>
            </a:extLst>
          </p:cNvPr>
          <p:cNvSpPr/>
          <p:nvPr/>
        </p:nvSpPr>
        <p:spPr>
          <a:xfrm>
            <a:off x="3240214" y="3626678"/>
            <a:ext cx="558000" cy="329184"/>
          </a:xfrm>
          <a:prstGeom prst="roundRect">
            <a:avLst>
              <a:gd name="adj" fmla="val 16667"/>
            </a:avLst>
          </a:prstGeom>
          <a:solidFill>
            <a:srgbClr val="C14B8A"/>
          </a:solidFill>
          <a:ln w="12700">
            <a:solidFill>
              <a:srgbClr val="C14B8A"/>
            </a:solidFill>
            <a:prstDash val="solid"/>
          </a:ln>
        </p:spPr>
        <p:txBody>
          <a:bodyPr/>
          <a:lstStyle/>
          <a:p>
            <a:endParaRPr lang="pt-BR" sz="6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98" name="Text 107">
            <a:extLst>
              <a:ext uri="{FF2B5EF4-FFF2-40B4-BE49-F238E27FC236}">
                <a16:creationId xmlns:a16="http://schemas.microsoft.com/office/drawing/2014/main" id="{41B7BADB-7289-B2BE-B2FA-E4BFA10DA808}"/>
              </a:ext>
            </a:extLst>
          </p:cNvPr>
          <p:cNvSpPr/>
          <p:nvPr/>
        </p:nvSpPr>
        <p:spPr>
          <a:xfrm>
            <a:off x="3258502" y="3626678"/>
            <a:ext cx="5149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00" b="1">
                <a:solidFill>
                  <a:srgbClr val="FFFFFF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Modelo</a:t>
            </a:r>
            <a:endParaRPr lang="en-US" sz="6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99" name="Shape 106">
            <a:extLst>
              <a:ext uri="{FF2B5EF4-FFF2-40B4-BE49-F238E27FC236}">
                <a16:creationId xmlns:a16="http://schemas.microsoft.com/office/drawing/2014/main" id="{BD1CDED9-5A11-5181-CB18-42A4FF17654A}"/>
              </a:ext>
            </a:extLst>
          </p:cNvPr>
          <p:cNvSpPr/>
          <p:nvPr/>
        </p:nvSpPr>
        <p:spPr>
          <a:xfrm>
            <a:off x="4411663" y="3631250"/>
            <a:ext cx="248400" cy="329184"/>
          </a:xfrm>
          <a:prstGeom prst="roundRect">
            <a:avLst>
              <a:gd name="adj" fmla="val 16667"/>
            </a:avLst>
          </a:prstGeom>
          <a:solidFill>
            <a:srgbClr val="C14B8A"/>
          </a:solidFill>
          <a:ln w="12700">
            <a:solidFill>
              <a:srgbClr val="C14B8A"/>
            </a:solidFill>
            <a:prstDash val="solid"/>
          </a:ln>
        </p:spPr>
        <p:txBody>
          <a:bodyPr/>
          <a:lstStyle/>
          <a:p>
            <a:endParaRPr lang="pt-BR" sz="6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200" name="Text 107">
            <a:extLst>
              <a:ext uri="{FF2B5EF4-FFF2-40B4-BE49-F238E27FC236}">
                <a16:creationId xmlns:a16="http://schemas.microsoft.com/office/drawing/2014/main" id="{517E44A1-F936-E2CB-4639-3A6E9AB7E42E}"/>
              </a:ext>
            </a:extLst>
          </p:cNvPr>
          <p:cNvSpPr/>
          <p:nvPr/>
        </p:nvSpPr>
        <p:spPr>
          <a:xfrm>
            <a:off x="4429951" y="3631250"/>
            <a:ext cx="216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00" b="1">
                <a:solidFill>
                  <a:srgbClr val="FFFFFF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DAS</a:t>
            </a:r>
            <a:endParaRPr lang="en-US" sz="6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08" name="Shape 106"/>
          <p:cNvSpPr/>
          <p:nvPr/>
        </p:nvSpPr>
        <p:spPr>
          <a:xfrm>
            <a:off x="4685348" y="3631250"/>
            <a:ext cx="551498" cy="329184"/>
          </a:xfrm>
          <a:prstGeom prst="roundRect">
            <a:avLst>
              <a:gd name="adj" fmla="val 16667"/>
            </a:avLst>
          </a:prstGeom>
          <a:solidFill>
            <a:srgbClr val="C14B8A"/>
          </a:solidFill>
          <a:ln w="12700">
            <a:solidFill>
              <a:srgbClr val="C14B8A"/>
            </a:solidFill>
            <a:prstDash val="solid"/>
          </a:ln>
        </p:spPr>
        <p:txBody>
          <a:bodyPr/>
          <a:lstStyle/>
          <a:p>
            <a:endParaRPr lang="pt-BR" sz="6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09" name="Text 107"/>
          <p:cNvSpPr/>
          <p:nvPr/>
        </p:nvSpPr>
        <p:spPr>
          <a:xfrm>
            <a:off x="4703636" y="3626678"/>
            <a:ext cx="5149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00" b="1">
                <a:solidFill>
                  <a:srgbClr val="FFFFFF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Sprint 0</a:t>
            </a:r>
            <a:endParaRPr lang="en-US" sz="6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201" name="Shape 108">
            <a:extLst>
              <a:ext uri="{FF2B5EF4-FFF2-40B4-BE49-F238E27FC236}">
                <a16:creationId xmlns:a16="http://schemas.microsoft.com/office/drawing/2014/main" id="{F7D278A7-7394-56F6-C012-E7B838AFA01B}"/>
              </a:ext>
            </a:extLst>
          </p:cNvPr>
          <p:cNvSpPr/>
          <p:nvPr/>
        </p:nvSpPr>
        <p:spPr>
          <a:xfrm>
            <a:off x="5629909" y="3633536"/>
            <a:ext cx="338455" cy="329184"/>
          </a:xfrm>
          <a:prstGeom prst="roundRect">
            <a:avLst>
              <a:gd name="adj" fmla="val 16667"/>
            </a:avLst>
          </a:prstGeom>
          <a:solidFill>
            <a:srgbClr val="C14B8A"/>
          </a:solidFill>
          <a:ln w="12700">
            <a:solidFill>
              <a:srgbClr val="C14B8A"/>
            </a:solidFill>
            <a:prstDash val="solid"/>
          </a:ln>
        </p:spPr>
        <p:txBody>
          <a:bodyPr/>
          <a:lstStyle/>
          <a:p>
            <a:endParaRPr lang="pt-BR" sz="6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202" name="Text 109">
            <a:extLst>
              <a:ext uri="{FF2B5EF4-FFF2-40B4-BE49-F238E27FC236}">
                <a16:creationId xmlns:a16="http://schemas.microsoft.com/office/drawing/2014/main" id="{0EA2022C-1C98-267C-CF04-1ACB31CA833F}"/>
              </a:ext>
            </a:extLst>
          </p:cNvPr>
          <p:cNvSpPr/>
          <p:nvPr/>
        </p:nvSpPr>
        <p:spPr>
          <a:xfrm>
            <a:off x="5648198" y="3628964"/>
            <a:ext cx="31508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600" b="1" noProof="0">
                <a:solidFill>
                  <a:srgbClr val="FFFFFF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Estim.</a:t>
            </a:r>
            <a:endParaRPr lang="pt-BR" sz="600" noProof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295" name="Shape 108">
            <a:extLst>
              <a:ext uri="{FF2B5EF4-FFF2-40B4-BE49-F238E27FC236}">
                <a16:creationId xmlns:a16="http://schemas.microsoft.com/office/drawing/2014/main" id="{58A1957F-9FEB-976B-1817-ACAD8B94EFB4}"/>
              </a:ext>
            </a:extLst>
          </p:cNvPr>
          <p:cNvSpPr/>
          <p:nvPr/>
        </p:nvSpPr>
        <p:spPr>
          <a:xfrm>
            <a:off x="4787265" y="2410244"/>
            <a:ext cx="262890" cy="329184"/>
          </a:xfrm>
          <a:prstGeom prst="roundRect">
            <a:avLst>
              <a:gd name="adj" fmla="val 16667"/>
            </a:avLst>
          </a:prstGeom>
          <a:solidFill>
            <a:srgbClr val="008E8A"/>
          </a:solidFill>
          <a:ln w="12700">
            <a:solidFill>
              <a:srgbClr val="008E8A"/>
            </a:solidFill>
            <a:prstDash val="solid"/>
          </a:ln>
        </p:spPr>
        <p:txBody>
          <a:bodyPr/>
          <a:lstStyle/>
          <a:p>
            <a:endParaRPr lang="pt-BR" sz="6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296" name="Text 109">
            <a:extLst>
              <a:ext uri="{FF2B5EF4-FFF2-40B4-BE49-F238E27FC236}">
                <a16:creationId xmlns:a16="http://schemas.microsoft.com/office/drawing/2014/main" id="{9212FE14-7C45-D017-A1EB-BBEB18A99ABC}"/>
              </a:ext>
            </a:extLst>
          </p:cNvPr>
          <p:cNvSpPr/>
          <p:nvPr/>
        </p:nvSpPr>
        <p:spPr>
          <a:xfrm>
            <a:off x="4769231" y="2410244"/>
            <a:ext cx="31508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600" b="1">
                <a:solidFill>
                  <a:srgbClr val="FFFFFF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R. </a:t>
            </a:r>
            <a:r>
              <a:rPr lang="pt-BR" sz="600" b="1" noProof="0">
                <a:solidFill>
                  <a:srgbClr val="FFFFFF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Téc.</a:t>
            </a:r>
            <a:endParaRPr lang="pt-BR" sz="600" noProof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299" name="Shape 104">
            <a:extLst>
              <a:ext uri="{FF2B5EF4-FFF2-40B4-BE49-F238E27FC236}">
                <a16:creationId xmlns:a16="http://schemas.microsoft.com/office/drawing/2014/main" id="{EA0583D7-0B16-9AF9-5ECA-EAEB18C75253}"/>
              </a:ext>
            </a:extLst>
          </p:cNvPr>
          <p:cNvSpPr/>
          <p:nvPr/>
        </p:nvSpPr>
        <p:spPr>
          <a:xfrm>
            <a:off x="3459480" y="2410244"/>
            <a:ext cx="432000" cy="329184"/>
          </a:xfrm>
          <a:prstGeom prst="roundRect">
            <a:avLst>
              <a:gd name="adj" fmla="val 16667"/>
            </a:avLst>
          </a:prstGeom>
          <a:solidFill>
            <a:srgbClr val="008E8A"/>
          </a:solidFill>
          <a:ln w="12700">
            <a:solidFill>
              <a:srgbClr val="008E8A"/>
            </a:solidFill>
            <a:prstDash val="solid"/>
          </a:ln>
        </p:spPr>
        <p:txBody>
          <a:bodyPr/>
          <a:lstStyle/>
          <a:p>
            <a:endParaRPr lang="pt-BR" sz="6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00" name="Text 105">
            <a:extLst>
              <a:ext uri="{FF2B5EF4-FFF2-40B4-BE49-F238E27FC236}">
                <a16:creationId xmlns:a16="http://schemas.microsoft.com/office/drawing/2014/main" id="{5A59EFD5-C1B8-E4E4-94AC-F47B3BBFA0C9}"/>
              </a:ext>
            </a:extLst>
          </p:cNvPr>
          <p:cNvSpPr/>
          <p:nvPr/>
        </p:nvSpPr>
        <p:spPr>
          <a:xfrm>
            <a:off x="3467100" y="2410244"/>
            <a:ext cx="439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600" b="1" noProof="0">
                <a:solidFill>
                  <a:srgbClr val="FFFFFF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Ref. fun.</a:t>
            </a:r>
            <a:endParaRPr lang="pt-BR" sz="600" noProof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01" name="Shape 110">
            <a:extLst>
              <a:ext uri="{FF2B5EF4-FFF2-40B4-BE49-F238E27FC236}">
                <a16:creationId xmlns:a16="http://schemas.microsoft.com/office/drawing/2014/main" id="{F5BB133B-C1FF-B051-0DF9-1D088535BAB2}"/>
              </a:ext>
            </a:extLst>
          </p:cNvPr>
          <p:cNvSpPr/>
          <p:nvPr/>
        </p:nvSpPr>
        <p:spPr>
          <a:xfrm>
            <a:off x="5361940" y="2410244"/>
            <a:ext cx="1103630" cy="329184"/>
          </a:xfrm>
          <a:prstGeom prst="roundRect">
            <a:avLst>
              <a:gd name="adj" fmla="val 16667"/>
            </a:avLst>
          </a:prstGeom>
          <a:solidFill>
            <a:srgbClr val="008E8A"/>
          </a:solidFill>
          <a:ln w="12700">
            <a:solidFill>
              <a:srgbClr val="008E8A"/>
            </a:solidFill>
            <a:prstDash val="solid"/>
          </a:ln>
        </p:spPr>
        <p:txBody>
          <a:bodyPr/>
          <a:lstStyle/>
          <a:p>
            <a:endParaRPr lang="pt-BR" sz="6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02" name="Text 111">
            <a:extLst>
              <a:ext uri="{FF2B5EF4-FFF2-40B4-BE49-F238E27FC236}">
                <a16:creationId xmlns:a16="http://schemas.microsoft.com/office/drawing/2014/main" id="{9DC88BF0-5420-EEBB-4F71-BD37167DD2FD}"/>
              </a:ext>
            </a:extLst>
          </p:cNvPr>
          <p:cNvSpPr/>
          <p:nvPr/>
        </p:nvSpPr>
        <p:spPr>
          <a:xfrm>
            <a:off x="5385816" y="2410244"/>
            <a:ext cx="1042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600" b="1" noProof="0">
                <a:solidFill>
                  <a:srgbClr val="FFFFFF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Desenvolvimento</a:t>
            </a:r>
            <a:endParaRPr lang="pt-BR" sz="600" noProof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03" name="Shape 102">
            <a:extLst>
              <a:ext uri="{FF2B5EF4-FFF2-40B4-BE49-F238E27FC236}">
                <a16:creationId xmlns:a16="http://schemas.microsoft.com/office/drawing/2014/main" id="{40D87F20-DE81-E55E-3BA3-FF5401EFBFEB}"/>
              </a:ext>
            </a:extLst>
          </p:cNvPr>
          <p:cNvSpPr/>
          <p:nvPr/>
        </p:nvSpPr>
        <p:spPr>
          <a:xfrm>
            <a:off x="2490978" y="2410244"/>
            <a:ext cx="480821" cy="329184"/>
          </a:xfrm>
          <a:prstGeom prst="roundRect">
            <a:avLst>
              <a:gd name="adj" fmla="val 16667"/>
            </a:avLst>
          </a:prstGeom>
          <a:solidFill>
            <a:srgbClr val="008E8A"/>
          </a:solidFill>
          <a:ln w="12700">
            <a:solidFill>
              <a:srgbClr val="008E8A"/>
            </a:solidFill>
            <a:prstDash val="solid"/>
          </a:ln>
        </p:spPr>
        <p:txBody>
          <a:bodyPr/>
          <a:lstStyle/>
          <a:p>
            <a:endParaRPr lang="pt-BR" sz="6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04" name="Text 103">
            <a:extLst>
              <a:ext uri="{FF2B5EF4-FFF2-40B4-BE49-F238E27FC236}">
                <a16:creationId xmlns:a16="http://schemas.microsoft.com/office/drawing/2014/main" id="{F3CD51C6-F508-46E3-956D-B3678C845B1F}"/>
              </a:ext>
            </a:extLst>
          </p:cNvPr>
          <p:cNvSpPr/>
          <p:nvPr/>
        </p:nvSpPr>
        <p:spPr>
          <a:xfrm>
            <a:off x="2453640" y="2410244"/>
            <a:ext cx="5553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00" b="1">
                <a:solidFill>
                  <a:srgbClr val="FFFFFF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Discovery</a:t>
            </a:r>
            <a:endParaRPr lang="en-US" sz="6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pic>
        <p:nvPicPr>
          <p:cNvPr id="305" name="Gráfico 304" descr="Selo novo com preenchimento sólido">
            <a:extLst>
              <a:ext uri="{FF2B5EF4-FFF2-40B4-BE49-F238E27FC236}">
                <a16:creationId xmlns:a16="http://schemas.microsoft.com/office/drawing/2014/main" id="{C19949B4-CFAB-0343-90A0-3975AF6907F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54621" y="2466836"/>
            <a:ext cx="216000" cy="216000"/>
          </a:xfrm>
          <a:prstGeom prst="rect">
            <a:avLst/>
          </a:prstGeom>
        </p:spPr>
      </p:pic>
      <p:sp>
        <p:nvSpPr>
          <p:cNvPr id="306" name="Shape 106">
            <a:extLst>
              <a:ext uri="{FF2B5EF4-FFF2-40B4-BE49-F238E27FC236}">
                <a16:creationId xmlns:a16="http://schemas.microsoft.com/office/drawing/2014/main" id="{A71457F5-56F1-0824-3820-FB28FF8643D1}"/>
              </a:ext>
            </a:extLst>
          </p:cNvPr>
          <p:cNvSpPr/>
          <p:nvPr/>
        </p:nvSpPr>
        <p:spPr>
          <a:xfrm>
            <a:off x="2999422" y="2410244"/>
            <a:ext cx="432000" cy="329184"/>
          </a:xfrm>
          <a:prstGeom prst="roundRect">
            <a:avLst>
              <a:gd name="adj" fmla="val 16667"/>
            </a:avLst>
          </a:prstGeom>
          <a:solidFill>
            <a:srgbClr val="008E8A"/>
          </a:solidFill>
          <a:ln w="12700">
            <a:solidFill>
              <a:srgbClr val="008E8A"/>
            </a:solidFill>
            <a:prstDash val="solid"/>
          </a:ln>
        </p:spPr>
        <p:txBody>
          <a:bodyPr/>
          <a:lstStyle/>
          <a:p>
            <a:endParaRPr lang="pt-BR" sz="6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07" name="Text 107">
            <a:extLst>
              <a:ext uri="{FF2B5EF4-FFF2-40B4-BE49-F238E27FC236}">
                <a16:creationId xmlns:a16="http://schemas.microsoft.com/office/drawing/2014/main" id="{0C3674DE-71BA-DAD5-DA73-1EFC9416E45A}"/>
              </a:ext>
            </a:extLst>
          </p:cNvPr>
          <p:cNvSpPr/>
          <p:nvPr/>
        </p:nvSpPr>
        <p:spPr>
          <a:xfrm>
            <a:off x="2958655" y="2410244"/>
            <a:ext cx="5149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00" b="1">
                <a:solidFill>
                  <a:srgbClr val="FFFFFF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Modelo</a:t>
            </a:r>
            <a:endParaRPr lang="en-US" sz="6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08" name="Shape 106">
            <a:extLst>
              <a:ext uri="{FF2B5EF4-FFF2-40B4-BE49-F238E27FC236}">
                <a16:creationId xmlns:a16="http://schemas.microsoft.com/office/drawing/2014/main" id="{14DABCB0-18C3-CD66-5897-C4F326CAF215}"/>
              </a:ext>
            </a:extLst>
          </p:cNvPr>
          <p:cNvSpPr/>
          <p:nvPr/>
        </p:nvSpPr>
        <p:spPr>
          <a:xfrm>
            <a:off x="3921316" y="2410244"/>
            <a:ext cx="248400" cy="329184"/>
          </a:xfrm>
          <a:prstGeom prst="roundRect">
            <a:avLst>
              <a:gd name="adj" fmla="val 16667"/>
            </a:avLst>
          </a:prstGeom>
          <a:solidFill>
            <a:srgbClr val="008E8A"/>
          </a:solidFill>
          <a:ln w="12700">
            <a:solidFill>
              <a:srgbClr val="008E8A"/>
            </a:solidFill>
            <a:prstDash val="solid"/>
          </a:ln>
        </p:spPr>
        <p:txBody>
          <a:bodyPr/>
          <a:lstStyle/>
          <a:p>
            <a:endParaRPr lang="pt-BR" sz="6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09" name="Text 107">
            <a:extLst>
              <a:ext uri="{FF2B5EF4-FFF2-40B4-BE49-F238E27FC236}">
                <a16:creationId xmlns:a16="http://schemas.microsoft.com/office/drawing/2014/main" id="{8046143C-AB28-2BCA-0223-E2A5B2346DE7}"/>
              </a:ext>
            </a:extLst>
          </p:cNvPr>
          <p:cNvSpPr/>
          <p:nvPr/>
        </p:nvSpPr>
        <p:spPr>
          <a:xfrm>
            <a:off x="3939604" y="2410244"/>
            <a:ext cx="216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00" b="1">
                <a:solidFill>
                  <a:srgbClr val="FFFFFF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DAS</a:t>
            </a:r>
            <a:endParaRPr lang="en-US" sz="6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10" name="Shape 106">
            <a:extLst>
              <a:ext uri="{FF2B5EF4-FFF2-40B4-BE49-F238E27FC236}">
                <a16:creationId xmlns:a16="http://schemas.microsoft.com/office/drawing/2014/main" id="{FD55F96D-1773-E2B8-5231-2D3A102AF82F}"/>
              </a:ext>
            </a:extLst>
          </p:cNvPr>
          <p:cNvSpPr/>
          <p:nvPr/>
        </p:nvSpPr>
        <p:spPr>
          <a:xfrm>
            <a:off x="4213859" y="2410244"/>
            <a:ext cx="528829" cy="329184"/>
          </a:xfrm>
          <a:prstGeom prst="roundRect">
            <a:avLst>
              <a:gd name="adj" fmla="val 16667"/>
            </a:avLst>
          </a:prstGeom>
          <a:solidFill>
            <a:srgbClr val="008E8A"/>
          </a:solidFill>
          <a:ln w="12700">
            <a:solidFill>
              <a:srgbClr val="008E8A"/>
            </a:solidFill>
            <a:prstDash val="solid"/>
          </a:ln>
        </p:spPr>
        <p:txBody>
          <a:bodyPr/>
          <a:lstStyle/>
          <a:p>
            <a:endParaRPr lang="pt-BR" sz="6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11" name="Text 107">
            <a:extLst>
              <a:ext uri="{FF2B5EF4-FFF2-40B4-BE49-F238E27FC236}">
                <a16:creationId xmlns:a16="http://schemas.microsoft.com/office/drawing/2014/main" id="{19EB8968-B3E5-E136-552D-C299FAB112CF}"/>
              </a:ext>
            </a:extLst>
          </p:cNvPr>
          <p:cNvSpPr/>
          <p:nvPr/>
        </p:nvSpPr>
        <p:spPr>
          <a:xfrm>
            <a:off x="4232339" y="2410244"/>
            <a:ext cx="5149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00" b="1">
                <a:solidFill>
                  <a:srgbClr val="FFFFFF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Sprint 0</a:t>
            </a:r>
            <a:endParaRPr lang="en-US" sz="6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12" name="Shape 108">
            <a:extLst>
              <a:ext uri="{FF2B5EF4-FFF2-40B4-BE49-F238E27FC236}">
                <a16:creationId xmlns:a16="http://schemas.microsoft.com/office/drawing/2014/main" id="{E54E9C84-C909-6526-9601-6E087B74D874}"/>
              </a:ext>
            </a:extLst>
          </p:cNvPr>
          <p:cNvSpPr/>
          <p:nvPr/>
        </p:nvSpPr>
        <p:spPr>
          <a:xfrm>
            <a:off x="5076825" y="2410244"/>
            <a:ext cx="241171" cy="329184"/>
          </a:xfrm>
          <a:prstGeom prst="roundRect">
            <a:avLst>
              <a:gd name="adj" fmla="val 16667"/>
            </a:avLst>
          </a:prstGeom>
          <a:solidFill>
            <a:srgbClr val="008E8A"/>
          </a:solidFill>
          <a:ln w="12700">
            <a:solidFill>
              <a:srgbClr val="008E8A"/>
            </a:solidFill>
            <a:prstDash val="solid"/>
          </a:ln>
        </p:spPr>
        <p:txBody>
          <a:bodyPr/>
          <a:lstStyle/>
          <a:p>
            <a:endParaRPr lang="pt-BR" sz="6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13" name="Text 109">
            <a:extLst>
              <a:ext uri="{FF2B5EF4-FFF2-40B4-BE49-F238E27FC236}">
                <a16:creationId xmlns:a16="http://schemas.microsoft.com/office/drawing/2014/main" id="{B658DB78-0702-748B-51E0-85305A18A41C}"/>
              </a:ext>
            </a:extLst>
          </p:cNvPr>
          <p:cNvSpPr/>
          <p:nvPr/>
        </p:nvSpPr>
        <p:spPr>
          <a:xfrm>
            <a:off x="5045456" y="2410244"/>
            <a:ext cx="31508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600" b="1" noProof="0">
                <a:solidFill>
                  <a:srgbClr val="FFFFFF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Estim.</a:t>
            </a:r>
            <a:endParaRPr lang="pt-BR" sz="600" noProof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14" name="Shape 108">
            <a:extLst>
              <a:ext uri="{FF2B5EF4-FFF2-40B4-BE49-F238E27FC236}">
                <a16:creationId xmlns:a16="http://schemas.microsoft.com/office/drawing/2014/main" id="{54B97FE2-4898-2DB2-BF93-5297D5B5B5B3}"/>
              </a:ext>
            </a:extLst>
          </p:cNvPr>
          <p:cNvSpPr/>
          <p:nvPr/>
        </p:nvSpPr>
        <p:spPr>
          <a:xfrm>
            <a:off x="5780277" y="1792643"/>
            <a:ext cx="255272" cy="329184"/>
          </a:xfrm>
          <a:prstGeom prst="roundRect">
            <a:avLst>
              <a:gd name="adj" fmla="val 16667"/>
            </a:avLst>
          </a:prstGeom>
          <a:solidFill>
            <a:srgbClr val="6F2DBD"/>
          </a:solidFill>
          <a:ln w="12700">
            <a:solidFill>
              <a:srgbClr val="6F2DBD"/>
            </a:solidFill>
            <a:prstDash val="solid"/>
          </a:ln>
        </p:spPr>
        <p:txBody>
          <a:bodyPr/>
          <a:lstStyle/>
          <a:p>
            <a:endParaRPr lang="pt-BR" sz="6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15" name="Text 109">
            <a:extLst>
              <a:ext uri="{FF2B5EF4-FFF2-40B4-BE49-F238E27FC236}">
                <a16:creationId xmlns:a16="http://schemas.microsoft.com/office/drawing/2014/main" id="{049D5CFD-1A81-8B69-B8B0-8DF41999EACF}"/>
              </a:ext>
            </a:extLst>
          </p:cNvPr>
          <p:cNvSpPr/>
          <p:nvPr/>
        </p:nvSpPr>
        <p:spPr>
          <a:xfrm>
            <a:off x="5756020" y="1792643"/>
            <a:ext cx="31508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600" b="1" noProof="0">
                <a:solidFill>
                  <a:srgbClr val="FFFFFF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R. Téc.</a:t>
            </a:r>
            <a:endParaRPr lang="pt-BR" sz="600" noProof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18" name="Shape 104">
            <a:extLst>
              <a:ext uri="{FF2B5EF4-FFF2-40B4-BE49-F238E27FC236}">
                <a16:creationId xmlns:a16="http://schemas.microsoft.com/office/drawing/2014/main" id="{E9A0AE02-38E8-7773-A953-679AEBF2D4E8}"/>
              </a:ext>
            </a:extLst>
          </p:cNvPr>
          <p:cNvSpPr/>
          <p:nvPr/>
        </p:nvSpPr>
        <p:spPr>
          <a:xfrm>
            <a:off x="4212780" y="1792643"/>
            <a:ext cx="710756" cy="329184"/>
          </a:xfrm>
          <a:prstGeom prst="roundRect">
            <a:avLst>
              <a:gd name="adj" fmla="val 16667"/>
            </a:avLst>
          </a:prstGeom>
          <a:solidFill>
            <a:srgbClr val="6F2DBD"/>
          </a:solidFill>
          <a:ln w="12700">
            <a:solidFill>
              <a:srgbClr val="6F2DBD"/>
            </a:solidFill>
            <a:prstDash val="solid"/>
          </a:ln>
        </p:spPr>
        <p:txBody>
          <a:bodyPr/>
          <a:lstStyle/>
          <a:p>
            <a:endParaRPr lang="pt-BR" sz="6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19" name="Text 105">
            <a:extLst>
              <a:ext uri="{FF2B5EF4-FFF2-40B4-BE49-F238E27FC236}">
                <a16:creationId xmlns:a16="http://schemas.microsoft.com/office/drawing/2014/main" id="{17D2DDCA-79C6-519F-A866-E9DA208CC8D6}"/>
              </a:ext>
            </a:extLst>
          </p:cNvPr>
          <p:cNvSpPr/>
          <p:nvPr/>
        </p:nvSpPr>
        <p:spPr>
          <a:xfrm>
            <a:off x="4314888" y="1792643"/>
            <a:ext cx="53701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600" b="1" noProof="0">
                <a:solidFill>
                  <a:srgbClr val="FFFFFF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Ref. fun.</a:t>
            </a:r>
            <a:endParaRPr lang="pt-BR" sz="600" noProof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20" name="Shape 110">
            <a:extLst>
              <a:ext uri="{FF2B5EF4-FFF2-40B4-BE49-F238E27FC236}">
                <a16:creationId xmlns:a16="http://schemas.microsoft.com/office/drawing/2014/main" id="{DF9DE870-CC46-4ACF-1772-B4B50A77EEE0}"/>
              </a:ext>
            </a:extLst>
          </p:cNvPr>
          <p:cNvSpPr/>
          <p:nvPr/>
        </p:nvSpPr>
        <p:spPr>
          <a:xfrm>
            <a:off x="6328918" y="1792643"/>
            <a:ext cx="711327" cy="329184"/>
          </a:xfrm>
          <a:prstGeom prst="roundRect">
            <a:avLst>
              <a:gd name="adj" fmla="val 16667"/>
            </a:avLst>
          </a:prstGeom>
          <a:solidFill>
            <a:srgbClr val="6F2DBD"/>
          </a:solidFill>
          <a:ln w="12700">
            <a:solidFill>
              <a:srgbClr val="6F2DBD"/>
            </a:solidFill>
            <a:prstDash val="solid"/>
          </a:ln>
        </p:spPr>
        <p:txBody>
          <a:bodyPr/>
          <a:lstStyle/>
          <a:p>
            <a:endParaRPr lang="pt-BR" sz="6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21" name="Text 111">
            <a:extLst>
              <a:ext uri="{FF2B5EF4-FFF2-40B4-BE49-F238E27FC236}">
                <a16:creationId xmlns:a16="http://schemas.microsoft.com/office/drawing/2014/main" id="{8A14027D-6B77-CB72-1B13-0F8EB9664ACB}"/>
              </a:ext>
            </a:extLst>
          </p:cNvPr>
          <p:cNvSpPr/>
          <p:nvPr/>
        </p:nvSpPr>
        <p:spPr>
          <a:xfrm>
            <a:off x="6340696" y="1792643"/>
            <a:ext cx="6931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600" b="1" noProof="0">
                <a:solidFill>
                  <a:srgbClr val="FFFFFF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DEV.</a:t>
            </a:r>
            <a:endParaRPr lang="pt-BR" sz="600" noProof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22" name="Shape 102">
            <a:extLst>
              <a:ext uri="{FF2B5EF4-FFF2-40B4-BE49-F238E27FC236}">
                <a16:creationId xmlns:a16="http://schemas.microsoft.com/office/drawing/2014/main" id="{8784A1DF-DBAA-47FE-31C6-FA3BEB8F8192}"/>
              </a:ext>
            </a:extLst>
          </p:cNvPr>
          <p:cNvSpPr/>
          <p:nvPr/>
        </p:nvSpPr>
        <p:spPr>
          <a:xfrm>
            <a:off x="2491740" y="1792643"/>
            <a:ext cx="1101852" cy="329184"/>
          </a:xfrm>
          <a:prstGeom prst="roundRect">
            <a:avLst>
              <a:gd name="adj" fmla="val 16667"/>
            </a:avLst>
          </a:prstGeom>
          <a:solidFill>
            <a:srgbClr val="6F2DBD"/>
          </a:solidFill>
          <a:ln w="12700">
            <a:solidFill>
              <a:srgbClr val="6F2DBD"/>
            </a:solidFill>
            <a:prstDash val="solid"/>
          </a:ln>
        </p:spPr>
        <p:txBody>
          <a:bodyPr/>
          <a:lstStyle/>
          <a:p>
            <a:endParaRPr lang="pt-BR" sz="6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23" name="Text 103">
            <a:extLst>
              <a:ext uri="{FF2B5EF4-FFF2-40B4-BE49-F238E27FC236}">
                <a16:creationId xmlns:a16="http://schemas.microsoft.com/office/drawing/2014/main" id="{FFCFA7D8-46DC-4890-ED02-6DBED90AD429}"/>
              </a:ext>
            </a:extLst>
          </p:cNvPr>
          <p:cNvSpPr/>
          <p:nvPr/>
        </p:nvSpPr>
        <p:spPr>
          <a:xfrm>
            <a:off x="2501328" y="1787563"/>
            <a:ext cx="108927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00" b="1">
                <a:solidFill>
                  <a:srgbClr val="FFFFFF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Discovery</a:t>
            </a:r>
            <a:endParaRPr lang="en-US" sz="6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pic>
        <p:nvPicPr>
          <p:cNvPr id="324" name="Gráfico 323" descr="Selo novo com preenchimento sólido">
            <a:extLst>
              <a:ext uri="{FF2B5EF4-FFF2-40B4-BE49-F238E27FC236}">
                <a16:creationId xmlns:a16="http://schemas.microsoft.com/office/drawing/2014/main" id="{0FA764B6-4627-7387-3986-E2CA00D4822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11465" y="1849235"/>
            <a:ext cx="216000" cy="216000"/>
          </a:xfrm>
          <a:prstGeom prst="rect">
            <a:avLst/>
          </a:prstGeom>
        </p:spPr>
      </p:pic>
      <p:sp>
        <p:nvSpPr>
          <p:cNvPr id="325" name="Shape 106">
            <a:extLst>
              <a:ext uri="{FF2B5EF4-FFF2-40B4-BE49-F238E27FC236}">
                <a16:creationId xmlns:a16="http://schemas.microsoft.com/office/drawing/2014/main" id="{32464CF5-A278-174C-334B-E48455998483}"/>
              </a:ext>
            </a:extLst>
          </p:cNvPr>
          <p:cNvSpPr/>
          <p:nvPr/>
        </p:nvSpPr>
        <p:spPr>
          <a:xfrm>
            <a:off x="3633953" y="1792544"/>
            <a:ext cx="536092" cy="329184"/>
          </a:xfrm>
          <a:prstGeom prst="roundRect">
            <a:avLst>
              <a:gd name="adj" fmla="val 16667"/>
            </a:avLst>
          </a:prstGeom>
          <a:solidFill>
            <a:srgbClr val="6F2DBD"/>
          </a:solidFill>
          <a:ln w="12700">
            <a:solidFill>
              <a:srgbClr val="6F2DBD"/>
            </a:solidFill>
            <a:prstDash val="solid"/>
          </a:ln>
        </p:spPr>
        <p:txBody>
          <a:bodyPr/>
          <a:lstStyle/>
          <a:p>
            <a:endParaRPr lang="pt-BR" sz="6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26" name="Text 107">
            <a:extLst>
              <a:ext uri="{FF2B5EF4-FFF2-40B4-BE49-F238E27FC236}">
                <a16:creationId xmlns:a16="http://schemas.microsoft.com/office/drawing/2014/main" id="{1AD75A29-FF3C-4CE3-D821-640DCCB3FABF}"/>
              </a:ext>
            </a:extLst>
          </p:cNvPr>
          <p:cNvSpPr/>
          <p:nvPr/>
        </p:nvSpPr>
        <p:spPr>
          <a:xfrm>
            <a:off x="3652241" y="1792544"/>
            <a:ext cx="5149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00" b="1">
                <a:solidFill>
                  <a:srgbClr val="FFFFFF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Modelo</a:t>
            </a:r>
            <a:endParaRPr lang="en-US" sz="6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27" name="Shape 106">
            <a:extLst>
              <a:ext uri="{FF2B5EF4-FFF2-40B4-BE49-F238E27FC236}">
                <a16:creationId xmlns:a16="http://schemas.microsoft.com/office/drawing/2014/main" id="{A654AB73-7534-54CA-53E0-B57DA0E5ABEA}"/>
              </a:ext>
            </a:extLst>
          </p:cNvPr>
          <p:cNvSpPr/>
          <p:nvPr/>
        </p:nvSpPr>
        <p:spPr>
          <a:xfrm>
            <a:off x="4955541" y="1792643"/>
            <a:ext cx="247396" cy="329184"/>
          </a:xfrm>
          <a:prstGeom prst="roundRect">
            <a:avLst>
              <a:gd name="adj" fmla="val 16667"/>
            </a:avLst>
          </a:prstGeom>
          <a:solidFill>
            <a:srgbClr val="6F2DBD"/>
          </a:solidFill>
          <a:ln w="12700">
            <a:solidFill>
              <a:srgbClr val="6F2DBD"/>
            </a:solidFill>
            <a:prstDash val="solid"/>
          </a:ln>
        </p:spPr>
        <p:txBody>
          <a:bodyPr/>
          <a:lstStyle/>
          <a:p>
            <a:endParaRPr lang="pt-BR" sz="6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28" name="Text 107">
            <a:extLst>
              <a:ext uri="{FF2B5EF4-FFF2-40B4-BE49-F238E27FC236}">
                <a16:creationId xmlns:a16="http://schemas.microsoft.com/office/drawing/2014/main" id="{794F573C-A135-2AC5-2BED-712286C64636}"/>
              </a:ext>
            </a:extLst>
          </p:cNvPr>
          <p:cNvSpPr/>
          <p:nvPr/>
        </p:nvSpPr>
        <p:spPr>
          <a:xfrm>
            <a:off x="4969573" y="1792643"/>
            <a:ext cx="216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00" b="1">
                <a:solidFill>
                  <a:srgbClr val="FFFFFF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DAS</a:t>
            </a:r>
            <a:endParaRPr lang="en-US" sz="6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29" name="Shape 106">
            <a:extLst>
              <a:ext uri="{FF2B5EF4-FFF2-40B4-BE49-F238E27FC236}">
                <a16:creationId xmlns:a16="http://schemas.microsoft.com/office/drawing/2014/main" id="{7F102783-2F3C-4F8F-D3A3-BDAAA7D62314}"/>
              </a:ext>
            </a:extLst>
          </p:cNvPr>
          <p:cNvSpPr/>
          <p:nvPr/>
        </p:nvSpPr>
        <p:spPr>
          <a:xfrm>
            <a:off x="5226240" y="1792643"/>
            <a:ext cx="523685" cy="329184"/>
          </a:xfrm>
          <a:prstGeom prst="roundRect">
            <a:avLst>
              <a:gd name="adj" fmla="val 16667"/>
            </a:avLst>
          </a:prstGeom>
          <a:solidFill>
            <a:srgbClr val="6F2DBD"/>
          </a:solidFill>
          <a:ln w="12700">
            <a:solidFill>
              <a:srgbClr val="6F2DBD"/>
            </a:solidFill>
            <a:prstDash val="solid"/>
          </a:ln>
        </p:spPr>
        <p:txBody>
          <a:bodyPr/>
          <a:lstStyle/>
          <a:p>
            <a:endParaRPr lang="pt-BR" sz="6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30" name="Text 107">
            <a:extLst>
              <a:ext uri="{FF2B5EF4-FFF2-40B4-BE49-F238E27FC236}">
                <a16:creationId xmlns:a16="http://schemas.microsoft.com/office/drawing/2014/main" id="{0CBD6EA7-C1F8-60F5-3B51-29F37A577C5A}"/>
              </a:ext>
            </a:extLst>
          </p:cNvPr>
          <p:cNvSpPr/>
          <p:nvPr/>
        </p:nvSpPr>
        <p:spPr>
          <a:xfrm>
            <a:off x="5244528" y="1792643"/>
            <a:ext cx="5149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00" b="1">
                <a:solidFill>
                  <a:srgbClr val="FFFFFF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Sprint 0</a:t>
            </a:r>
            <a:endParaRPr lang="en-US" sz="6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31" name="Shape 108">
            <a:extLst>
              <a:ext uri="{FF2B5EF4-FFF2-40B4-BE49-F238E27FC236}">
                <a16:creationId xmlns:a16="http://schemas.microsoft.com/office/drawing/2014/main" id="{22BD876A-9DF8-906C-F1EE-04C92B6785C6}"/>
              </a:ext>
            </a:extLst>
          </p:cNvPr>
          <p:cNvSpPr/>
          <p:nvPr/>
        </p:nvSpPr>
        <p:spPr>
          <a:xfrm>
            <a:off x="6062981" y="1792643"/>
            <a:ext cx="241934" cy="329184"/>
          </a:xfrm>
          <a:prstGeom prst="roundRect">
            <a:avLst>
              <a:gd name="adj" fmla="val 16667"/>
            </a:avLst>
          </a:prstGeom>
          <a:solidFill>
            <a:srgbClr val="6F2DBD"/>
          </a:solidFill>
          <a:ln w="12700">
            <a:solidFill>
              <a:srgbClr val="6F2DBD"/>
            </a:solidFill>
            <a:prstDash val="solid"/>
          </a:ln>
        </p:spPr>
        <p:txBody>
          <a:bodyPr/>
          <a:lstStyle/>
          <a:p>
            <a:endParaRPr lang="pt-BR" sz="6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32" name="Text 109">
            <a:extLst>
              <a:ext uri="{FF2B5EF4-FFF2-40B4-BE49-F238E27FC236}">
                <a16:creationId xmlns:a16="http://schemas.microsoft.com/office/drawing/2014/main" id="{AF095B50-0F43-983D-2AEA-34E9094BC0D5}"/>
              </a:ext>
            </a:extLst>
          </p:cNvPr>
          <p:cNvSpPr/>
          <p:nvPr/>
        </p:nvSpPr>
        <p:spPr>
          <a:xfrm>
            <a:off x="6030975" y="1792643"/>
            <a:ext cx="31508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600" b="1" noProof="0">
                <a:solidFill>
                  <a:srgbClr val="FFFFFF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Estim.</a:t>
            </a:r>
            <a:endParaRPr lang="pt-BR" sz="600" noProof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33" name="Shape 4">
            <a:hlinkClick r:id="rId8" action="ppaction://hlinksldjump"/>
            <a:extLst>
              <a:ext uri="{FF2B5EF4-FFF2-40B4-BE49-F238E27FC236}">
                <a16:creationId xmlns:a16="http://schemas.microsoft.com/office/drawing/2014/main" id="{B167A6E9-9059-A08A-F318-6A8FB59B906D}"/>
              </a:ext>
            </a:extLst>
          </p:cNvPr>
          <p:cNvSpPr/>
          <p:nvPr/>
        </p:nvSpPr>
        <p:spPr>
          <a:xfrm>
            <a:off x="9802368" y="658368"/>
            <a:ext cx="1965960" cy="365760"/>
          </a:xfrm>
          <a:prstGeom prst="roundRect">
            <a:avLst>
              <a:gd name="adj" fmla="val 40000"/>
            </a:avLst>
          </a:prstGeom>
          <a:solidFill>
            <a:srgbClr val="26253E"/>
          </a:solidFill>
          <a:ln w="12700">
            <a:solidFill>
              <a:srgbClr val="26253E"/>
            </a:solidFill>
            <a:prstDash val="solid"/>
          </a:ln>
        </p:spPr>
        <p:txBody>
          <a:bodyPr/>
          <a:lstStyle/>
          <a:p>
            <a:pPr algn="ctr"/>
            <a:r>
              <a:rPr lang="pt-BR" sz="900" b="1">
                <a:solidFill>
                  <a:schemeClr val="bg1"/>
                </a:solidFill>
                <a:latin typeface="Vivo Type" panose="02000500000000020000" pitchFamily="50" charset="0"/>
                <a:cs typeface="Vivo Type" panose="02000500000000020000" pitchFamily="50" charset="0"/>
              </a:rPr>
              <a:t>&lt;  DEMAIS FRENTES</a:t>
            </a:r>
          </a:p>
        </p:txBody>
      </p:sp>
      <p:sp>
        <p:nvSpPr>
          <p:cNvPr id="334" name="Shape 4">
            <a:hlinkClick r:id="rId9" action="ppaction://hlinksldjump"/>
            <a:extLst>
              <a:ext uri="{FF2B5EF4-FFF2-40B4-BE49-F238E27FC236}">
                <a16:creationId xmlns:a16="http://schemas.microsoft.com/office/drawing/2014/main" id="{09F82384-DBE8-BBE1-D8ED-AB01B68A2002}"/>
              </a:ext>
            </a:extLst>
          </p:cNvPr>
          <p:cNvSpPr/>
          <p:nvPr/>
        </p:nvSpPr>
        <p:spPr>
          <a:xfrm>
            <a:off x="7731760" y="659450"/>
            <a:ext cx="1965960" cy="365760"/>
          </a:xfrm>
          <a:prstGeom prst="roundRect">
            <a:avLst>
              <a:gd name="adj" fmla="val 40000"/>
            </a:avLst>
          </a:prstGeom>
          <a:solidFill>
            <a:srgbClr val="26253E"/>
          </a:solidFill>
          <a:ln w="12700">
            <a:solidFill>
              <a:srgbClr val="26253E"/>
            </a:solidFill>
            <a:prstDash val="solid"/>
          </a:ln>
        </p:spPr>
        <p:txBody>
          <a:bodyPr/>
          <a:lstStyle/>
          <a:p>
            <a:pPr algn="ctr"/>
            <a:r>
              <a:rPr lang="pt-BR" sz="900" b="1">
                <a:solidFill>
                  <a:schemeClr val="bg1"/>
                </a:solidFill>
                <a:latin typeface="Vivo Type" panose="02000500000000020000" pitchFamily="50" charset="0"/>
                <a:cs typeface="Vivo Type" panose="02000500000000020000" pitchFamily="50" charset="0"/>
              </a:rPr>
              <a:t>&lt; VISÃO EXECUTIVA</a:t>
            </a:r>
          </a:p>
        </p:txBody>
      </p:sp>
      <p:sp>
        <p:nvSpPr>
          <p:cNvPr id="114" name="Shape 112"/>
          <p:cNvSpPr/>
          <p:nvPr/>
        </p:nvSpPr>
        <p:spPr>
          <a:xfrm>
            <a:off x="6844188" y="3626678"/>
            <a:ext cx="528161" cy="329184"/>
          </a:xfrm>
          <a:prstGeom prst="roundRect">
            <a:avLst>
              <a:gd name="adj" fmla="val 16667"/>
            </a:avLst>
          </a:prstGeom>
          <a:solidFill>
            <a:srgbClr val="C14B8A"/>
          </a:solidFill>
          <a:ln w="12700">
            <a:solidFill>
              <a:srgbClr val="C14B8A"/>
            </a:solidFill>
            <a:prstDash val="solid"/>
          </a:ln>
        </p:spPr>
        <p:txBody>
          <a:bodyPr/>
          <a:lstStyle/>
          <a:p>
            <a:endParaRPr lang="pt-BR" sz="6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15" name="Text 113"/>
          <p:cNvSpPr/>
          <p:nvPr/>
        </p:nvSpPr>
        <p:spPr>
          <a:xfrm>
            <a:off x="6913277" y="3626678"/>
            <a:ext cx="4000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00" b="1">
                <a:solidFill>
                  <a:srgbClr val="FFFFFF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QA</a:t>
            </a:r>
            <a:endParaRPr lang="en-US" sz="6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297" name="Shape 112">
            <a:extLst>
              <a:ext uri="{FF2B5EF4-FFF2-40B4-BE49-F238E27FC236}">
                <a16:creationId xmlns:a16="http://schemas.microsoft.com/office/drawing/2014/main" id="{0157AEF4-35AC-9222-F79D-E70043DBC554}"/>
              </a:ext>
            </a:extLst>
          </p:cNvPr>
          <p:cNvSpPr/>
          <p:nvPr/>
        </p:nvSpPr>
        <p:spPr>
          <a:xfrm>
            <a:off x="6511956" y="2410244"/>
            <a:ext cx="528161" cy="329184"/>
          </a:xfrm>
          <a:prstGeom prst="roundRect">
            <a:avLst>
              <a:gd name="adj" fmla="val 16667"/>
            </a:avLst>
          </a:prstGeom>
          <a:solidFill>
            <a:srgbClr val="008E8A"/>
          </a:solidFill>
          <a:ln w="12700">
            <a:solidFill>
              <a:srgbClr val="008E8A"/>
            </a:solidFill>
            <a:prstDash val="solid"/>
          </a:ln>
        </p:spPr>
        <p:txBody>
          <a:bodyPr/>
          <a:lstStyle/>
          <a:p>
            <a:endParaRPr lang="pt-BR" sz="6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298" name="Text 113">
            <a:extLst>
              <a:ext uri="{FF2B5EF4-FFF2-40B4-BE49-F238E27FC236}">
                <a16:creationId xmlns:a16="http://schemas.microsoft.com/office/drawing/2014/main" id="{2CEF2B9C-122C-D7CE-F745-C4AB1F78B5DA}"/>
              </a:ext>
            </a:extLst>
          </p:cNvPr>
          <p:cNvSpPr/>
          <p:nvPr/>
        </p:nvSpPr>
        <p:spPr>
          <a:xfrm>
            <a:off x="6581045" y="2410244"/>
            <a:ext cx="4000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00" b="1">
                <a:solidFill>
                  <a:srgbClr val="FFFFFF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QA</a:t>
            </a:r>
            <a:endParaRPr lang="en-US" sz="6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16" name="Shape 112">
            <a:extLst>
              <a:ext uri="{FF2B5EF4-FFF2-40B4-BE49-F238E27FC236}">
                <a16:creationId xmlns:a16="http://schemas.microsoft.com/office/drawing/2014/main" id="{536BE8D6-3F90-90B7-1485-E7A9FB11029E}"/>
              </a:ext>
            </a:extLst>
          </p:cNvPr>
          <p:cNvSpPr/>
          <p:nvPr/>
        </p:nvSpPr>
        <p:spPr>
          <a:xfrm>
            <a:off x="7072661" y="1792643"/>
            <a:ext cx="270480" cy="329184"/>
          </a:xfrm>
          <a:prstGeom prst="roundRect">
            <a:avLst>
              <a:gd name="adj" fmla="val 16667"/>
            </a:avLst>
          </a:prstGeom>
          <a:solidFill>
            <a:srgbClr val="6F2DBD"/>
          </a:solidFill>
          <a:ln w="12700">
            <a:solidFill>
              <a:srgbClr val="6F2DBD"/>
            </a:solidFill>
            <a:prstDash val="solid"/>
          </a:ln>
        </p:spPr>
        <p:txBody>
          <a:bodyPr/>
          <a:lstStyle/>
          <a:p>
            <a:endParaRPr lang="pt-BR" sz="6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17" name="Text 113">
            <a:extLst>
              <a:ext uri="{FF2B5EF4-FFF2-40B4-BE49-F238E27FC236}">
                <a16:creationId xmlns:a16="http://schemas.microsoft.com/office/drawing/2014/main" id="{26149D98-0F44-724F-CF10-66A230E47242}"/>
              </a:ext>
            </a:extLst>
          </p:cNvPr>
          <p:cNvSpPr/>
          <p:nvPr/>
        </p:nvSpPr>
        <p:spPr>
          <a:xfrm>
            <a:off x="7006494" y="1792643"/>
            <a:ext cx="4000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00" b="1">
                <a:solidFill>
                  <a:srgbClr val="FFFFFF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QA</a:t>
            </a:r>
            <a:endParaRPr lang="en-US" sz="6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35" name="Shape 108">
            <a:extLst>
              <a:ext uri="{FF2B5EF4-FFF2-40B4-BE49-F238E27FC236}">
                <a16:creationId xmlns:a16="http://schemas.microsoft.com/office/drawing/2014/main" id="{57DA6215-7AB5-0307-C66F-AF220B49AA15}"/>
              </a:ext>
            </a:extLst>
          </p:cNvPr>
          <p:cNvSpPr/>
          <p:nvPr/>
        </p:nvSpPr>
        <p:spPr>
          <a:xfrm>
            <a:off x="4791075" y="3018602"/>
            <a:ext cx="262890" cy="329184"/>
          </a:xfrm>
          <a:prstGeom prst="roundRect">
            <a:avLst>
              <a:gd name="adj" fmla="val 16667"/>
            </a:avLst>
          </a:prstGeom>
          <a:solidFill>
            <a:srgbClr val="246BFD"/>
          </a:solidFill>
          <a:ln w="12700">
            <a:solidFill>
              <a:srgbClr val="246BFD"/>
            </a:solidFill>
            <a:prstDash val="solid"/>
          </a:ln>
        </p:spPr>
        <p:txBody>
          <a:bodyPr/>
          <a:lstStyle/>
          <a:p>
            <a:endParaRPr lang="pt-BR" sz="6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36" name="Text 109">
            <a:extLst>
              <a:ext uri="{FF2B5EF4-FFF2-40B4-BE49-F238E27FC236}">
                <a16:creationId xmlns:a16="http://schemas.microsoft.com/office/drawing/2014/main" id="{1C125537-2719-5BFA-92FA-43108EC76E4B}"/>
              </a:ext>
            </a:extLst>
          </p:cNvPr>
          <p:cNvSpPr/>
          <p:nvPr/>
        </p:nvSpPr>
        <p:spPr>
          <a:xfrm>
            <a:off x="4773041" y="3018602"/>
            <a:ext cx="31508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600" b="1">
                <a:solidFill>
                  <a:srgbClr val="FFFFFF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R. </a:t>
            </a:r>
            <a:r>
              <a:rPr lang="pt-BR" sz="600" b="1" noProof="0">
                <a:solidFill>
                  <a:srgbClr val="FFFFFF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Téc.</a:t>
            </a:r>
            <a:endParaRPr lang="pt-BR" sz="600" noProof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37" name="Shape 104">
            <a:extLst>
              <a:ext uri="{FF2B5EF4-FFF2-40B4-BE49-F238E27FC236}">
                <a16:creationId xmlns:a16="http://schemas.microsoft.com/office/drawing/2014/main" id="{205B5BED-FC83-9E03-3B56-EF6A08D59A51}"/>
              </a:ext>
            </a:extLst>
          </p:cNvPr>
          <p:cNvSpPr/>
          <p:nvPr/>
        </p:nvSpPr>
        <p:spPr>
          <a:xfrm>
            <a:off x="3463290" y="3018602"/>
            <a:ext cx="432000" cy="329184"/>
          </a:xfrm>
          <a:prstGeom prst="roundRect">
            <a:avLst>
              <a:gd name="adj" fmla="val 16667"/>
            </a:avLst>
          </a:prstGeom>
          <a:solidFill>
            <a:srgbClr val="246BFD"/>
          </a:solidFill>
          <a:ln w="12700">
            <a:solidFill>
              <a:srgbClr val="246BFD"/>
            </a:solidFill>
            <a:prstDash val="solid"/>
          </a:ln>
        </p:spPr>
        <p:txBody>
          <a:bodyPr/>
          <a:lstStyle/>
          <a:p>
            <a:endParaRPr lang="pt-BR" sz="6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38" name="Text 105">
            <a:extLst>
              <a:ext uri="{FF2B5EF4-FFF2-40B4-BE49-F238E27FC236}">
                <a16:creationId xmlns:a16="http://schemas.microsoft.com/office/drawing/2014/main" id="{FE666E64-F2D9-8173-1702-C7C49EB0BE50}"/>
              </a:ext>
            </a:extLst>
          </p:cNvPr>
          <p:cNvSpPr/>
          <p:nvPr/>
        </p:nvSpPr>
        <p:spPr>
          <a:xfrm>
            <a:off x="3470910" y="3018602"/>
            <a:ext cx="439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600" b="1" noProof="0">
                <a:solidFill>
                  <a:srgbClr val="FFFFFF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Ref. fun.</a:t>
            </a:r>
            <a:endParaRPr lang="pt-BR" sz="600" noProof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39" name="Shape 110">
            <a:extLst>
              <a:ext uri="{FF2B5EF4-FFF2-40B4-BE49-F238E27FC236}">
                <a16:creationId xmlns:a16="http://schemas.microsoft.com/office/drawing/2014/main" id="{4998FA13-6B85-6D22-902D-888034F30367}"/>
              </a:ext>
            </a:extLst>
          </p:cNvPr>
          <p:cNvSpPr/>
          <p:nvPr/>
        </p:nvSpPr>
        <p:spPr>
          <a:xfrm>
            <a:off x="5365750" y="3018602"/>
            <a:ext cx="1103630" cy="329184"/>
          </a:xfrm>
          <a:prstGeom prst="roundRect">
            <a:avLst>
              <a:gd name="adj" fmla="val 16667"/>
            </a:avLst>
          </a:prstGeom>
          <a:solidFill>
            <a:srgbClr val="246BFD"/>
          </a:solidFill>
          <a:ln w="12700">
            <a:solidFill>
              <a:srgbClr val="246BFD"/>
            </a:solidFill>
            <a:prstDash val="solid"/>
          </a:ln>
        </p:spPr>
        <p:txBody>
          <a:bodyPr/>
          <a:lstStyle/>
          <a:p>
            <a:endParaRPr lang="pt-BR" sz="6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40" name="Text 111">
            <a:extLst>
              <a:ext uri="{FF2B5EF4-FFF2-40B4-BE49-F238E27FC236}">
                <a16:creationId xmlns:a16="http://schemas.microsoft.com/office/drawing/2014/main" id="{04A380A2-002A-D148-6564-37E767BF6925}"/>
              </a:ext>
            </a:extLst>
          </p:cNvPr>
          <p:cNvSpPr/>
          <p:nvPr/>
        </p:nvSpPr>
        <p:spPr>
          <a:xfrm>
            <a:off x="5389626" y="3018602"/>
            <a:ext cx="1042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600" b="1" noProof="0">
                <a:solidFill>
                  <a:srgbClr val="FFFFFF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Desenvolvimento</a:t>
            </a:r>
            <a:endParaRPr lang="pt-BR" sz="600" noProof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41" name="Shape 102">
            <a:extLst>
              <a:ext uri="{FF2B5EF4-FFF2-40B4-BE49-F238E27FC236}">
                <a16:creationId xmlns:a16="http://schemas.microsoft.com/office/drawing/2014/main" id="{4573198D-9518-AC3C-A127-A04871F81C8C}"/>
              </a:ext>
            </a:extLst>
          </p:cNvPr>
          <p:cNvSpPr/>
          <p:nvPr/>
        </p:nvSpPr>
        <p:spPr>
          <a:xfrm>
            <a:off x="2494788" y="3018602"/>
            <a:ext cx="480821" cy="329184"/>
          </a:xfrm>
          <a:prstGeom prst="roundRect">
            <a:avLst>
              <a:gd name="adj" fmla="val 16667"/>
            </a:avLst>
          </a:prstGeom>
          <a:solidFill>
            <a:srgbClr val="246BFD"/>
          </a:solidFill>
          <a:ln w="12700">
            <a:solidFill>
              <a:srgbClr val="246BFD"/>
            </a:solidFill>
            <a:prstDash val="solid"/>
          </a:ln>
        </p:spPr>
        <p:txBody>
          <a:bodyPr/>
          <a:lstStyle/>
          <a:p>
            <a:endParaRPr lang="pt-BR" sz="6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42" name="Text 103">
            <a:extLst>
              <a:ext uri="{FF2B5EF4-FFF2-40B4-BE49-F238E27FC236}">
                <a16:creationId xmlns:a16="http://schemas.microsoft.com/office/drawing/2014/main" id="{8F4A47B2-451C-C611-CFA0-E73BEF38AFAB}"/>
              </a:ext>
            </a:extLst>
          </p:cNvPr>
          <p:cNvSpPr/>
          <p:nvPr/>
        </p:nvSpPr>
        <p:spPr>
          <a:xfrm>
            <a:off x="2457450" y="3018602"/>
            <a:ext cx="5553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00" b="1">
                <a:solidFill>
                  <a:srgbClr val="FFFFFF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Discovery</a:t>
            </a:r>
            <a:endParaRPr lang="en-US" sz="6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pic>
        <p:nvPicPr>
          <p:cNvPr id="343" name="Gráfico 342" descr="Selo novo com preenchimento sólido">
            <a:extLst>
              <a:ext uri="{FF2B5EF4-FFF2-40B4-BE49-F238E27FC236}">
                <a16:creationId xmlns:a16="http://schemas.microsoft.com/office/drawing/2014/main" id="{499E1F3E-C725-3F27-A4E9-97B8E696A18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58431" y="3075194"/>
            <a:ext cx="216000" cy="216000"/>
          </a:xfrm>
          <a:prstGeom prst="rect">
            <a:avLst/>
          </a:prstGeom>
        </p:spPr>
      </p:pic>
      <p:sp>
        <p:nvSpPr>
          <p:cNvPr id="344" name="Shape 106">
            <a:extLst>
              <a:ext uri="{FF2B5EF4-FFF2-40B4-BE49-F238E27FC236}">
                <a16:creationId xmlns:a16="http://schemas.microsoft.com/office/drawing/2014/main" id="{408C0A3C-F7E9-EF8E-CF2F-9DCE0B6E14EC}"/>
              </a:ext>
            </a:extLst>
          </p:cNvPr>
          <p:cNvSpPr/>
          <p:nvPr/>
        </p:nvSpPr>
        <p:spPr>
          <a:xfrm>
            <a:off x="3003232" y="3018602"/>
            <a:ext cx="432000" cy="329184"/>
          </a:xfrm>
          <a:prstGeom prst="roundRect">
            <a:avLst>
              <a:gd name="adj" fmla="val 16667"/>
            </a:avLst>
          </a:prstGeom>
          <a:solidFill>
            <a:srgbClr val="246BFD"/>
          </a:solidFill>
          <a:ln w="12700">
            <a:solidFill>
              <a:srgbClr val="246BFD"/>
            </a:solidFill>
            <a:prstDash val="solid"/>
          </a:ln>
        </p:spPr>
        <p:txBody>
          <a:bodyPr/>
          <a:lstStyle/>
          <a:p>
            <a:endParaRPr lang="pt-BR" sz="6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45" name="Text 107">
            <a:extLst>
              <a:ext uri="{FF2B5EF4-FFF2-40B4-BE49-F238E27FC236}">
                <a16:creationId xmlns:a16="http://schemas.microsoft.com/office/drawing/2014/main" id="{AB88216C-8511-E0F7-EFA9-A1A7B076F2E6}"/>
              </a:ext>
            </a:extLst>
          </p:cNvPr>
          <p:cNvSpPr/>
          <p:nvPr/>
        </p:nvSpPr>
        <p:spPr>
          <a:xfrm>
            <a:off x="2962465" y="3018602"/>
            <a:ext cx="5149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00" b="1">
                <a:solidFill>
                  <a:srgbClr val="FFFFFF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Modelo</a:t>
            </a:r>
            <a:endParaRPr lang="en-US" sz="6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46" name="Shape 106">
            <a:extLst>
              <a:ext uri="{FF2B5EF4-FFF2-40B4-BE49-F238E27FC236}">
                <a16:creationId xmlns:a16="http://schemas.microsoft.com/office/drawing/2014/main" id="{2D4A0F92-CE8D-83C1-8877-2DF182861294}"/>
              </a:ext>
            </a:extLst>
          </p:cNvPr>
          <p:cNvSpPr/>
          <p:nvPr/>
        </p:nvSpPr>
        <p:spPr>
          <a:xfrm>
            <a:off x="3925126" y="3018602"/>
            <a:ext cx="248400" cy="329184"/>
          </a:xfrm>
          <a:prstGeom prst="roundRect">
            <a:avLst>
              <a:gd name="adj" fmla="val 16667"/>
            </a:avLst>
          </a:prstGeom>
          <a:solidFill>
            <a:srgbClr val="246BFD"/>
          </a:solidFill>
          <a:ln w="12700">
            <a:solidFill>
              <a:srgbClr val="246BFD"/>
            </a:solidFill>
            <a:prstDash val="solid"/>
          </a:ln>
        </p:spPr>
        <p:txBody>
          <a:bodyPr/>
          <a:lstStyle/>
          <a:p>
            <a:endParaRPr lang="pt-BR" sz="6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47" name="Text 107">
            <a:extLst>
              <a:ext uri="{FF2B5EF4-FFF2-40B4-BE49-F238E27FC236}">
                <a16:creationId xmlns:a16="http://schemas.microsoft.com/office/drawing/2014/main" id="{047EB7C2-003A-6C13-BBF7-0C11E86DCA5B}"/>
              </a:ext>
            </a:extLst>
          </p:cNvPr>
          <p:cNvSpPr/>
          <p:nvPr/>
        </p:nvSpPr>
        <p:spPr>
          <a:xfrm>
            <a:off x="3943414" y="3018602"/>
            <a:ext cx="216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00" b="1">
                <a:solidFill>
                  <a:srgbClr val="FFFFFF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DAS</a:t>
            </a:r>
            <a:endParaRPr lang="en-US" sz="6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48" name="Shape 106">
            <a:extLst>
              <a:ext uri="{FF2B5EF4-FFF2-40B4-BE49-F238E27FC236}">
                <a16:creationId xmlns:a16="http://schemas.microsoft.com/office/drawing/2014/main" id="{D89754AC-C725-B48F-B81B-CDBAF3474352}"/>
              </a:ext>
            </a:extLst>
          </p:cNvPr>
          <p:cNvSpPr/>
          <p:nvPr/>
        </p:nvSpPr>
        <p:spPr>
          <a:xfrm>
            <a:off x="4217669" y="3018602"/>
            <a:ext cx="528829" cy="329184"/>
          </a:xfrm>
          <a:prstGeom prst="roundRect">
            <a:avLst>
              <a:gd name="adj" fmla="val 16667"/>
            </a:avLst>
          </a:prstGeom>
          <a:solidFill>
            <a:srgbClr val="246BFD"/>
          </a:solidFill>
          <a:ln w="12700">
            <a:solidFill>
              <a:srgbClr val="246BFD"/>
            </a:solidFill>
            <a:prstDash val="solid"/>
          </a:ln>
        </p:spPr>
        <p:txBody>
          <a:bodyPr/>
          <a:lstStyle/>
          <a:p>
            <a:endParaRPr lang="pt-BR" sz="6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49" name="Text 107">
            <a:extLst>
              <a:ext uri="{FF2B5EF4-FFF2-40B4-BE49-F238E27FC236}">
                <a16:creationId xmlns:a16="http://schemas.microsoft.com/office/drawing/2014/main" id="{AD677141-47CD-D357-31BD-722D0AB588D2}"/>
              </a:ext>
            </a:extLst>
          </p:cNvPr>
          <p:cNvSpPr/>
          <p:nvPr/>
        </p:nvSpPr>
        <p:spPr>
          <a:xfrm>
            <a:off x="4236149" y="3018602"/>
            <a:ext cx="5149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00" b="1">
                <a:solidFill>
                  <a:srgbClr val="FFFFFF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Sprint 0</a:t>
            </a:r>
            <a:endParaRPr lang="en-US" sz="6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50" name="Shape 108">
            <a:extLst>
              <a:ext uri="{FF2B5EF4-FFF2-40B4-BE49-F238E27FC236}">
                <a16:creationId xmlns:a16="http://schemas.microsoft.com/office/drawing/2014/main" id="{8E16B209-21D3-DC95-18F4-F0B5DDA1C00F}"/>
              </a:ext>
            </a:extLst>
          </p:cNvPr>
          <p:cNvSpPr/>
          <p:nvPr/>
        </p:nvSpPr>
        <p:spPr>
          <a:xfrm>
            <a:off x="5080635" y="3018602"/>
            <a:ext cx="241171" cy="329184"/>
          </a:xfrm>
          <a:prstGeom prst="roundRect">
            <a:avLst>
              <a:gd name="adj" fmla="val 16667"/>
            </a:avLst>
          </a:prstGeom>
          <a:solidFill>
            <a:srgbClr val="246BFD"/>
          </a:solidFill>
          <a:ln w="12700">
            <a:solidFill>
              <a:srgbClr val="246BFD"/>
            </a:solidFill>
            <a:prstDash val="solid"/>
          </a:ln>
        </p:spPr>
        <p:txBody>
          <a:bodyPr/>
          <a:lstStyle/>
          <a:p>
            <a:endParaRPr lang="pt-BR" sz="6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51" name="Text 109">
            <a:extLst>
              <a:ext uri="{FF2B5EF4-FFF2-40B4-BE49-F238E27FC236}">
                <a16:creationId xmlns:a16="http://schemas.microsoft.com/office/drawing/2014/main" id="{CB1DBA2A-6336-73A6-8175-F3E20BBE62D2}"/>
              </a:ext>
            </a:extLst>
          </p:cNvPr>
          <p:cNvSpPr/>
          <p:nvPr/>
        </p:nvSpPr>
        <p:spPr>
          <a:xfrm>
            <a:off x="5049266" y="3018602"/>
            <a:ext cx="31508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600" b="1" noProof="0">
                <a:solidFill>
                  <a:srgbClr val="FFFFFF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Estim.</a:t>
            </a:r>
            <a:endParaRPr lang="pt-BR" sz="600" noProof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52" name="Shape 112">
            <a:extLst>
              <a:ext uri="{FF2B5EF4-FFF2-40B4-BE49-F238E27FC236}">
                <a16:creationId xmlns:a16="http://schemas.microsoft.com/office/drawing/2014/main" id="{27C9D586-36AF-0927-2CC2-D5B47094AFAB}"/>
              </a:ext>
            </a:extLst>
          </p:cNvPr>
          <p:cNvSpPr/>
          <p:nvPr/>
        </p:nvSpPr>
        <p:spPr>
          <a:xfrm>
            <a:off x="6515766" y="3018602"/>
            <a:ext cx="528161" cy="329184"/>
          </a:xfrm>
          <a:prstGeom prst="roundRect">
            <a:avLst>
              <a:gd name="adj" fmla="val 16667"/>
            </a:avLst>
          </a:prstGeom>
          <a:solidFill>
            <a:srgbClr val="246BFD"/>
          </a:solidFill>
          <a:ln w="12700">
            <a:solidFill>
              <a:srgbClr val="246BFD"/>
            </a:solidFill>
            <a:prstDash val="solid"/>
          </a:ln>
        </p:spPr>
        <p:txBody>
          <a:bodyPr/>
          <a:lstStyle/>
          <a:p>
            <a:endParaRPr lang="pt-BR" sz="6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53" name="Text 113">
            <a:extLst>
              <a:ext uri="{FF2B5EF4-FFF2-40B4-BE49-F238E27FC236}">
                <a16:creationId xmlns:a16="http://schemas.microsoft.com/office/drawing/2014/main" id="{7548DCE8-7FB0-90FE-D988-1C4521F5FA28}"/>
              </a:ext>
            </a:extLst>
          </p:cNvPr>
          <p:cNvSpPr/>
          <p:nvPr/>
        </p:nvSpPr>
        <p:spPr>
          <a:xfrm>
            <a:off x="6584855" y="3018602"/>
            <a:ext cx="4000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00" b="1">
                <a:solidFill>
                  <a:srgbClr val="FFFFFF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QA</a:t>
            </a:r>
            <a:endParaRPr lang="en-US" sz="6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54" name="Retângulo 353">
            <a:extLst>
              <a:ext uri="{FF2B5EF4-FFF2-40B4-BE49-F238E27FC236}">
                <a16:creationId xmlns:a16="http://schemas.microsoft.com/office/drawing/2014/main" id="{B5BB6A89-91D9-55FE-D9FA-CBF5F178D6D7}"/>
              </a:ext>
            </a:extLst>
          </p:cNvPr>
          <p:cNvSpPr/>
          <p:nvPr/>
        </p:nvSpPr>
        <p:spPr>
          <a:xfrm>
            <a:off x="0" y="6512560"/>
            <a:ext cx="7891272" cy="3545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pt-BR" err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F2DBD"/>
          </a:solidFill>
          <a:ln w="12700">
            <a:solidFill>
              <a:srgbClr val="6F2DBD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61924" y="1138114"/>
            <a:ext cx="5321808" cy="5211886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4E2EC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61924" y="1153160"/>
            <a:ext cx="5321808" cy="82296"/>
          </a:xfrm>
          <a:prstGeom prst="rect">
            <a:avLst/>
          </a:prstGeom>
          <a:solidFill>
            <a:srgbClr val="5F6CAF"/>
          </a:solidFill>
          <a:ln w="12700">
            <a:solidFill>
              <a:srgbClr val="5F6CAF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22960" y="1454912"/>
            <a:ext cx="457200" cy="457200"/>
          </a:xfrm>
          <a:prstGeom prst="ellipse">
            <a:avLst/>
          </a:prstGeom>
          <a:solidFill>
            <a:srgbClr val="E9ECFA"/>
          </a:solidFill>
          <a:ln w="12700">
            <a:solidFill>
              <a:srgbClr val="E9ECFA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22960" y="1454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>
                <a:solidFill>
                  <a:srgbClr val="5F6CAF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01</a:t>
            </a:r>
            <a:endParaRPr lang="en-US" sz="11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251960" y="15372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E9ECFA"/>
          </a:solidFill>
          <a:ln w="12700">
            <a:solidFill>
              <a:srgbClr val="E9ECFA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251960" y="15372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>
                <a:solidFill>
                  <a:srgbClr val="5F6CAF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DADOS CADASTRAIS</a:t>
            </a:r>
            <a:endParaRPr lang="en-US" sz="83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22960" y="2094992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Enderecos</a:t>
            </a:r>
            <a:endParaRPr lang="en-US" sz="1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22960" y="267106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>
                <a:solidFill>
                  <a:srgbClr val="5F6CAF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HOJE</a:t>
            </a:r>
            <a:endParaRPr lang="en-US" sz="85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22960" y="2917952"/>
            <a:ext cx="4645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020" noProof="0">
                <a:solidFill>
                  <a:srgbClr val="6F7080"/>
                </a:solidFill>
                <a:latin typeface="Vivo Type" panose="02000500000000020000" pitchFamily="50" charset="0"/>
                <a:cs typeface="Vivo Type" panose="02000500000000020000" pitchFamily="50" charset="0"/>
              </a:rPr>
              <a:t>Sem padronização ,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020" noProof="0">
                <a:solidFill>
                  <a:srgbClr val="6F7080"/>
                </a:solidFill>
                <a:latin typeface="Vivo Type" panose="02000500000000020000" pitchFamily="50" charset="0"/>
                <a:cs typeface="Vivo Type" panose="02000500000000020000" pitchFamily="50" charset="0"/>
              </a:rPr>
              <a:t> Diversas origens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020" noProof="0">
                <a:solidFill>
                  <a:srgbClr val="6F7080"/>
                </a:solidFill>
                <a:latin typeface="Vivo Type" panose="02000500000000020000" pitchFamily="50" charset="0"/>
                <a:cs typeface="Vivo Type" panose="02000500000000020000" pitchFamily="50" charset="0"/>
              </a:rPr>
              <a:t> GAP na geração de endereços de CEP genérico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020" noProof="0">
                <a:solidFill>
                  <a:srgbClr val="6F7080"/>
                </a:solidFill>
                <a:latin typeface="Vivo Type" panose="02000500000000020000" pitchFamily="50" charset="0"/>
                <a:cs typeface="Vivo Type" panose="02000500000000020000" pitchFamily="50" charset="0"/>
              </a:rPr>
              <a:t>Cenários de exceção não tratados   </a:t>
            </a:r>
            <a:endParaRPr lang="pt-BR" sz="1020" noProof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22960" y="364947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>
                <a:solidFill>
                  <a:srgbClr val="5F6CAF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O QUE FAZER</a:t>
            </a:r>
            <a:endParaRPr lang="en-US" sz="85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22960" y="3896360"/>
            <a:ext cx="4645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pt-BR" sz="1020" noProof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Criar fonte de endereços padronizada</a:t>
            </a:r>
          </a:p>
          <a:p>
            <a:r>
              <a:rPr lang="pt-BR" sz="1020" noProof="0">
                <a:solidFill>
                  <a:srgbClr val="6F7080"/>
                </a:solidFill>
                <a:latin typeface="Vivo Type" panose="02000500000000020000" pitchFamily="50" charset="0"/>
                <a:cs typeface="Vivo Type" panose="02000500000000020000" pitchFamily="50" charset="0"/>
              </a:rPr>
              <a:t>Criar Master de endereços / p</a:t>
            </a:r>
            <a:r>
              <a:rPr lang="pt-BR" sz="1020" noProof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adronização do modelo</a:t>
            </a:r>
            <a:endParaRPr lang="pt-BR" sz="1020" noProof="0">
              <a:solidFill>
                <a:srgbClr val="6F7080"/>
              </a:solidFill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l">
              <a:buNone/>
            </a:pPr>
            <a:r>
              <a:rPr lang="pt-BR" sz="1020" noProof="0">
                <a:solidFill>
                  <a:srgbClr val="6F7080"/>
                </a:solidFill>
                <a:latin typeface="Vivo Type" panose="02000500000000020000" pitchFamily="50" charset="0"/>
                <a:cs typeface="Vivo Type" panose="02000500000000020000" pitchFamily="50" charset="0"/>
              </a:rPr>
              <a:t>Criar processo de higienização de endereço</a:t>
            </a:r>
          </a:p>
          <a:p>
            <a:pPr marL="0" indent="0" algn="l">
              <a:buNone/>
            </a:pPr>
            <a:r>
              <a:rPr lang="pt-BR" sz="1020" noProof="0">
                <a:solidFill>
                  <a:srgbClr val="6F7080"/>
                </a:solidFill>
                <a:latin typeface="Vivo Type" panose="02000500000000020000" pitchFamily="50" charset="0"/>
                <a:cs typeface="Vivo Type" panose="02000500000000020000" pitchFamily="50" charset="0"/>
              </a:rPr>
              <a:t>Criar processo de sincronismo de endereço</a:t>
            </a:r>
            <a:endParaRPr lang="pt-BR" sz="1020" noProof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22960" y="460013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>
                <a:solidFill>
                  <a:srgbClr val="5F6CAF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ENTREGA</a:t>
            </a:r>
            <a:endParaRPr lang="en-US" sz="85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22960" y="4730811"/>
            <a:ext cx="4645152" cy="5244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pt-BR" sz="1020" b="1" noProof="0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Base </a:t>
            </a:r>
            <a:r>
              <a:rPr lang="pt-BR" sz="1020" b="1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ú</a:t>
            </a:r>
            <a:r>
              <a:rPr lang="pt-BR" sz="1020" b="1" noProof="0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nica de origem padronizada de endereços, com qualidade e rastreabilidade. Base Master de Clientes com referência única em todos os sistemas.</a:t>
            </a:r>
            <a:endParaRPr lang="pt-BR" sz="1020" noProof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9" name="Shape 17">
            <a:hlinkClick r:id="rId3" action="ppaction://hlinksldjump"/>
          </p:cNvPr>
          <p:cNvSpPr/>
          <p:nvPr/>
        </p:nvSpPr>
        <p:spPr>
          <a:xfrm>
            <a:off x="822960" y="5591048"/>
            <a:ext cx="4645152" cy="347472"/>
          </a:xfrm>
          <a:prstGeom prst="roundRect">
            <a:avLst>
              <a:gd name="adj" fmla="val 39474"/>
            </a:avLst>
          </a:prstGeom>
          <a:solidFill>
            <a:srgbClr val="5F6CAF"/>
          </a:solidFill>
          <a:ln w="12700">
            <a:solidFill>
              <a:srgbClr val="5F6CAF"/>
            </a:solidFill>
            <a:prstDash val="solid"/>
          </a:ln>
        </p:spPr>
        <p:txBody>
          <a:bodyPr/>
          <a:lstStyle/>
          <a:p>
            <a:pPr algn="ctr"/>
            <a:r>
              <a:rPr lang="pt-BR" sz="1000" b="1">
                <a:solidFill>
                  <a:schemeClr val="bg1"/>
                </a:solidFill>
                <a:latin typeface="Vivo Type" panose="02000500000000020000" pitchFamily="50" charset="0"/>
                <a:cs typeface="Vivo Type" panose="02000500000000020000" pitchFamily="50" charset="0"/>
              </a:rPr>
              <a:t>ABRIR DETALHAMENTO &gt;</a:t>
            </a:r>
          </a:p>
        </p:txBody>
      </p:sp>
      <p:sp>
        <p:nvSpPr>
          <p:cNvPr id="21" name="Shape 19"/>
          <p:cNvSpPr/>
          <p:nvPr/>
        </p:nvSpPr>
        <p:spPr>
          <a:xfrm>
            <a:off x="6318504" y="1138114"/>
            <a:ext cx="5321808" cy="5211886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4E2EC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318504" y="1153160"/>
            <a:ext cx="5321808" cy="82296"/>
          </a:xfrm>
          <a:prstGeom prst="rect">
            <a:avLst/>
          </a:prstGeom>
          <a:solidFill>
            <a:srgbClr val="E18418"/>
          </a:solidFill>
          <a:ln w="12700">
            <a:solidFill>
              <a:srgbClr val="E18418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592824" y="1454912"/>
            <a:ext cx="457200" cy="457200"/>
          </a:xfrm>
          <a:prstGeom prst="ellipse">
            <a:avLst/>
          </a:prstGeom>
          <a:solidFill>
            <a:srgbClr val="FFF0DE"/>
          </a:solidFill>
          <a:ln w="12700">
            <a:solidFill>
              <a:srgbClr val="FFF0DE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592824" y="1454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>
                <a:solidFill>
                  <a:srgbClr val="E18418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02</a:t>
            </a:r>
            <a:endParaRPr lang="en-US" sz="11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10021824" y="1537208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FFF0DE"/>
          </a:solidFill>
          <a:ln w="12700">
            <a:solidFill>
              <a:srgbClr val="FFF0DE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0021824" y="15372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>
                <a:solidFill>
                  <a:srgbClr val="E18418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CONSENTIMENTO</a:t>
            </a:r>
            <a:endParaRPr lang="en-US" sz="83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592824" y="2094992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Permissionamento</a:t>
            </a:r>
            <a:endParaRPr lang="en-US" sz="1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592824" y="267106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>
                <a:solidFill>
                  <a:srgbClr val="E18418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HOJE</a:t>
            </a:r>
            <a:endParaRPr lang="en-US" sz="85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592824" y="2917952"/>
            <a:ext cx="4645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pt-BR" sz="1020" noProof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Não existe o conceito de permissionamento na Vivo.</a:t>
            </a:r>
            <a:endParaRPr lang="pt-BR" sz="1020" noProof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592824" y="364947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>
                <a:solidFill>
                  <a:srgbClr val="E18418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O QUE FAZER</a:t>
            </a:r>
            <a:endParaRPr lang="en-US" sz="85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592824" y="3896360"/>
            <a:ext cx="4645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pt-BR" sz="1020" noProof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Criar um motor de permissionamento, Centralizar regras e consentimentos para permitir a gestão e aplicação de permissões específicas para usuários não contratantes .</a:t>
            </a:r>
            <a:endParaRPr lang="pt-BR" sz="1020" noProof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592824" y="450392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>
                <a:solidFill>
                  <a:srgbClr val="E18418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ENTREGA</a:t>
            </a:r>
            <a:endParaRPr lang="en-US" sz="85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592824" y="4644478"/>
            <a:ext cx="4645152" cy="5244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pt-BR" sz="1020" b="1" noProof="0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Gestão centralizada de permissões, garantir que usuários consigam solicitar ações em nome do titular da conta para produtos</a:t>
            </a:r>
            <a:r>
              <a:rPr lang="pt-BR" sz="1020" b="1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 e que os canais consigam executar essas ações com segurança</a:t>
            </a:r>
            <a:endParaRPr lang="pt-BR" sz="1020" noProof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4" name="Shape 32">
            <a:hlinkClick r:id="rId4" action="ppaction://hlinksldjump"/>
          </p:cNvPr>
          <p:cNvSpPr/>
          <p:nvPr/>
        </p:nvSpPr>
        <p:spPr>
          <a:xfrm>
            <a:off x="6592824" y="5591048"/>
            <a:ext cx="4645152" cy="347472"/>
          </a:xfrm>
          <a:prstGeom prst="roundRect">
            <a:avLst>
              <a:gd name="adj" fmla="val 39474"/>
            </a:avLst>
          </a:prstGeom>
          <a:solidFill>
            <a:srgbClr val="E18418"/>
          </a:solidFill>
          <a:ln w="12700">
            <a:solidFill>
              <a:srgbClr val="E18418"/>
            </a:solidFill>
            <a:prstDash val="solid"/>
          </a:ln>
        </p:spPr>
        <p:txBody>
          <a:bodyPr/>
          <a:lstStyle/>
          <a:p>
            <a:pPr algn="ctr"/>
            <a:r>
              <a:rPr lang="pt-BR" sz="1000" b="1">
                <a:solidFill>
                  <a:schemeClr val="bg1"/>
                </a:solidFill>
                <a:latin typeface="Vivo Type" panose="02000500000000020000" pitchFamily="50" charset="0"/>
                <a:cs typeface="Vivo Type" panose="02000500000000020000" pitchFamily="50" charset="0"/>
              </a:rPr>
              <a:t>ABRIR DETALHAMENTO &gt;</a:t>
            </a:r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51FAC1B4-DF6A-9BFB-8014-7BFDE48D8F83}"/>
              </a:ext>
            </a:extLst>
          </p:cNvPr>
          <p:cNvSpPr/>
          <p:nvPr/>
        </p:nvSpPr>
        <p:spPr>
          <a:xfrm>
            <a:off x="0" y="-2722"/>
            <a:ext cx="12192000" cy="433926"/>
          </a:xfrm>
          <a:prstGeom prst="rect">
            <a:avLst/>
          </a:prstGeom>
          <a:gradFill>
            <a:gsLst>
              <a:gs pos="0">
                <a:srgbClr val="5D007B">
                  <a:alpha val="100000"/>
                </a:srgbClr>
              </a:gs>
              <a:gs pos="100000">
                <a:srgbClr val="380054">
                  <a:alpha val="10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ivo Type" panose="02000500000000020000" pitchFamily="50" charset="0"/>
              <a:cs typeface="Vivo Type" panose="02000500000000020000" pitchFamily="50" charset="0"/>
              <a:sym typeface="Arial"/>
            </a:endParaRPr>
          </a:p>
        </p:txBody>
      </p:sp>
      <p:pic>
        <p:nvPicPr>
          <p:cNvPr id="42" name="Imagem 41">
            <a:hlinkClick r:id="rId5" action="ppaction://hlinksldjump"/>
            <a:extLst>
              <a:ext uri="{FF2B5EF4-FFF2-40B4-BE49-F238E27FC236}">
                <a16:creationId xmlns:a16="http://schemas.microsoft.com/office/drawing/2014/main" id="{E8D2F7C8-DC0B-3D5E-81A4-B69400B09506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grayscl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379281" y="84440"/>
            <a:ext cx="529053" cy="232607"/>
          </a:xfrm>
          <a:prstGeom prst="rect">
            <a:avLst/>
          </a:prstGeom>
        </p:spPr>
      </p:pic>
      <p:sp>
        <p:nvSpPr>
          <p:cNvPr id="43" name="Google Shape;351;p52">
            <a:extLst>
              <a:ext uri="{FF2B5EF4-FFF2-40B4-BE49-F238E27FC236}">
                <a16:creationId xmlns:a16="http://schemas.microsoft.com/office/drawing/2014/main" id="{8A7D32D3-224A-1D00-4440-92B13B44C5EE}"/>
              </a:ext>
            </a:extLst>
          </p:cNvPr>
          <p:cNvSpPr/>
          <p:nvPr/>
        </p:nvSpPr>
        <p:spPr>
          <a:xfrm>
            <a:off x="-1" y="-58731"/>
            <a:ext cx="8357420" cy="521906"/>
          </a:xfrm>
          <a:prstGeom prst="rect">
            <a:avLst/>
          </a:prstGeom>
        </p:spPr>
        <p:txBody>
          <a:bodyPr vert="horz" lIns="121954" tIns="60977" rIns="121954" bIns="60977" rtlCol="0" anchor="ctr">
            <a:norm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1371600">
              <a:lnSpc>
                <a:spcPct val="90000"/>
              </a:lnSpc>
              <a:spcBef>
                <a:spcPct val="0"/>
              </a:spcBef>
              <a:buClr>
                <a:srgbClr val="000000"/>
              </a:buClr>
              <a:defRPr/>
            </a:pPr>
            <a:r>
              <a:rPr lang="pt-BR" b="1">
                <a:solidFill>
                  <a:prstClr val="white"/>
                </a:solidFill>
                <a:latin typeface="Vivo Type" panose="02000500000000020000" pitchFamily="50" charset="0"/>
                <a:cs typeface="Vivo Type" panose="02000500000000020000" pitchFamily="50" charset="0"/>
                <a:sym typeface="Arial"/>
              </a:rPr>
              <a:t>DEMAIS FRENTES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AC0F5E7F-DB07-0BD9-6CAD-A687BAAEC335}"/>
              </a:ext>
            </a:extLst>
          </p:cNvPr>
          <p:cNvSpPr/>
          <p:nvPr/>
        </p:nvSpPr>
        <p:spPr>
          <a:xfrm>
            <a:off x="0" y="6512560"/>
            <a:ext cx="7891272" cy="3545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pt-BR" err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8" name="Shape 6"/>
          <p:cNvSpPr/>
          <p:nvPr/>
        </p:nvSpPr>
        <p:spPr>
          <a:xfrm>
            <a:off x="548640" y="1349248"/>
            <a:ext cx="3182112" cy="4407408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4E2EC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77240" y="1568704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E9ECFA"/>
          </a:solidFill>
          <a:ln w="12700">
            <a:solidFill>
              <a:srgbClr val="E9ECFA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77240" y="156870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>
                <a:solidFill>
                  <a:srgbClr val="5F6CAF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CONTEXTO</a:t>
            </a:r>
            <a:endParaRPr lang="en-US" sz="83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77240" y="20167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pt-BR" sz="1300" b="1" noProof="0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O que existe hoje</a:t>
            </a:r>
            <a:endParaRPr lang="pt-BR" sz="1300" noProof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77240" y="2373376"/>
            <a:ext cx="2578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pt-BR" sz="1000" noProof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Dados de endereço distribuídos entre sistemas e com diferentes padrões.</a:t>
            </a:r>
            <a:endParaRPr lang="pt-BR" sz="1000" noProof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77240" y="3178048"/>
            <a:ext cx="2651760" cy="9144"/>
          </a:xfrm>
          <a:prstGeom prst="line">
            <a:avLst/>
          </a:prstGeom>
          <a:noFill/>
          <a:ln w="12700">
            <a:solidFill>
              <a:srgbClr val="E4E2EC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77240" y="34157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pt-BR" sz="1300" b="1" noProof="0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O que precisa ser feito</a:t>
            </a:r>
            <a:endParaRPr lang="pt-BR" sz="1300" noProof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77240" y="3781552"/>
            <a:ext cx="25786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Padronizar, consolidar e disponibilizar os enderecos para consumo.</a:t>
            </a:r>
            <a:endParaRPr lang="en-US" sz="10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548640" y="6563360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>
                <a:solidFill>
                  <a:srgbClr val="9997A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MASTER DE CLIENTES</a:t>
            </a:r>
            <a:endParaRPr lang="en-US" sz="7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21" name="Shape 0">
            <a:extLst>
              <a:ext uri="{FF2B5EF4-FFF2-40B4-BE49-F238E27FC236}">
                <a16:creationId xmlns:a16="http://schemas.microsoft.com/office/drawing/2014/main" id="{7A184CD8-5FCD-302C-FDCE-A487D3B81BCA}"/>
              </a:ext>
            </a:extLst>
          </p:cNvPr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F2DBD"/>
          </a:solidFill>
          <a:ln w="12700">
            <a:solidFill>
              <a:srgbClr val="6F2DBD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3A35C91C-F6ED-391B-C044-7B8EDF641CF5}"/>
              </a:ext>
            </a:extLst>
          </p:cNvPr>
          <p:cNvSpPr/>
          <p:nvPr/>
        </p:nvSpPr>
        <p:spPr>
          <a:xfrm>
            <a:off x="0" y="-2722"/>
            <a:ext cx="12192000" cy="433926"/>
          </a:xfrm>
          <a:prstGeom prst="rect">
            <a:avLst/>
          </a:prstGeom>
          <a:gradFill>
            <a:gsLst>
              <a:gs pos="0">
                <a:srgbClr val="5D007B">
                  <a:alpha val="100000"/>
                </a:srgbClr>
              </a:gs>
              <a:gs pos="100000">
                <a:srgbClr val="380054">
                  <a:alpha val="10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ivo Type" panose="02000500000000020000" pitchFamily="50" charset="0"/>
              <a:cs typeface="Vivo Type" panose="02000500000000020000" pitchFamily="50" charset="0"/>
              <a:sym typeface="Arial"/>
            </a:endParaRPr>
          </a:p>
        </p:txBody>
      </p:sp>
      <p:pic>
        <p:nvPicPr>
          <p:cNvPr id="23" name="Imagem 22">
            <a:hlinkClick r:id="rId3" action="ppaction://hlinksldjump"/>
            <a:extLst>
              <a:ext uri="{FF2B5EF4-FFF2-40B4-BE49-F238E27FC236}">
                <a16:creationId xmlns:a16="http://schemas.microsoft.com/office/drawing/2014/main" id="{6983114F-F906-10EC-E013-1F99C8B537D5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grayscl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379281" y="84440"/>
            <a:ext cx="529053" cy="232607"/>
          </a:xfrm>
          <a:prstGeom prst="rect">
            <a:avLst/>
          </a:prstGeom>
        </p:spPr>
      </p:pic>
      <p:sp>
        <p:nvSpPr>
          <p:cNvPr id="24" name="Google Shape;351;p52">
            <a:extLst>
              <a:ext uri="{FF2B5EF4-FFF2-40B4-BE49-F238E27FC236}">
                <a16:creationId xmlns:a16="http://schemas.microsoft.com/office/drawing/2014/main" id="{E16CCD5F-2D1B-9968-69FC-131819CE167C}"/>
              </a:ext>
            </a:extLst>
          </p:cNvPr>
          <p:cNvSpPr/>
          <p:nvPr/>
        </p:nvSpPr>
        <p:spPr>
          <a:xfrm>
            <a:off x="-1" y="-58731"/>
            <a:ext cx="8357420" cy="521906"/>
          </a:xfrm>
          <a:prstGeom prst="rect">
            <a:avLst/>
          </a:prstGeom>
        </p:spPr>
        <p:txBody>
          <a:bodyPr vert="horz" lIns="121954" tIns="60977" rIns="121954" bIns="60977" rtlCol="0" anchor="ctr">
            <a:norm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1371600">
              <a:lnSpc>
                <a:spcPct val="90000"/>
              </a:lnSpc>
              <a:spcBef>
                <a:spcPct val="0"/>
              </a:spcBef>
              <a:buClr>
                <a:srgbClr val="000000"/>
              </a:buClr>
              <a:defRPr/>
            </a:pPr>
            <a:r>
              <a:rPr lang="pt-BR" b="1">
                <a:solidFill>
                  <a:prstClr val="white"/>
                </a:solidFill>
                <a:latin typeface="Vivo Type" panose="02000500000000020000" pitchFamily="50" charset="0"/>
                <a:cs typeface="Vivo Type" panose="02000500000000020000" pitchFamily="50" charset="0"/>
                <a:sym typeface="Arial"/>
              </a:rPr>
              <a:t>DETALHAMENTO - ENDEREÇOS</a:t>
            </a:r>
          </a:p>
        </p:txBody>
      </p:sp>
      <p:sp>
        <p:nvSpPr>
          <p:cNvPr id="25" name="Shape 14">
            <a:extLst>
              <a:ext uri="{FF2B5EF4-FFF2-40B4-BE49-F238E27FC236}">
                <a16:creationId xmlns:a16="http://schemas.microsoft.com/office/drawing/2014/main" id="{75C6A3F0-3163-84F5-8896-875864C9A7CE}"/>
              </a:ext>
            </a:extLst>
          </p:cNvPr>
          <p:cNvSpPr/>
          <p:nvPr/>
        </p:nvSpPr>
        <p:spPr>
          <a:xfrm>
            <a:off x="4069080" y="1361440"/>
            <a:ext cx="7635240" cy="3600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1DFEA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26" name="Text 15">
            <a:extLst>
              <a:ext uri="{FF2B5EF4-FFF2-40B4-BE49-F238E27FC236}">
                <a16:creationId xmlns:a16="http://schemas.microsoft.com/office/drawing/2014/main" id="{A0A04180-2377-C035-BCAE-66216D4F7ACC}"/>
              </a:ext>
            </a:extLst>
          </p:cNvPr>
          <p:cNvSpPr/>
          <p:nvPr/>
        </p:nvSpPr>
        <p:spPr>
          <a:xfrm>
            <a:off x="4233672" y="1827784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pt-BR" sz="1700" b="1" noProof="0">
                <a:solidFill>
                  <a:srgbClr val="27263E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Entregável da frente</a:t>
            </a:r>
            <a:endParaRPr lang="pt-BR" sz="1700" noProof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27" name="Text 16">
            <a:extLst>
              <a:ext uri="{FF2B5EF4-FFF2-40B4-BE49-F238E27FC236}">
                <a16:creationId xmlns:a16="http://schemas.microsoft.com/office/drawing/2014/main" id="{ED94AB1A-8E56-E0D0-A841-A47CE0FD7E95}"/>
              </a:ext>
            </a:extLst>
          </p:cNvPr>
          <p:cNvSpPr/>
          <p:nvPr/>
        </p:nvSpPr>
        <p:spPr>
          <a:xfrm>
            <a:off x="4233672" y="217525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pt-BR" sz="1000" noProof="0">
                <a:solidFill>
                  <a:srgbClr val="777789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O que será disponibilizado ao final do desenvolvimento.</a:t>
            </a:r>
            <a:endParaRPr lang="pt-BR" sz="1000" noProof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28" name="Shape 17">
            <a:extLst>
              <a:ext uri="{FF2B5EF4-FFF2-40B4-BE49-F238E27FC236}">
                <a16:creationId xmlns:a16="http://schemas.microsoft.com/office/drawing/2014/main" id="{D83A0E04-FF64-E83B-E951-6AE3416B5D52}"/>
              </a:ext>
            </a:extLst>
          </p:cNvPr>
          <p:cNvSpPr/>
          <p:nvPr/>
        </p:nvSpPr>
        <p:spPr>
          <a:xfrm>
            <a:off x="4233672" y="2623312"/>
            <a:ext cx="7296912" cy="1902968"/>
          </a:xfrm>
          <a:prstGeom prst="roundRect">
            <a:avLst>
              <a:gd name="adj" fmla="val 10345"/>
            </a:avLst>
          </a:prstGeom>
          <a:solidFill>
            <a:srgbClr val="F8F3FD"/>
          </a:solidFill>
          <a:ln w="12700">
            <a:solidFill>
              <a:srgbClr val="EDE2FA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29" name="Shape 18">
            <a:extLst>
              <a:ext uri="{FF2B5EF4-FFF2-40B4-BE49-F238E27FC236}">
                <a16:creationId xmlns:a16="http://schemas.microsoft.com/office/drawing/2014/main" id="{41508A9F-B296-0642-ACC4-AE867195392D}"/>
              </a:ext>
            </a:extLst>
          </p:cNvPr>
          <p:cNvSpPr/>
          <p:nvPr/>
        </p:nvSpPr>
        <p:spPr>
          <a:xfrm>
            <a:off x="4520184" y="2693226"/>
            <a:ext cx="438912" cy="438912"/>
          </a:xfrm>
          <a:prstGeom prst="ellipse">
            <a:avLst/>
          </a:prstGeom>
          <a:solidFill>
            <a:srgbClr val="5F6CAF"/>
          </a:solidFill>
          <a:ln w="12700">
            <a:solidFill>
              <a:srgbClr val="5F6CAF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0" name="Text 19">
            <a:extLst>
              <a:ext uri="{FF2B5EF4-FFF2-40B4-BE49-F238E27FC236}">
                <a16:creationId xmlns:a16="http://schemas.microsoft.com/office/drawing/2014/main" id="{8BF5C5ED-8FCB-1581-E298-FFB0F7F2C278}"/>
              </a:ext>
            </a:extLst>
          </p:cNvPr>
          <p:cNvSpPr/>
          <p:nvPr/>
        </p:nvSpPr>
        <p:spPr>
          <a:xfrm>
            <a:off x="4520184" y="269322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✓</a:t>
            </a:r>
            <a:endParaRPr lang="en-US" sz="14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1" name="Text 20">
            <a:extLst>
              <a:ext uri="{FF2B5EF4-FFF2-40B4-BE49-F238E27FC236}">
                <a16:creationId xmlns:a16="http://schemas.microsoft.com/office/drawing/2014/main" id="{A9CF1F3C-C09C-2201-5D54-AECE97C23F8B}"/>
              </a:ext>
            </a:extLst>
          </p:cNvPr>
          <p:cNvSpPr/>
          <p:nvPr/>
        </p:nvSpPr>
        <p:spPr>
          <a:xfrm>
            <a:off x="5102352" y="2787904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pt-BR" sz="1400" b="1" noProof="0">
                <a:solidFill>
                  <a:srgbClr val="27263E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Asset Entregáveis:</a:t>
            </a:r>
            <a:endParaRPr lang="en-US" sz="14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2" name="Text 21">
            <a:extLst>
              <a:ext uri="{FF2B5EF4-FFF2-40B4-BE49-F238E27FC236}">
                <a16:creationId xmlns:a16="http://schemas.microsoft.com/office/drawing/2014/main" id="{3B48FCAB-F94A-2BA4-CE1D-67717D3A5796}"/>
              </a:ext>
            </a:extLst>
          </p:cNvPr>
          <p:cNvSpPr/>
          <p:nvPr/>
        </p:nvSpPr>
        <p:spPr>
          <a:xfrm>
            <a:off x="4901184" y="3037459"/>
            <a:ext cx="6395466" cy="1226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pt-BR" sz="1100" dirty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Criar fonte de endereços padronizada – LM/GEO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pt-BR" sz="1100" dirty="0">
                <a:solidFill>
                  <a:srgbClr val="6F7080"/>
                </a:solidFill>
                <a:latin typeface="Vivo Type" panose="02000500000000020000" pitchFamily="50" charset="0"/>
                <a:cs typeface="Vivo Type" panose="02000500000000020000" pitchFamily="50" charset="0"/>
              </a:rPr>
              <a:t>Criar base Master de endereços / p</a:t>
            </a:r>
            <a:r>
              <a:rPr lang="pt-BR" sz="1100" dirty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adronização do modelo</a:t>
            </a:r>
            <a:endParaRPr lang="pt-BR" sz="1100" dirty="0">
              <a:solidFill>
                <a:srgbClr val="6F7080"/>
              </a:solidFill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pt-BR" sz="1100" dirty="0">
                <a:solidFill>
                  <a:srgbClr val="6F7080"/>
                </a:solidFill>
                <a:latin typeface="Vivo Type" panose="02000500000000020000" pitchFamily="50" charset="0"/>
                <a:cs typeface="Vivo Type" panose="02000500000000020000" pitchFamily="50" charset="0"/>
              </a:rPr>
              <a:t>Criar processo de higienização de endereço</a:t>
            </a:r>
          </a:p>
          <a:p>
            <a:pPr marL="628650" lvl="1" indent="-171450">
              <a:buFont typeface="Wingdings" panose="05000000000000000000" pitchFamily="2" charset="2"/>
              <a:buChar char="q"/>
            </a:pPr>
            <a:r>
              <a:rPr lang="pt-BR" sz="1100" dirty="0">
                <a:solidFill>
                  <a:srgbClr val="6F7080"/>
                </a:solidFill>
                <a:latin typeface="Vivo Type" panose="02000500000000020000" pitchFamily="50" charset="0"/>
                <a:cs typeface="Vivo Type" panose="02000500000000020000" pitchFamily="50" charset="0"/>
              </a:rPr>
              <a:t>Higienização da Origem</a:t>
            </a:r>
          </a:p>
          <a:p>
            <a:pPr marL="628650" lvl="1" indent="-171450">
              <a:buFont typeface="Wingdings" panose="05000000000000000000" pitchFamily="2" charset="2"/>
              <a:buChar char="q"/>
            </a:pPr>
            <a:r>
              <a:rPr lang="pt-BR" sz="1100" dirty="0">
                <a:solidFill>
                  <a:srgbClr val="6F7080"/>
                </a:solidFill>
                <a:latin typeface="Vivo Type" panose="02000500000000020000" pitchFamily="50" charset="0"/>
                <a:cs typeface="Vivo Type" panose="02000500000000020000" pitchFamily="50" charset="0"/>
              </a:rPr>
              <a:t>Higienização do endereço do Cliente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pt-BR" sz="1100" dirty="0">
                <a:solidFill>
                  <a:srgbClr val="6F7080"/>
                </a:solidFill>
                <a:latin typeface="Vivo Type" panose="02000500000000020000" pitchFamily="50" charset="0"/>
                <a:cs typeface="Vivo Type" panose="02000500000000020000" pitchFamily="50" charset="0"/>
              </a:rPr>
              <a:t>Criar processo de sincronismo de endereço</a:t>
            </a:r>
            <a:endParaRPr lang="pt-BR" sz="1100" dirty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4" name="Text 37">
            <a:extLst>
              <a:ext uri="{FF2B5EF4-FFF2-40B4-BE49-F238E27FC236}">
                <a16:creationId xmlns:a16="http://schemas.microsoft.com/office/drawing/2014/main" id="{0E1C2A0D-3BA1-29B0-6F7E-A9E33A7ACF5E}"/>
              </a:ext>
            </a:extLst>
          </p:cNvPr>
          <p:cNvSpPr/>
          <p:nvPr/>
        </p:nvSpPr>
        <p:spPr>
          <a:xfrm>
            <a:off x="4233672" y="4581080"/>
            <a:ext cx="6903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pt-BR" sz="900" noProof="0">
                <a:solidFill>
                  <a:srgbClr val="7429C6"/>
                </a:solidFill>
                <a:latin typeface="Vivo Type" panose="02000500000000020000" pitchFamily="50" charset="0"/>
                <a:cs typeface="Vivo Type" panose="02000500000000020000" pitchFamily="50" charset="0"/>
              </a:rPr>
              <a:t>*Após o discovery teremos o impacto real.</a:t>
            </a:r>
            <a:endParaRPr lang="pt-BR" sz="900" noProof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46" name="Shape 4">
            <a:hlinkClick r:id="rId6" action="ppaction://hlinksldjump"/>
            <a:extLst>
              <a:ext uri="{FF2B5EF4-FFF2-40B4-BE49-F238E27FC236}">
                <a16:creationId xmlns:a16="http://schemas.microsoft.com/office/drawing/2014/main" id="{069CDCA9-553C-5FDD-66FC-E478B7B5EDF6}"/>
              </a:ext>
            </a:extLst>
          </p:cNvPr>
          <p:cNvSpPr/>
          <p:nvPr/>
        </p:nvSpPr>
        <p:spPr>
          <a:xfrm>
            <a:off x="9646920" y="736600"/>
            <a:ext cx="1965960" cy="347472"/>
          </a:xfrm>
          <a:prstGeom prst="roundRect">
            <a:avLst>
              <a:gd name="adj" fmla="val 39474"/>
            </a:avLst>
          </a:prstGeom>
          <a:solidFill>
            <a:srgbClr val="26253E"/>
          </a:solidFill>
          <a:ln w="12700">
            <a:solidFill>
              <a:srgbClr val="26253E"/>
            </a:solidFill>
            <a:prstDash val="solid"/>
          </a:ln>
        </p:spPr>
        <p:txBody>
          <a:bodyPr/>
          <a:lstStyle/>
          <a:p>
            <a:pPr algn="ctr"/>
            <a:r>
              <a:rPr lang="pt-BR" sz="1000" b="1">
                <a:solidFill>
                  <a:schemeClr val="bg1"/>
                </a:solidFill>
                <a:latin typeface="Vivo Type" panose="02000500000000020000" pitchFamily="50" charset="0"/>
                <a:cs typeface="Vivo Type" panose="02000500000000020000" pitchFamily="50" charset="0"/>
              </a:rPr>
              <a:t>&lt; VISÃO EXECUTIVA</a:t>
            </a:r>
          </a:p>
        </p:txBody>
      </p:sp>
      <p:sp>
        <p:nvSpPr>
          <p:cNvPr id="47" name="Text 46">
            <a:extLst>
              <a:ext uri="{FF2B5EF4-FFF2-40B4-BE49-F238E27FC236}">
                <a16:creationId xmlns:a16="http://schemas.microsoft.com/office/drawing/2014/main" id="{3783E2C7-2FE6-E35A-F0D4-AD2EF0CE8C3E}"/>
              </a:ext>
            </a:extLst>
          </p:cNvPr>
          <p:cNvSpPr/>
          <p:nvPr/>
        </p:nvSpPr>
        <p:spPr>
          <a:xfrm>
            <a:off x="9507220" y="5323702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ABRIR CRONOGRAMA  &gt;</a:t>
            </a:r>
            <a:endParaRPr lang="en-US" sz="9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48" name="Text 37">
            <a:extLst>
              <a:ext uri="{FF2B5EF4-FFF2-40B4-BE49-F238E27FC236}">
                <a16:creationId xmlns:a16="http://schemas.microsoft.com/office/drawing/2014/main" id="{2B0A6475-2D80-9E9F-D178-9438063AB4C3}"/>
              </a:ext>
            </a:extLst>
          </p:cNvPr>
          <p:cNvSpPr/>
          <p:nvPr/>
        </p:nvSpPr>
        <p:spPr>
          <a:xfrm>
            <a:off x="4069080" y="5110411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pt-BR" sz="850" b="1" noProof="0">
                <a:solidFill>
                  <a:srgbClr val="5F6CAF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RESULTADOS ESPERADOS</a:t>
            </a:r>
            <a:endParaRPr lang="pt-BR" sz="850" noProof="0">
              <a:solidFill>
                <a:srgbClr val="5F6CAF"/>
              </a:solidFill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49" name="Shape 38">
            <a:extLst>
              <a:ext uri="{FF2B5EF4-FFF2-40B4-BE49-F238E27FC236}">
                <a16:creationId xmlns:a16="http://schemas.microsoft.com/office/drawing/2014/main" id="{7B40A96A-7D7A-5181-CAE3-5B0DB47DF7D8}"/>
              </a:ext>
            </a:extLst>
          </p:cNvPr>
          <p:cNvSpPr/>
          <p:nvPr/>
        </p:nvSpPr>
        <p:spPr>
          <a:xfrm>
            <a:off x="4069080" y="5384731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9ECFA"/>
          </a:solidFill>
          <a:ln w="12700">
            <a:solidFill>
              <a:srgbClr val="F8E5F2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50" name="Text 39">
            <a:extLst>
              <a:ext uri="{FF2B5EF4-FFF2-40B4-BE49-F238E27FC236}">
                <a16:creationId xmlns:a16="http://schemas.microsoft.com/office/drawing/2014/main" id="{B00DC5DB-5D91-FA3F-1B12-40C391D873CF}"/>
              </a:ext>
            </a:extLst>
          </p:cNvPr>
          <p:cNvSpPr/>
          <p:nvPr/>
        </p:nvSpPr>
        <p:spPr>
          <a:xfrm>
            <a:off x="4069080" y="5384731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b="1" noProof="0">
                <a:solidFill>
                  <a:srgbClr val="5F6CAF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Visão confiável</a:t>
            </a:r>
            <a:endParaRPr lang="pt-BR" sz="800" noProof="0">
              <a:solidFill>
                <a:srgbClr val="5F6CAF"/>
              </a:solidFill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51" name="Shape 40">
            <a:extLst>
              <a:ext uri="{FF2B5EF4-FFF2-40B4-BE49-F238E27FC236}">
                <a16:creationId xmlns:a16="http://schemas.microsoft.com/office/drawing/2014/main" id="{F6C64EFC-EB28-F68B-AA3E-8D58C7F7B089}"/>
              </a:ext>
            </a:extLst>
          </p:cNvPr>
          <p:cNvSpPr/>
          <p:nvPr/>
        </p:nvSpPr>
        <p:spPr>
          <a:xfrm>
            <a:off x="5852160" y="5384731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9ECFA"/>
          </a:solidFill>
          <a:ln w="12700">
            <a:solidFill>
              <a:srgbClr val="F8E5F2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52" name="Text 41">
            <a:extLst>
              <a:ext uri="{FF2B5EF4-FFF2-40B4-BE49-F238E27FC236}">
                <a16:creationId xmlns:a16="http://schemas.microsoft.com/office/drawing/2014/main" id="{90B168CA-65B7-97A2-7E03-50BD18D30AFF}"/>
              </a:ext>
            </a:extLst>
          </p:cNvPr>
          <p:cNvSpPr/>
          <p:nvPr/>
        </p:nvSpPr>
        <p:spPr>
          <a:xfrm>
            <a:off x="5852160" y="5384731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b="1" noProof="0">
                <a:solidFill>
                  <a:srgbClr val="5F6CAF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Rastreabilidade</a:t>
            </a:r>
            <a:endParaRPr lang="en-US" sz="800">
              <a:solidFill>
                <a:srgbClr val="5F6CAF"/>
              </a:solidFill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53" name="Shape 42">
            <a:extLst>
              <a:ext uri="{FF2B5EF4-FFF2-40B4-BE49-F238E27FC236}">
                <a16:creationId xmlns:a16="http://schemas.microsoft.com/office/drawing/2014/main" id="{9AE7740A-8EC1-D567-4ABA-21243807E2DF}"/>
              </a:ext>
            </a:extLst>
          </p:cNvPr>
          <p:cNvSpPr/>
          <p:nvPr/>
        </p:nvSpPr>
        <p:spPr>
          <a:xfrm>
            <a:off x="7635240" y="5384731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9ECFA"/>
          </a:solidFill>
          <a:ln w="12700">
            <a:solidFill>
              <a:srgbClr val="F8E5F2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54" name="Text 43">
            <a:extLst>
              <a:ext uri="{FF2B5EF4-FFF2-40B4-BE49-F238E27FC236}">
                <a16:creationId xmlns:a16="http://schemas.microsoft.com/office/drawing/2014/main" id="{C8622C78-C12B-BF8B-2704-5BFA0D611715}"/>
              </a:ext>
            </a:extLst>
          </p:cNvPr>
          <p:cNvSpPr/>
          <p:nvPr/>
        </p:nvSpPr>
        <p:spPr>
          <a:xfrm>
            <a:off x="7635240" y="5384731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b="1" noProof="0">
                <a:solidFill>
                  <a:srgbClr val="5F6CAF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Consumo padronizado</a:t>
            </a:r>
            <a:endParaRPr lang="pt-BR" sz="800" noProof="0">
              <a:solidFill>
                <a:srgbClr val="5F6CAF"/>
              </a:solidFill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55" name="Text 46">
            <a:extLst>
              <a:ext uri="{FF2B5EF4-FFF2-40B4-BE49-F238E27FC236}">
                <a16:creationId xmlns:a16="http://schemas.microsoft.com/office/drawing/2014/main" id="{137F8C8A-443A-DAE4-4784-9E55616AFB81}"/>
              </a:ext>
            </a:extLst>
          </p:cNvPr>
          <p:cNvSpPr/>
          <p:nvPr/>
        </p:nvSpPr>
        <p:spPr>
          <a:xfrm>
            <a:off x="9507220" y="5323702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ABRIR CRONOGRAMA  &gt;</a:t>
            </a:r>
            <a:endParaRPr lang="en-US" sz="9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56" name="Shape 45">
            <a:hlinkClick r:id="rId7" action="ppaction://hlinksldjump"/>
            <a:extLst>
              <a:ext uri="{FF2B5EF4-FFF2-40B4-BE49-F238E27FC236}">
                <a16:creationId xmlns:a16="http://schemas.microsoft.com/office/drawing/2014/main" id="{047AF1E0-F693-47FD-0DFA-0BD141AA9E50}"/>
              </a:ext>
            </a:extLst>
          </p:cNvPr>
          <p:cNvSpPr/>
          <p:nvPr/>
        </p:nvSpPr>
        <p:spPr>
          <a:xfrm>
            <a:off x="9438640" y="5362048"/>
            <a:ext cx="1988820" cy="291600"/>
          </a:xfrm>
          <a:prstGeom prst="roundRect">
            <a:avLst>
              <a:gd name="adj" fmla="val 39535"/>
            </a:avLst>
          </a:prstGeom>
          <a:solidFill>
            <a:srgbClr val="5F6CAF"/>
          </a:solidFill>
          <a:ln w="12700">
            <a:solidFill>
              <a:srgbClr val="5F6CAF"/>
            </a:solidFill>
            <a:prstDash val="solid"/>
          </a:ln>
        </p:spPr>
        <p:txBody>
          <a:bodyPr/>
          <a:lstStyle/>
          <a:p>
            <a:pPr algn="ctr"/>
            <a:r>
              <a:rPr lang="pt-BR" sz="900" b="1">
                <a:solidFill>
                  <a:schemeClr val="bg1"/>
                </a:solidFill>
                <a:latin typeface="Vivo Type" panose="02000500000000020000" pitchFamily="50" charset="0"/>
                <a:cs typeface="Vivo Type" panose="02000500000000020000" pitchFamily="50" charset="0"/>
              </a:rPr>
              <a:t>ABRIR CRONOGRAMA &gt;</a:t>
            </a:r>
          </a:p>
        </p:txBody>
      </p:sp>
      <p:sp>
        <p:nvSpPr>
          <p:cNvPr id="57" name="Shape 45">
            <a:hlinkClick r:id="rId8" action="ppaction://hlinksldjump"/>
            <a:extLst>
              <a:ext uri="{FF2B5EF4-FFF2-40B4-BE49-F238E27FC236}">
                <a16:creationId xmlns:a16="http://schemas.microsoft.com/office/drawing/2014/main" id="{022518E4-72A5-EBA2-8A31-57126E879278}"/>
              </a:ext>
            </a:extLst>
          </p:cNvPr>
          <p:cNvSpPr/>
          <p:nvPr/>
        </p:nvSpPr>
        <p:spPr>
          <a:xfrm>
            <a:off x="9445498" y="4596942"/>
            <a:ext cx="1988820" cy="291600"/>
          </a:xfrm>
          <a:prstGeom prst="roundRect">
            <a:avLst>
              <a:gd name="adj" fmla="val 39535"/>
            </a:avLst>
          </a:prstGeom>
          <a:solidFill>
            <a:srgbClr val="5F6CAF"/>
          </a:solidFill>
          <a:ln w="12700">
            <a:solidFill>
              <a:srgbClr val="5F6CAF"/>
            </a:solidFill>
            <a:prstDash val="solid"/>
          </a:ln>
        </p:spPr>
        <p:txBody>
          <a:bodyPr/>
          <a:lstStyle/>
          <a:p>
            <a:pPr algn="ctr"/>
            <a:r>
              <a:rPr lang="pt-BR" sz="900" b="1">
                <a:solidFill>
                  <a:schemeClr val="bg1"/>
                </a:solidFill>
                <a:latin typeface="Vivo Type" panose="02000500000000020000" pitchFamily="50" charset="0"/>
                <a:cs typeface="Vivo Type" panose="02000500000000020000" pitchFamily="50" charset="0"/>
              </a:rPr>
              <a:t>CRONOGRAMA DETALHADO &gt;</a:t>
            </a:r>
          </a:p>
        </p:txBody>
      </p:sp>
      <p:sp>
        <p:nvSpPr>
          <p:cNvPr id="58" name="Retângulo 57">
            <a:extLst>
              <a:ext uri="{FF2B5EF4-FFF2-40B4-BE49-F238E27FC236}">
                <a16:creationId xmlns:a16="http://schemas.microsoft.com/office/drawing/2014/main" id="{4D69643D-09AC-6784-6A43-C0215E41C3EC}"/>
              </a:ext>
            </a:extLst>
          </p:cNvPr>
          <p:cNvSpPr/>
          <p:nvPr/>
        </p:nvSpPr>
        <p:spPr>
          <a:xfrm>
            <a:off x="0" y="6512560"/>
            <a:ext cx="7891272" cy="3545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pt-BR" err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C983622-1E06-12A5-0206-D1DEA37B74D4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AF69ADC-70DA-70B5-2D41-F1BC37CE2E3C}"/>
              </a:ext>
            </a:extLst>
          </p:cNvPr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6F2DBD"/>
          </a:solidFill>
          <a:ln w="12700">
            <a:solidFill>
              <a:srgbClr val="6F2DBD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32C02F6-B9D4-0AD3-1E7F-70A24918B951}"/>
              </a:ext>
            </a:extLst>
          </p:cNvPr>
          <p:cNvSpPr/>
          <p:nvPr/>
        </p:nvSpPr>
        <p:spPr>
          <a:xfrm>
            <a:off x="548640" y="6492240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>
                <a:solidFill>
                  <a:srgbClr val="8A8A98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MASTER DE CLIENTES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7" name="Shape 5">
            <a:hlinkClick r:id="rId3" action="ppaction://hlinksldjump"/>
            <a:extLst>
              <a:ext uri="{FF2B5EF4-FFF2-40B4-BE49-F238E27FC236}">
                <a16:creationId xmlns:a16="http://schemas.microsoft.com/office/drawing/2014/main" id="{00488495-5DC8-A6F3-31AF-7BAE34DFADC6}"/>
              </a:ext>
            </a:extLst>
          </p:cNvPr>
          <p:cNvSpPr/>
          <p:nvPr/>
        </p:nvSpPr>
        <p:spPr>
          <a:xfrm>
            <a:off x="9646920" y="815340"/>
            <a:ext cx="1965960" cy="347472"/>
          </a:xfrm>
          <a:prstGeom prst="roundRect">
            <a:avLst>
              <a:gd name="adj" fmla="val 39474"/>
            </a:avLst>
          </a:prstGeom>
          <a:solidFill>
            <a:srgbClr val="24233A"/>
          </a:solidFill>
          <a:ln w="12700">
            <a:solidFill>
              <a:srgbClr val="24233A"/>
            </a:solidFill>
            <a:prstDash val="solid"/>
          </a:ln>
        </p:spPr>
        <p:txBody>
          <a:bodyPr/>
          <a:lstStyle/>
          <a:p>
            <a:pPr algn="ctr"/>
            <a:r>
              <a:rPr lang="pt-BR" sz="900" b="1">
                <a:solidFill>
                  <a:schemeClr val="bg1"/>
                </a:solidFill>
                <a:latin typeface="Vivo Type" panose="02000500000000020000" pitchFamily="50" charset="0"/>
                <a:cs typeface="Vivo Type" panose="02000500000000020000" pitchFamily="50" charset="0"/>
              </a:rPr>
              <a:t>&lt; DETALHAMENTO</a:t>
            </a: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98DA9629-14AB-D779-0A77-18EDA81E9A6D}"/>
              </a:ext>
            </a:extLst>
          </p:cNvPr>
          <p:cNvSpPr/>
          <p:nvPr/>
        </p:nvSpPr>
        <p:spPr>
          <a:xfrm>
            <a:off x="804672" y="2208928"/>
            <a:ext cx="10698480" cy="9144"/>
          </a:xfrm>
          <a:prstGeom prst="line">
            <a:avLst/>
          </a:prstGeom>
          <a:noFill/>
          <a:ln w="25400">
            <a:solidFill>
              <a:srgbClr val="D5D3DE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D61D8C98-F1B7-A318-7CC5-88D0397AA332}"/>
              </a:ext>
            </a:extLst>
          </p:cNvPr>
          <p:cNvSpPr/>
          <p:nvPr/>
        </p:nvSpPr>
        <p:spPr>
          <a:xfrm>
            <a:off x="932688" y="2053480"/>
            <a:ext cx="310896" cy="310896"/>
          </a:xfrm>
          <a:prstGeom prst="ellipse">
            <a:avLst/>
          </a:prstGeom>
          <a:solidFill>
            <a:srgbClr val="246BFD"/>
          </a:solidFill>
          <a:ln w="25400">
            <a:solidFill>
              <a:srgbClr val="246BFD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F844AB75-F91D-C16F-C154-D16BC52377BF}"/>
              </a:ext>
            </a:extLst>
          </p:cNvPr>
          <p:cNvSpPr/>
          <p:nvPr/>
        </p:nvSpPr>
        <p:spPr>
          <a:xfrm>
            <a:off x="530352" y="1815736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rgbClr val="246BFD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01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93FD839-4C7E-2D26-0B79-33D304B04EB2}"/>
              </a:ext>
            </a:extLst>
          </p:cNvPr>
          <p:cNvSpPr/>
          <p:nvPr/>
        </p:nvSpPr>
        <p:spPr>
          <a:xfrm>
            <a:off x="530352" y="2464960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Discovery</a:t>
            </a:r>
            <a:endParaRPr lang="en-US" sz="9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0F3CBFFE-05EB-2DE7-A73C-6A5EAAB4AD44}"/>
              </a:ext>
            </a:extLst>
          </p:cNvPr>
          <p:cNvSpPr/>
          <p:nvPr/>
        </p:nvSpPr>
        <p:spPr>
          <a:xfrm>
            <a:off x="530352" y="3105040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noProof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Inicio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14/09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DBB288E1-D457-7413-0189-C580E70EDBF7}"/>
              </a:ext>
            </a:extLst>
          </p:cNvPr>
          <p:cNvSpPr/>
          <p:nvPr/>
        </p:nvSpPr>
        <p:spPr>
          <a:xfrm>
            <a:off x="530352" y="3580528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Fim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15/01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725501C5-9017-2368-F2B2-525891EE6201}"/>
              </a:ext>
            </a:extLst>
          </p:cNvPr>
          <p:cNvSpPr/>
          <p:nvPr/>
        </p:nvSpPr>
        <p:spPr>
          <a:xfrm>
            <a:off x="649224" y="4110880"/>
            <a:ext cx="877824" cy="274320"/>
          </a:xfrm>
          <a:prstGeom prst="roundRect">
            <a:avLst>
              <a:gd name="adj" fmla="val 50000"/>
            </a:avLst>
          </a:prstGeom>
          <a:solidFill>
            <a:srgbClr val="E5EEFF"/>
          </a:solidFill>
          <a:ln w="12700">
            <a:solidFill>
              <a:srgbClr val="E5EEFF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772B0EA1-3357-8BCF-F45D-89FC70F18E52}"/>
              </a:ext>
            </a:extLst>
          </p:cNvPr>
          <p:cNvSpPr/>
          <p:nvPr/>
        </p:nvSpPr>
        <p:spPr>
          <a:xfrm>
            <a:off x="649224" y="4110880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rgbClr val="246BFD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EM ANDAMENTO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8B2988CC-559C-517A-6EF2-54AA874C918C}"/>
              </a:ext>
            </a:extLst>
          </p:cNvPr>
          <p:cNvSpPr/>
          <p:nvPr/>
        </p:nvSpPr>
        <p:spPr>
          <a:xfrm>
            <a:off x="1677924" y="1815736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chemeClr val="bg1">
                    <a:lumMod val="65000"/>
                  </a:schemeClr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02</a:t>
            </a:r>
            <a:endParaRPr lang="en-US" sz="800">
              <a:solidFill>
                <a:schemeClr val="bg1">
                  <a:lumMod val="65000"/>
                </a:schemeClr>
              </a:solidFill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849934E1-FDAB-F802-63F9-EB26C0CA41B9}"/>
              </a:ext>
            </a:extLst>
          </p:cNvPr>
          <p:cNvSpPr/>
          <p:nvPr/>
        </p:nvSpPr>
        <p:spPr>
          <a:xfrm>
            <a:off x="1677924" y="2464960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Modelo de dados</a:t>
            </a:r>
            <a:endParaRPr lang="en-US" sz="9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75BAABE5-5522-53AD-9145-E9F2C9A2D58E}"/>
              </a:ext>
            </a:extLst>
          </p:cNvPr>
          <p:cNvSpPr/>
          <p:nvPr/>
        </p:nvSpPr>
        <p:spPr>
          <a:xfrm>
            <a:off x="1677924" y="3105040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noProof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Inicio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18/01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1228A5B6-9B3A-CC9E-7057-132AEF10E799}"/>
              </a:ext>
            </a:extLst>
          </p:cNvPr>
          <p:cNvSpPr/>
          <p:nvPr/>
        </p:nvSpPr>
        <p:spPr>
          <a:xfrm>
            <a:off x="1677924" y="3580528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Fim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12/02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9192898F-A422-5915-19C0-026937E373B7}"/>
              </a:ext>
            </a:extLst>
          </p:cNvPr>
          <p:cNvSpPr/>
          <p:nvPr/>
        </p:nvSpPr>
        <p:spPr>
          <a:xfrm>
            <a:off x="2825496" y="1815736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chemeClr val="bg1">
                    <a:lumMod val="65000"/>
                  </a:schemeClr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03</a:t>
            </a:r>
            <a:endParaRPr lang="en-US" sz="800">
              <a:solidFill>
                <a:schemeClr val="bg1">
                  <a:lumMod val="65000"/>
                </a:schemeClr>
              </a:solidFill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6182410B-E7FA-CB26-0B7D-63E31217A12B}"/>
              </a:ext>
            </a:extLst>
          </p:cNvPr>
          <p:cNvSpPr/>
          <p:nvPr/>
        </p:nvSpPr>
        <p:spPr>
          <a:xfrm>
            <a:off x="2825496" y="2464960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Requisitos funcionais</a:t>
            </a:r>
            <a:endParaRPr lang="en-US" sz="9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6E150EC9-520B-C290-9F73-90AEEAF07B58}"/>
              </a:ext>
            </a:extLst>
          </p:cNvPr>
          <p:cNvSpPr/>
          <p:nvPr/>
        </p:nvSpPr>
        <p:spPr>
          <a:xfrm>
            <a:off x="2825496" y="3105040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noProof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Inicio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15/02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3AA5ED10-A77D-771E-6A5D-281F3A33015B}"/>
              </a:ext>
            </a:extLst>
          </p:cNvPr>
          <p:cNvSpPr/>
          <p:nvPr/>
        </p:nvSpPr>
        <p:spPr>
          <a:xfrm>
            <a:off x="2825496" y="3580528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Fim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12/03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D9B7042C-9EF5-0656-BE3C-7DE79AAAF8EA}"/>
              </a:ext>
            </a:extLst>
          </p:cNvPr>
          <p:cNvSpPr/>
          <p:nvPr/>
        </p:nvSpPr>
        <p:spPr>
          <a:xfrm>
            <a:off x="4375404" y="2053480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7C5D1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26AAB8F7-5F05-2DCB-A7C8-E24BC3EB2907}"/>
              </a:ext>
            </a:extLst>
          </p:cNvPr>
          <p:cNvSpPr/>
          <p:nvPr/>
        </p:nvSpPr>
        <p:spPr>
          <a:xfrm>
            <a:off x="3973068" y="1815736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rgbClr val="A8A8B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04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0D670DA1-CB1A-BCCD-707D-DBB6937E4A58}"/>
              </a:ext>
            </a:extLst>
          </p:cNvPr>
          <p:cNvSpPr/>
          <p:nvPr/>
        </p:nvSpPr>
        <p:spPr>
          <a:xfrm>
            <a:off x="3973068" y="2464960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DAS</a:t>
            </a:r>
            <a:endParaRPr lang="en-US" sz="9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E39F3A28-4B73-5831-4B0E-86F9C0857288}"/>
              </a:ext>
            </a:extLst>
          </p:cNvPr>
          <p:cNvSpPr/>
          <p:nvPr/>
        </p:nvSpPr>
        <p:spPr>
          <a:xfrm>
            <a:off x="3973068" y="3105040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noProof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Inicio</a:t>
            </a:r>
            <a:endParaRPr lang="pt-BR" sz="800" noProof="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15/03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AFE8333A-8418-E540-E05E-F886687D02AF}"/>
              </a:ext>
            </a:extLst>
          </p:cNvPr>
          <p:cNvSpPr/>
          <p:nvPr/>
        </p:nvSpPr>
        <p:spPr>
          <a:xfrm>
            <a:off x="3973068" y="3580528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Fim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01/04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3F97CFA1-31F4-B28B-28F6-66E600A0782D}"/>
              </a:ext>
            </a:extLst>
          </p:cNvPr>
          <p:cNvSpPr/>
          <p:nvPr/>
        </p:nvSpPr>
        <p:spPr>
          <a:xfrm>
            <a:off x="5522976" y="2053480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7C5D1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897804A4-0EBB-0472-0FAC-727B3FB9DE02}"/>
              </a:ext>
            </a:extLst>
          </p:cNvPr>
          <p:cNvSpPr/>
          <p:nvPr/>
        </p:nvSpPr>
        <p:spPr>
          <a:xfrm>
            <a:off x="5120640" y="1815736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rgbClr val="A8A8B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05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09A19178-5AE1-877B-C750-05940891D883}"/>
              </a:ext>
            </a:extLst>
          </p:cNvPr>
          <p:cNvSpPr/>
          <p:nvPr/>
        </p:nvSpPr>
        <p:spPr>
          <a:xfrm>
            <a:off x="5120640" y="2464960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Sprint 0</a:t>
            </a:r>
            <a:endParaRPr lang="en-US" sz="9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90E6B3CD-FA22-B8C3-15A3-3D8B44B5DB78}"/>
              </a:ext>
            </a:extLst>
          </p:cNvPr>
          <p:cNvSpPr/>
          <p:nvPr/>
        </p:nvSpPr>
        <p:spPr>
          <a:xfrm>
            <a:off x="5120640" y="3105040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noProof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Inicio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02/04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D8ACF45C-E877-444D-6AD8-9276D8CB8C5F}"/>
              </a:ext>
            </a:extLst>
          </p:cNvPr>
          <p:cNvSpPr/>
          <p:nvPr/>
        </p:nvSpPr>
        <p:spPr>
          <a:xfrm>
            <a:off x="5120640" y="3580528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Fim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30/04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05DC3E2A-4DBF-5409-E9C7-CBA440433E4F}"/>
              </a:ext>
            </a:extLst>
          </p:cNvPr>
          <p:cNvSpPr/>
          <p:nvPr/>
        </p:nvSpPr>
        <p:spPr>
          <a:xfrm>
            <a:off x="6670548" y="2053480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7C5D1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E882CA7C-BFEC-ECE0-0351-A26F75768300}"/>
              </a:ext>
            </a:extLst>
          </p:cNvPr>
          <p:cNvSpPr/>
          <p:nvPr/>
        </p:nvSpPr>
        <p:spPr>
          <a:xfrm>
            <a:off x="6268212" y="1815736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rgbClr val="A8A8B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06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47895244-1741-3F78-843E-068B4B8DC1C0}"/>
              </a:ext>
            </a:extLst>
          </p:cNvPr>
          <p:cNvSpPr/>
          <p:nvPr/>
        </p:nvSpPr>
        <p:spPr>
          <a:xfrm>
            <a:off x="6268212" y="2464960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Refinamento tecnico</a:t>
            </a:r>
            <a:endParaRPr lang="en-US" sz="9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1B9DF39B-3401-644B-B210-DF906CDAC507}"/>
              </a:ext>
            </a:extLst>
          </p:cNvPr>
          <p:cNvSpPr/>
          <p:nvPr/>
        </p:nvSpPr>
        <p:spPr>
          <a:xfrm>
            <a:off x="6268212" y="3105040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noProof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Inicio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02/05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4E599B37-45AF-EBF4-4646-B5A2CDF5C4F7}"/>
              </a:ext>
            </a:extLst>
          </p:cNvPr>
          <p:cNvSpPr/>
          <p:nvPr/>
        </p:nvSpPr>
        <p:spPr>
          <a:xfrm>
            <a:off x="6268212" y="3580528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Fim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02/07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6F63909C-DCDF-F732-653F-EECC0A6C3F88}"/>
              </a:ext>
            </a:extLst>
          </p:cNvPr>
          <p:cNvSpPr/>
          <p:nvPr/>
        </p:nvSpPr>
        <p:spPr>
          <a:xfrm>
            <a:off x="7818120" y="2053480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7C5D1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658F73AD-C877-53CF-F004-9DAE2C00B7CF}"/>
              </a:ext>
            </a:extLst>
          </p:cNvPr>
          <p:cNvSpPr/>
          <p:nvPr/>
        </p:nvSpPr>
        <p:spPr>
          <a:xfrm>
            <a:off x="7415784" y="1815736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rgbClr val="A8A8B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07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93D9D684-0283-F6A6-7192-1F38A35E52DE}"/>
              </a:ext>
            </a:extLst>
          </p:cNvPr>
          <p:cNvSpPr/>
          <p:nvPr/>
        </p:nvSpPr>
        <p:spPr>
          <a:xfrm>
            <a:off x="7415784" y="2464960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Estimativa</a:t>
            </a:r>
            <a:endParaRPr lang="en-US" sz="9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532D6F32-4BF7-DF91-0C0F-D08C85DC92AA}"/>
              </a:ext>
            </a:extLst>
          </p:cNvPr>
          <p:cNvSpPr/>
          <p:nvPr/>
        </p:nvSpPr>
        <p:spPr>
          <a:xfrm>
            <a:off x="7415784" y="3105040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noProof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Inicio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05/07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60" name="Text 58">
            <a:extLst>
              <a:ext uri="{FF2B5EF4-FFF2-40B4-BE49-F238E27FC236}">
                <a16:creationId xmlns:a16="http://schemas.microsoft.com/office/drawing/2014/main" id="{A56BA0AB-28DD-2987-FE33-09F37ECE8832}"/>
              </a:ext>
            </a:extLst>
          </p:cNvPr>
          <p:cNvSpPr/>
          <p:nvPr/>
        </p:nvSpPr>
        <p:spPr>
          <a:xfrm>
            <a:off x="7415784" y="3580528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Fim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30/07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63" name="Shape 61">
            <a:extLst>
              <a:ext uri="{FF2B5EF4-FFF2-40B4-BE49-F238E27FC236}">
                <a16:creationId xmlns:a16="http://schemas.microsoft.com/office/drawing/2014/main" id="{62FD7105-D358-92C5-328D-AEDC3FAD4409}"/>
              </a:ext>
            </a:extLst>
          </p:cNvPr>
          <p:cNvSpPr/>
          <p:nvPr/>
        </p:nvSpPr>
        <p:spPr>
          <a:xfrm>
            <a:off x="8965692" y="2053480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7C5D1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7D046982-FD8F-A46D-8453-0957AF77DDEB}"/>
              </a:ext>
            </a:extLst>
          </p:cNvPr>
          <p:cNvSpPr/>
          <p:nvPr/>
        </p:nvSpPr>
        <p:spPr>
          <a:xfrm>
            <a:off x="8563356" y="1815736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rgbClr val="A8A8B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08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65" name="Text 63">
            <a:extLst>
              <a:ext uri="{FF2B5EF4-FFF2-40B4-BE49-F238E27FC236}">
                <a16:creationId xmlns:a16="http://schemas.microsoft.com/office/drawing/2014/main" id="{F07064CB-5CB0-C71F-1E5A-064B3C836224}"/>
              </a:ext>
            </a:extLst>
          </p:cNvPr>
          <p:cNvSpPr/>
          <p:nvPr/>
        </p:nvSpPr>
        <p:spPr>
          <a:xfrm>
            <a:off x="8563356" y="2464960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Desenvolvimento</a:t>
            </a:r>
            <a:endParaRPr lang="en-US" sz="9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66" name="Text 64">
            <a:extLst>
              <a:ext uri="{FF2B5EF4-FFF2-40B4-BE49-F238E27FC236}">
                <a16:creationId xmlns:a16="http://schemas.microsoft.com/office/drawing/2014/main" id="{540F7D89-2F04-2469-D730-8A14FE295831}"/>
              </a:ext>
            </a:extLst>
          </p:cNvPr>
          <p:cNvSpPr/>
          <p:nvPr/>
        </p:nvSpPr>
        <p:spPr>
          <a:xfrm>
            <a:off x="8563356" y="3105040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noProof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Inicio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02/08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67" name="Text 65">
            <a:extLst>
              <a:ext uri="{FF2B5EF4-FFF2-40B4-BE49-F238E27FC236}">
                <a16:creationId xmlns:a16="http://schemas.microsoft.com/office/drawing/2014/main" id="{E3C81D0B-B20A-D718-1B6E-F8FD36878749}"/>
              </a:ext>
            </a:extLst>
          </p:cNvPr>
          <p:cNvSpPr/>
          <p:nvPr/>
        </p:nvSpPr>
        <p:spPr>
          <a:xfrm>
            <a:off x="8563356" y="3580528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Fim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29/10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70" name="Shape 68">
            <a:extLst>
              <a:ext uri="{FF2B5EF4-FFF2-40B4-BE49-F238E27FC236}">
                <a16:creationId xmlns:a16="http://schemas.microsoft.com/office/drawing/2014/main" id="{B21490D7-BDA0-63F1-EF7B-81C6347DBCE4}"/>
              </a:ext>
            </a:extLst>
          </p:cNvPr>
          <p:cNvSpPr/>
          <p:nvPr/>
        </p:nvSpPr>
        <p:spPr>
          <a:xfrm>
            <a:off x="10113264" y="2053480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7C5D1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71" name="Text 69">
            <a:extLst>
              <a:ext uri="{FF2B5EF4-FFF2-40B4-BE49-F238E27FC236}">
                <a16:creationId xmlns:a16="http://schemas.microsoft.com/office/drawing/2014/main" id="{CDC96089-B765-CA4B-D5DA-2F42277F4A2B}"/>
              </a:ext>
            </a:extLst>
          </p:cNvPr>
          <p:cNvSpPr/>
          <p:nvPr/>
        </p:nvSpPr>
        <p:spPr>
          <a:xfrm>
            <a:off x="9710928" y="1815736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rgbClr val="A8A8B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09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72" name="Text 70">
            <a:extLst>
              <a:ext uri="{FF2B5EF4-FFF2-40B4-BE49-F238E27FC236}">
                <a16:creationId xmlns:a16="http://schemas.microsoft.com/office/drawing/2014/main" id="{58857AF6-5FBB-E657-D3BB-9556A70A6F1D}"/>
              </a:ext>
            </a:extLst>
          </p:cNvPr>
          <p:cNvSpPr/>
          <p:nvPr/>
        </p:nvSpPr>
        <p:spPr>
          <a:xfrm>
            <a:off x="9710928" y="2464960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QA</a:t>
            </a:r>
            <a:endParaRPr lang="en-US" sz="9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73" name="Text 71">
            <a:extLst>
              <a:ext uri="{FF2B5EF4-FFF2-40B4-BE49-F238E27FC236}">
                <a16:creationId xmlns:a16="http://schemas.microsoft.com/office/drawing/2014/main" id="{EF554BF6-3FF3-7306-63AA-7B8B364C61F6}"/>
              </a:ext>
            </a:extLst>
          </p:cNvPr>
          <p:cNvSpPr/>
          <p:nvPr/>
        </p:nvSpPr>
        <p:spPr>
          <a:xfrm>
            <a:off x="9710928" y="3105040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noProof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Inicio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02/11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74" name="Text 72">
            <a:extLst>
              <a:ext uri="{FF2B5EF4-FFF2-40B4-BE49-F238E27FC236}">
                <a16:creationId xmlns:a16="http://schemas.microsoft.com/office/drawing/2014/main" id="{06885A6B-45EF-1C66-C9CF-C43F0B32AAD0}"/>
              </a:ext>
            </a:extLst>
          </p:cNvPr>
          <p:cNvSpPr/>
          <p:nvPr/>
        </p:nvSpPr>
        <p:spPr>
          <a:xfrm>
            <a:off x="9710928" y="3580528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Fim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26/11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77" name="Shape 75">
            <a:extLst>
              <a:ext uri="{FF2B5EF4-FFF2-40B4-BE49-F238E27FC236}">
                <a16:creationId xmlns:a16="http://schemas.microsoft.com/office/drawing/2014/main" id="{90132C8F-EA32-F055-8502-9684C8EDDAFF}"/>
              </a:ext>
            </a:extLst>
          </p:cNvPr>
          <p:cNvSpPr/>
          <p:nvPr/>
        </p:nvSpPr>
        <p:spPr>
          <a:xfrm>
            <a:off x="11260836" y="2053480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7C5D1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78" name="Text 76">
            <a:extLst>
              <a:ext uri="{FF2B5EF4-FFF2-40B4-BE49-F238E27FC236}">
                <a16:creationId xmlns:a16="http://schemas.microsoft.com/office/drawing/2014/main" id="{254B68E1-C9F8-B2C4-1BB6-B60A867D6D57}"/>
              </a:ext>
            </a:extLst>
          </p:cNvPr>
          <p:cNvSpPr/>
          <p:nvPr/>
        </p:nvSpPr>
        <p:spPr>
          <a:xfrm>
            <a:off x="10858500" y="1815736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rgbClr val="A8A8B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10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79" name="Text 77">
            <a:extLst>
              <a:ext uri="{FF2B5EF4-FFF2-40B4-BE49-F238E27FC236}">
                <a16:creationId xmlns:a16="http://schemas.microsoft.com/office/drawing/2014/main" id="{5922B74B-775D-8AC1-ABDC-BEA1F219660A}"/>
              </a:ext>
            </a:extLst>
          </p:cNvPr>
          <p:cNvSpPr/>
          <p:nvPr/>
        </p:nvSpPr>
        <p:spPr>
          <a:xfrm>
            <a:off x="10858500" y="2464960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Prod</a:t>
            </a:r>
            <a:endParaRPr lang="en-US" sz="9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80" name="Text 78">
            <a:extLst>
              <a:ext uri="{FF2B5EF4-FFF2-40B4-BE49-F238E27FC236}">
                <a16:creationId xmlns:a16="http://schemas.microsoft.com/office/drawing/2014/main" id="{7A2BAA0F-1893-6271-59F6-30AF7E178F16}"/>
              </a:ext>
            </a:extLst>
          </p:cNvPr>
          <p:cNvSpPr/>
          <p:nvPr/>
        </p:nvSpPr>
        <p:spPr>
          <a:xfrm>
            <a:off x="10858500" y="3105040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Fim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Dez/27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84" name="Shape 82">
            <a:extLst>
              <a:ext uri="{FF2B5EF4-FFF2-40B4-BE49-F238E27FC236}">
                <a16:creationId xmlns:a16="http://schemas.microsoft.com/office/drawing/2014/main" id="{ED7245D3-FD1D-33C9-24BC-353C832EF06C}"/>
              </a:ext>
            </a:extLst>
          </p:cNvPr>
          <p:cNvSpPr/>
          <p:nvPr/>
        </p:nvSpPr>
        <p:spPr>
          <a:xfrm>
            <a:off x="594360" y="4833256"/>
            <a:ext cx="338328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E4E2EC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85" name="Text 83">
            <a:extLst>
              <a:ext uri="{FF2B5EF4-FFF2-40B4-BE49-F238E27FC236}">
                <a16:creationId xmlns:a16="http://schemas.microsoft.com/office/drawing/2014/main" id="{CCA348AA-317B-7734-214C-0D2D3CB19E6E}"/>
              </a:ext>
            </a:extLst>
          </p:cNvPr>
          <p:cNvSpPr/>
          <p:nvPr/>
        </p:nvSpPr>
        <p:spPr>
          <a:xfrm>
            <a:off x="758952" y="495212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>
                <a:solidFill>
                  <a:srgbClr val="246BFD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MARCO ATUAL</a:t>
            </a:r>
            <a:endParaRPr lang="en-US" sz="85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86" name="Text 84">
            <a:extLst>
              <a:ext uri="{FF2B5EF4-FFF2-40B4-BE49-F238E27FC236}">
                <a16:creationId xmlns:a16="http://schemas.microsoft.com/office/drawing/2014/main" id="{1E4BC3B9-B674-C802-77E9-479291AE7452}"/>
              </a:ext>
            </a:extLst>
          </p:cNvPr>
          <p:cNvSpPr/>
          <p:nvPr/>
        </p:nvSpPr>
        <p:spPr>
          <a:xfrm>
            <a:off x="758952" y="51715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Discovery / planejamento inicial</a:t>
            </a:r>
            <a:endParaRPr lang="en-US" sz="95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87" name="Shape 85">
            <a:extLst>
              <a:ext uri="{FF2B5EF4-FFF2-40B4-BE49-F238E27FC236}">
                <a16:creationId xmlns:a16="http://schemas.microsoft.com/office/drawing/2014/main" id="{2A7CA910-179C-C0BD-CB5C-F9C5A5ABA874}"/>
              </a:ext>
            </a:extLst>
          </p:cNvPr>
          <p:cNvSpPr/>
          <p:nvPr/>
        </p:nvSpPr>
        <p:spPr>
          <a:xfrm>
            <a:off x="4434840" y="4833256"/>
            <a:ext cx="338328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E4E2EC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88" name="Text 86">
            <a:extLst>
              <a:ext uri="{FF2B5EF4-FFF2-40B4-BE49-F238E27FC236}">
                <a16:creationId xmlns:a16="http://schemas.microsoft.com/office/drawing/2014/main" id="{6B01DACC-7C22-4589-7F91-44CBC4D27FC3}"/>
              </a:ext>
            </a:extLst>
          </p:cNvPr>
          <p:cNvSpPr/>
          <p:nvPr/>
        </p:nvSpPr>
        <p:spPr>
          <a:xfrm>
            <a:off x="4599432" y="495212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>
                <a:solidFill>
                  <a:srgbClr val="246BFD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PROXIMO PASSO</a:t>
            </a:r>
            <a:endParaRPr lang="en-US" sz="85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89" name="Text 87">
            <a:extLst>
              <a:ext uri="{FF2B5EF4-FFF2-40B4-BE49-F238E27FC236}">
                <a16:creationId xmlns:a16="http://schemas.microsoft.com/office/drawing/2014/main" id="{34D2DC69-93B4-E3E8-28A2-55EEDC2F0A10}"/>
              </a:ext>
            </a:extLst>
          </p:cNvPr>
          <p:cNvSpPr/>
          <p:nvPr/>
        </p:nvSpPr>
        <p:spPr>
          <a:xfrm>
            <a:off x="4599432" y="51715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Definir datas e responsaveis</a:t>
            </a:r>
            <a:endParaRPr lang="en-US" sz="95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90" name="Shape 88">
            <a:extLst>
              <a:ext uri="{FF2B5EF4-FFF2-40B4-BE49-F238E27FC236}">
                <a16:creationId xmlns:a16="http://schemas.microsoft.com/office/drawing/2014/main" id="{FB5CFF2C-6129-8482-8BE3-0665D0B63F12}"/>
              </a:ext>
            </a:extLst>
          </p:cNvPr>
          <p:cNvSpPr/>
          <p:nvPr/>
        </p:nvSpPr>
        <p:spPr>
          <a:xfrm>
            <a:off x="8275320" y="4833256"/>
            <a:ext cx="338328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E4E2EC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91" name="Text 89">
            <a:extLst>
              <a:ext uri="{FF2B5EF4-FFF2-40B4-BE49-F238E27FC236}">
                <a16:creationId xmlns:a16="http://schemas.microsoft.com/office/drawing/2014/main" id="{2C6957BC-640E-1AAE-E16F-23790E04F9CF}"/>
              </a:ext>
            </a:extLst>
          </p:cNvPr>
          <p:cNvSpPr/>
          <p:nvPr/>
        </p:nvSpPr>
        <p:spPr>
          <a:xfrm>
            <a:off x="8439912" y="495212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>
                <a:solidFill>
                  <a:srgbClr val="246BFD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DEPENDENCIAS</a:t>
            </a:r>
            <a:endParaRPr lang="en-US" sz="85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92" name="Text 90">
            <a:extLst>
              <a:ext uri="{FF2B5EF4-FFF2-40B4-BE49-F238E27FC236}">
                <a16:creationId xmlns:a16="http://schemas.microsoft.com/office/drawing/2014/main" id="{0C40A76C-14DD-8EF9-89B3-30A27C5AC64B}"/>
              </a:ext>
            </a:extLst>
          </p:cNvPr>
          <p:cNvSpPr/>
          <p:nvPr/>
        </p:nvSpPr>
        <p:spPr>
          <a:xfrm>
            <a:off x="8439912" y="51715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Times e insumos a confirmar</a:t>
            </a:r>
            <a:endParaRPr lang="en-US" sz="95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97" name="Shape 0">
            <a:extLst>
              <a:ext uri="{FF2B5EF4-FFF2-40B4-BE49-F238E27FC236}">
                <a16:creationId xmlns:a16="http://schemas.microsoft.com/office/drawing/2014/main" id="{7DE5D032-1ACF-D8F4-8869-56E61B98B292}"/>
              </a:ext>
            </a:extLst>
          </p:cNvPr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6F2DBD"/>
          </a:solidFill>
          <a:ln w="12700">
            <a:solidFill>
              <a:srgbClr val="6F2DBD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98" name="Retângulo 97">
            <a:extLst>
              <a:ext uri="{FF2B5EF4-FFF2-40B4-BE49-F238E27FC236}">
                <a16:creationId xmlns:a16="http://schemas.microsoft.com/office/drawing/2014/main" id="{E7A6FFE7-AB15-8A52-5672-A8442DA9BBB9}"/>
              </a:ext>
            </a:extLst>
          </p:cNvPr>
          <p:cNvSpPr/>
          <p:nvPr/>
        </p:nvSpPr>
        <p:spPr>
          <a:xfrm>
            <a:off x="0" y="-2722"/>
            <a:ext cx="12192000" cy="433926"/>
          </a:xfrm>
          <a:prstGeom prst="rect">
            <a:avLst/>
          </a:prstGeom>
          <a:gradFill>
            <a:gsLst>
              <a:gs pos="0">
                <a:srgbClr val="5D007B">
                  <a:alpha val="100000"/>
                </a:srgbClr>
              </a:gs>
              <a:gs pos="100000">
                <a:srgbClr val="380054">
                  <a:alpha val="10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ivo Type" panose="02000500000000020000" pitchFamily="50" charset="0"/>
              <a:cs typeface="Vivo Type" panose="02000500000000020000" pitchFamily="50" charset="0"/>
              <a:sym typeface="Arial"/>
            </a:endParaRPr>
          </a:p>
        </p:txBody>
      </p:sp>
      <p:sp>
        <p:nvSpPr>
          <p:cNvPr id="99" name="Google Shape;351;p52">
            <a:extLst>
              <a:ext uri="{FF2B5EF4-FFF2-40B4-BE49-F238E27FC236}">
                <a16:creationId xmlns:a16="http://schemas.microsoft.com/office/drawing/2014/main" id="{43156667-3F5A-DCC0-9EBC-3D04B8F969FB}"/>
              </a:ext>
            </a:extLst>
          </p:cNvPr>
          <p:cNvSpPr/>
          <p:nvPr/>
        </p:nvSpPr>
        <p:spPr>
          <a:xfrm>
            <a:off x="-1" y="-58731"/>
            <a:ext cx="8357420" cy="521906"/>
          </a:xfrm>
          <a:prstGeom prst="rect">
            <a:avLst/>
          </a:prstGeom>
        </p:spPr>
        <p:txBody>
          <a:bodyPr vert="horz" lIns="121954" tIns="60977" rIns="121954" bIns="60977" rtlCol="0" anchor="ctr">
            <a:norm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1371600">
              <a:lnSpc>
                <a:spcPct val="90000"/>
              </a:lnSpc>
              <a:spcBef>
                <a:spcPct val="0"/>
              </a:spcBef>
              <a:buClr>
                <a:srgbClr val="000000"/>
              </a:buClr>
              <a:defRPr/>
            </a:pPr>
            <a:r>
              <a:rPr lang="pt-BR" b="1">
                <a:solidFill>
                  <a:prstClr val="white"/>
                </a:solidFill>
                <a:latin typeface="Vivo Type" panose="02000500000000020000" pitchFamily="50" charset="0"/>
                <a:cs typeface="Vivo Type" panose="02000500000000020000" pitchFamily="50" charset="0"/>
                <a:sym typeface="Arial"/>
              </a:rPr>
              <a:t>CRONOGRAMA DETALHADO – ENDEREÇOS</a:t>
            </a:r>
          </a:p>
        </p:txBody>
      </p:sp>
      <p:pic>
        <p:nvPicPr>
          <p:cNvPr id="100" name="Imagem 99">
            <a:hlinkClick r:id="rId4" action="ppaction://hlinksldjump"/>
            <a:extLst>
              <a:ext uri="{FF2B5EF4-FFF2-40B4-BE49-F238E27FC236}">
                <a16:creationId xmlns:a16="http://schemas.microsoft.com/office/drawing/2014/main" id="{CF0315B0-B733-37EA-24F6-90738CE7ACDE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grayscl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379281" y="84440"/>
            <a:ext cx="529053" cy="232607"/>
          </a:xfrm>
          <a:prstGeom prst="rect">
            <a:avLst/>
          </a:prstGeom>
        </p:spPr>
      </p:pic>
      <p:sp>
        <p:nvSpPr>
          <p:cNvPr id="3" name="Shape 33">
            <a:extLst>
              <a:ext uri="{FF2B5EF4-FFF2-40B4-BE49-F238E27FC236}">
                <a16:creationId xmlns:a16="http://schemas.microsoft.com/office/drawing/2014/main" id="{F1B294AF-D328-B695-EF28-7DE05EA0EC81}"/>
              </a:ext>
            </a:extLst>
          </p:cNvPr>
          <p:cNvSpPr/>
          <p:nvPr/>
        </p:nvSpPr>
        <p:spPr>
          <a:xfrm>
            <a:off x="2080260" y="2053480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7C5D1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4" name="Shape 33">
            <a:extLst>
              <a:ext uri="{FF2B5EF4-FFF2-40B4-BE49-F238E27FC236}">
                <a16:creationId xmlns:a16="http://schemas.microsoft.com/office/drawing/2014/main" id="{AE632AA6-0EC8-D989-D1A8-709639EEA586}"/>
              </a:ext>
            </a:extLst>
          </p:cNvPr>
          <p:cNvSpPr/>
          <p:nvPr/>
        </p:nvSpPr>
        <p:spPr>
          <a:xfrm>
            <a:off x="3227832" y="2053480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7C5D1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5" name="Shape 24">
            <a:extLst>
              <a:ext uri="{FF2B5EF4-FFF2-40B4-BE49-F238E27FC236}">
                <a16:creationId xmlns:a16="http://schemas.microsoft.com/office/drawing/2014/main" id="{AEA89613-0974-75CF-3BC6-CCEA5AB74967}"/>
              </a:ext>
            </a:extLst>
          </p:cNvPr>
          <p:cNvSpPr/>
          <p:nvPr/>
        </p:nvSpPr>
        <p:spPr>
          <a:xfrm>
            <a:off x="1796796" y="4159504"/>
            <a:ext cx="877824" cy="274320"/>
          </a:xfrm>
          <a:prstGeom prst="roundRect">
            <a:avLst>
              <a:gd name="adj" fmla="val 50000"/>
            </a:avLst>
          </a:prstGeom>
          <a:solidFill>
            <a:srgbClr val="F0EFF4"/>
          </a:solidFill>
          <a:ln w="12700">
            <a:solidFill>
              <a:srgbClr val="F0EFF4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8" name="Text 25">
            <a:extLst>
              <a:ext uri="{FF2B5EF4-FFF2-40B4-BE49-F238E27FC236}">
                <a16:creationId xmlns:a16="http://schemas.microsoft.com/office/drawing/2014/main" id="{17AEDC36-3913-2085-EF4F-1C7DA04AA0E6}"/>
              </a:ext>
            </a:extLst>
          </p:cNvPr>
          <p:cNvSpPr/>
          <p:nvPr/>
        </p:nvSpPr>
        <p:spPr>
          <a:xfrm>
            <a:off x="1796796" y="4159504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b="1" noProof="0">
                <a:solidFill>
                  <a:srgbClr val="A8A8B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A INICIAR</a:t>
            </a:r>
            <a:endParaRPr lang="pt-BR" sz="800" noProof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9" name="Shape 31">
            <a:extLst>
              <a:ext uri="{FF2B5EF4-FFF2-40B4-BE49-F238E27FC236}">
                <a16:creationId xmlns:a16="http://schemas.microsoft.com/office/drawing/2014/main" id="{80CD08B6-84EA-BB76-291C-4BEA354709FB}"/>
              </a:ext>
            </a:extLst>
          </p:cNvPr>
          <p:cNvSpPr/>
          <p:nvPr/>
        </p:nvSpPr>
        <p:spPr>
          <a:xfrm>
            <a:off x="2944368" y="4159504"/>
            <a:ext cx="877824" cy="274320"/>
          </a:xfrm>
          <a:prstGeom prst="roundRect">
            <a:avLst>
              <a:gd name="adj" fmla="val 50000"/>
            </a:avLst>
          </a:prstGeom>
          <a:solidFill>
            <a:srgbClr val="F0EFF4"/>
          </a:solidFill>
          <a:ln w="12700">
            <a:solidFill>
              <a:srgbClr val="F0EFF4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0" name="Text 32">
            <a:extLst>
              <a:ext uri="{FF2B5EF4-FFF2-40B4-BE49-F238E27FC236}">
                <a16:creationId xmlns:a16="http://schemas.microsoft.com/office/drawing/2014/main" id="{87AB482C-38B2-7753-9C35-4801E1A65AE8}"/>
              </a:ext>
            </a:extLst>
          </p:cNvPr>
          <p:cNvSpPr/>
          <p:nvPr/>
        </p:nvSpPr>
        <p:spPr>
          <a:xfrm>
            <a:off x="2944368" y="4159504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b="1" noProof="0">
                <a:solidFill>
                  <a:srgbClr val="A8A8B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A INICIAR</a:t>
            </a:r>
            <a:endParaRPr lang="pt-BR" sz="800" noProof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1" name="Shape 38">
            <a:extLst>
              <a:ext uri="{FF2B5EF4-FFF2-40B4-BE49-F238E27FC236}">
                <a16:creationId xmlns:a16="http://schemas.microsoft.com/office/drawing/2014/main" id="{2B9A7B61-0145-BB2D-E05F-9FCA57BCF0B9}"/>
              </a:ext>
            </a:extLst>
          </p:cNvPr>
          <p:cNvSpPr/>
          <p:nvPr/>
        </p:nvSpPr>
        <p:spPr>
          <a:xfrm>
            <a:off x="4091940" y="4159504"/>
            <a:ext cx="877824" cy="274320"/>
          </a:xfrm>
          <a:prstGeom prst="roundRect">
            <a:avLst>
              <a:gd name="adj" fmla="val 50000"/>
            </a:avLst>
          </a:prstGeom>
          <a:solidFill>
            <a:srgbClr val="F0EFF4"/>
          </a:solidFill>
          <a:ln w="12700">
            <a:solidFill>
              <a:srgbClr val="F0EFF4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2" name="Text 39">
            <a:extLst>
              <a:ext uri="{FF2B5EF4-FFF2-40B4-BE49-F238E27FC236}">
                <a16:creationId xmlns:a16="http://schemas.microsoft.com/office/drawing/2014/main" id="{0147390B-7D75-E134-1FAD-79B1C42C3316}"/>
              </a:ext>
            </a:extLst>
          </p:cNvPr>
          <p:cNvSpPr/>
          <p:nvPr/>
        </p:nvSpPr>
        <p:spPr>
          <a:xfrm>
            <a:off x="4091940" y="4159504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b="1" noProof="0">
                <a:solidFill>
                  <a:srgbClr val="A8A8B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A INICIAR</a:t>
            </a:r>
            <a:endParaRPr lang="pt-BR" sz="800" noProof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93" name="Shape 45">
            <a:extLst>
              <a:ext uri="{FF2B5EF4-FFF2-40B4-BE49-F238E27FC236}">
                <a16:creationId xmlns:a16="http://schemas.microsoft.com/office/drawing/2014/main" id="{F76462DB-F794-9A24-08A5-E103B3A54841}"/>
              </a:ext>
            </a:extLst>
          </p:cNvPr>
          <p:cNvSpPr/>
          <p:nvPr/>
        </p:nvSpPr>
        <p:spPr>
          <a:xfrm>
            <a:off x="5239512" y="4159504"/>
            <a:ext cx="877824" cy="274320"/>
          </a:xfrm>
          <a:prstGeom prst="roundRect">
            <a:avLst>
              <a:gd name="adj" fmla="val 50000"/>
            </a:avLst>
          </a:prstGeom>
          <a:solidFill>
            <a:srgbClr val="F0EFF4"/>
          </a:solidFill>
          <a:ln w="12700">
            <a:solidFill>
              <a:srgbClr val="F0EFF4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94" name="Text 46">
            <a:extLst>
              <a:ext uri="{FF2B5EF4-FFF2-40B4-BE49-F238E27FC236}">
                <a16:creationId xmlns:a16="http://schemas.microsoft.com/office/drawing/2014/main" id="{6FFC63A3-C039-3A76-D6BE-C95A24FE88D9}"/>
              </a:ext>
            </a:extLst>
          </p:cNvPr>
          <p:cNvSpPr/>
          <p:nvPr/>
        </p:nvSpPr>
        <p:spPr>
          <a:xfrm>
            <a:off x="5239512" y="4159504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b="1" noProof="0">
                <a:solidFill>
                  <a:srgbClr val="A8A8B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A INICIAR</a:t>
            </a:r>
            <a:endParaRPr lang="pt-BR" sz="800" noProof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95" name="Shape 52">
            <a:extLst>
              <a:ext uri="{FF2B5EF4-FFF2-40B4-BE49-F238E27FC236}">
                <a16:creationId xmlns:a16="http://schemas.microsoft.com/office/drawing/2014/main" id="{BEC54CB0-A648-4DB4-15F2-F69A80EE906D}"/>
              </a:ext>
            </a:extLst>
          </p:cNvPr>
          <p:cNvSpPr/>
          <p:nvPr/>
        </p:nvSpPr>
        <p:spPr>
          <a:xfrm>
            <a:off x="6387084" y="4159504"/>
            <a:ext cx="877824" cy="274320"/>
          </a:xfrm>
          <a:prstGeom prst="roundRect">
            <a:avLst>
              <a:gd name="adj" fmla="val 50000"/>
            </a:avLst>
          </a:prstGeom>
          <a:solidFill>
            <a:srgbClr val="F0EFF4"/>
          </a:solidFill>
          <a:ln w="12700">
            <a:solidFill>
              <a:srgbClr val="F0EFF4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96" name="Text 53">
            <a:extLst>
              <a:ext uri="{FF2B5EF4-FFF2-40B4-BE49-F238E27FC236}">
                <a16:creationId xmlns:a16="http://schemas.microsoft.com/office/drawing/2014/main" id="{11E8575F-B69C-9E6D-C389-CFC7F4302EB2}"/>
              </a:ext>
            </a:extLst>
          </p:cNvPr>
          <p:cNvSpPr/>
          <p:nvPr/>
        </p:nvSpPr>
        <p:spPr>
          <a:xfrm>
            <a:off x="6387084" y="4159504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b="1" noProof="0">
                <a:solidFill>
                  <a:srgbClr val="A8A8B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A INICIAR</a:t>
            </a:r>
            <a:endParaRPr lang="pt-BR" sz="800" noProof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01" name="Shape 59">
            <a:extLst>
              <a:ext uri="{FF2B5EF4-FFF2-40B4-BE49-F238E27FC236}">
                <a16:creationId xmlns:a16="http://schemas.microsoft.com/office/drawing/2014/main" id="{7109D4AF-A49E-C90D-4FF9-33FE0AD8CE97}"/>
              </a:ext>
            </a:extLst>
          </p:cNvPr>
          <p:cNvSpPr/>
          <p:nvPr/>
        </p:nvSpPr>
        <p:spPr>
          <a:xfrm>
            <a:off x="7534656" y="4159504"/>
            <a:ext cx="877824" cy="274320"/>
          </a:xfrm>
          <a:prstGeom prst="roundRect">
            <a:avLst>
              <a:gd name="adj" fmla="val 50000"/>
            </a:avLst>
          </a:prstGeom>
          <a:solidFill>
            <a:srgbClr val="F0EFF4"/>
          </a:solidFill>
          <a:ln w="12700">
            <a:solidFill>
              <a:srgbClr val="F0EFF4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02" name="Text 60">
            <a:extLst>
              <a:ext uri="{FF2B5EF4-FFF2-40B4-BE49-F238E27FC236}">
                <a16:creationId xmlns:a16="http://schemas.microsoft.com/office/drawing/2014/main" id="{9BCA8880-64E1-0203-E5D0-2BFD556BFAE4}"/>
              </a:ext>
            </a:extLst>
          </p:cNvPr>
          <p:cNvSpPr/>
          <p:nvPr/>
        </p:nvSpPr>
        <p:spPr>
          <a:xfrm>
            <a:off x="7534656" y="4159504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b="1" noProof="0">
                <a:solidFill>
                  <a:srgbClr val="A8A8B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A INICIAR</a:t>
            </a:r>
            <a:endParaRPr lang="pt-BR" sz="800" noProof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03" name="Shape 66">
            <a:extLst>
              <a:ext uri="{FF2B5EF4-FFF2-40B4-BE49-F238E27FC236}">
                <a16:creationId xmlns:a16="http://schemas.microsoft.com/office/drawing/2014/main" id="{6436F852-06A8-9656-76D2-2630EA944512}"/>
              </a:ext>
            </a:extLst>
          </p:cNvPr>
          <p:cNvSpPr/>
          <p:nvPr/>
        </p:nvSpPr>
        <p:spPr>
          <a:xfrm>
            <a:off x="8682228" y="4159504"/>
            <a:ext cx="877824" cy="274320"/>
          </a:xfrm>
          <a:prstGeom prst="roundRect">
            <a:avLst>
              <a:gd name="adj" fmla="val 50000"/>
            </a:avLst>
          </a:prstGeom>
          <a:solidFill>
            <a:srgbClr val="F0EFF4"/>
          </a:solidFill>
          <a:ln w="12700">
            <a:solidFill>
              <a:srgbClr val="F0EFF4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04" name="Text 67">
            <a:extLst>
              <a:ext uri="{FF2B5EF4-FFF2-40B4-BE49-F238E27FC236}">
                <a16:creationId xmlns:a16="http://schemas.microsoft.com/office/drawing/2014/main" id="{868F83CC-BA98-4400-D432-B5EBDF034C29}"/>
              </a:ext>
            </a:extLst>
          </p:cNvPr>
          <p:cNvSpPr/>
          <p:nvPr/>
        </p:nvSpPr>
        <p:spPr>
          <a:xfrm>
            <a:off x="8682228" y="4159504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b="1" noProof="0">
                <a:solidFill>
                  <a:srgbClr val="A8A8B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A INICIAR</a:t>
            </a:r>
            <a:endParaRPr lang="pt-BR" sz="800" noProof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05" name="Shape 73">
            <a:extLst>
              <a:ext uri="{FF2B5EF4-FFF2-40B4-BE49-F238E27FC236}">
                <a16:creationId xmlns:a16="http://schemas.microsoft.com/office/drawing/2014/main" id="{792993FA-363A-94EC-2A1C-29E747D55D3D}"/>
              </a:ext>
            </a:extLst>
          </p:cNvPr>
          <p:cNvSpPr/>
          <p:nvPr/>
        </p:nvSpPr>
        <p:spPr>
          <a:xfrm>
            <a:off x="9829800" y="4159504"/>
            <a:ext cx="877824" cy="274320"/>
          </a:xfrm>
          <a:prstGeom prst="roundRect">
            <a:avLst>
              <a:gd name="adj" fmla="val 50000"/>
            </a:avLst>
          </a:prstGeom>
          <a:solidFill>
            <a:srgbClr val="F0EFF4"/>
          </a:solidFill>
          <a:ln w="12700">
            <a:solidFill>
              <a:srgbClr val="F0EFF4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06" name="Text 74">
            <a:extLst>
              <a:ext uri="{FF2B5EF4-FFF2-40B4-BE49-F238E27FC236}">
                <a16:creationId xmlns:a16="http://schemas.microsoft.com/office/drawing/2014/main" id="{6000C4C3-9337-26BC-8E90-8A71275F45B0}"/>
              </a:ext>
            </a:extLst>
          </p:cNvPr>
          <p:cNvSpPr/>
          <p:nvPr/>
        </p:nvSpPr>
        <p:spPr>
          <a:xfrm>
            <a:off x="9829800" y="4159504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b="1" noProof="0">
                <a:solidFill>
                  <a:srgbClr val="A8A8B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A INICIAR</a:t>
            </a:r>
            <a:endParaRPr lang="pt-BR" sz="800" noProof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07" name="Shape 80">
            <a:extLst>
              <a:ext uri="{FF2B5EF4-FFF2-40B4-BE49-F238E27FC236}">
                <a16:creationId xmlns:a16="http://schemas.microsoft.com/office/drawing/2014/main" id="{5B67F917-E166-C554-EEC3-538CC54F3225}"/>
              </a:ext>
            </a:extLst>
          </p:cNvPr>
          <p:cNvSpPr/>
          <p:nvPr/>
        </p:nvSpPr>
        <p:spPr>
          <a:xfrm>
            <a:off x="10977372" y="4159504"/>
            <a:ext cx="877824" cy="274320"/>
          </a:xfrm>
          <a:prstGeom prst="roundRect">
            <a:avLst>
              <a:gd name="adj" fmla="val 50000"/>
            </a:avLst>
          </a:prstGeom>
          <a:solidFill>
            <a:srgbClr val="F0EFF4"/>
          </a:solidFill>
          <a:ln w="12700">
            <a:solidFill>
              <a:srgbClr val="F0EFF4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08" name="Text 81">
            <a:extLst>
              <a:ext uri="{FF2B5EF4-FFF2-40B4-BE49-F238E27FC236}">
                <a16:creationId xmlns:a16="http://schemas.microsoft.com/office/drawing/2014/main" id="{E80B4890-2EB6-501E-3761-8517C1260E35}"/>
              </a:ext>
            </a:extLst>
          </p:cNvPr>
          <p:cNvSpPr/>
          <p:nvPr/>
        </p:nvSpPr>
        <p:spPr>
          <a:xfrm>
            <a:off x="10977372" y="4159504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b="1" noProof="0">
                <a:solidFill>
                  <a:srgbClr val="A8A8B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A INICIAR</a:t>
            </a:r>
            <a:endParaRPr lang="pt-BR" sz="800" noProof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56424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8" name="Shape 6"/>
          <p:cNvSpPr/>
          <p:nvPr/>
        </p:nvSpPr>
        <p:spPr>
          <a:xfrm>
            <a:off x="548640" y="1309486"/>
            <a:ext cx="3182112" cy="4407408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4E2EC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77240" y="1568704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FFF0DE"/>
          </a:solidFill>
          <a:ln w="12700">
            <a:solidFill>
              <a:srgbClr val="FFF0DE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77240" y="156870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>
                <a:solidFill>
                  <a:srgbClr val="E18418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CONTEXTO</a:t>
            </a:r>
            <a:endParaRPr lang="en-US" sz="83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77240" y="20167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pt-BR" sz="1300" b="1" noProof="0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O que existe hoje</a:t>
            </a:r>
            <a:endParaRPr lang="pt-BR" sz="1300" noProof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77240" y="2373376"/>
            <a:ext cx="2578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pt-BR" sz="1000" noProof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Não existe o conceito de permissionamento</a:t>
            </a:r>
            <a:endParaRPr lang="pt-BR" sz="1000" noProof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77240" y="3178048"/>
            <a:ext cx="2651760" cy="9144"/>
          </a:xfrm>
          <a:prstGeom prst="line">
            <a:avLst/>
          </a:prstGeom>
          <a:noFill/>
          <a:ln w="12700">
            <a:solidFill>
              <a:srgbClr val="E4E2EC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77240" y="34157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pt-BR" sz="1300" b="1" noProof="0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O que precisa ser feito</a:t>
            </a:r>
            <a:endParaRPr lang="pt-BR" sz="1300" noProof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77240" y="3781552"/>
            <a:ext cx="2835910" cy="150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pt-BR" sz="1000" noProof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Criar um motor de permissionamento para atender as frentes B2C: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000" noProof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Entretenimento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0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Educação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000" noProof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Eletrônicos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000" noProof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Casa inteligente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000" noProof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Saúde</a:t>
            </a:r>
          </a:p>
          <a:p>
            <a:pPr marL="0" indent="0" algn="l">
              <a:buNone/>
            </a:pPr>
            <a:endParaRPr lang="pt-BR" sz="1000" noProof="0">
              <a:solidFill>
                <a:srgbClr val="6F7080"/>
              </a:solidFill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l">
              <a:buNone/>
            </a:pPr>
            <a:r>
              <a:rPr lang="pt-BR" sz="1000" noProof="0">
                <a:solidFill>
                  <a:srgbClr val="6F7080"/>
                </a:solidFill>
                <a:latin typeface="Vivo Type" panose="02000500000000020000" pitchFamily="50" charset="0"/>
                <a:cs typeface="Vivo Type" panose="02000500000000020000" pitchFamily="50" charset="0"/>
              </a:rPr>
              <a:t>Energia limpa – </a:t>
            </a:r>
            <a:r>
              <a:rPr lang="pt-BR" sz="1000" b="1" u="sng" noProof="0">
                <a:solidFill>
                  <a:srgbClr val="6F7080"/>
                </a:solidFill>
                <a:latin typeface="Vivo Type" panose="02000500000000020000" pitchFamily="50" charset="0"/>
                <a:cs typeface="Vivo Type" panose="02000500000000020000" pitchFamily="50" charset="0"/>
              </a:rPr>
              <a:t>fora do escopo</a:t>
            </a:r>
          </a:p>
          <a:p>
            <a:pPr marL="0" indent="0" algn="l">
              <a:buNone/>
            </a:pPr>
            <a:r>
              <a:rPr lang="pt-BR" sz="1000" noProof="0">
                <a:solidFill>
                  <a:srgbClr val="6F7080"/>
                </a:solidFill>
                <a:latin typeface="Vivo Type" panose="02000500000000020000" pitchFamily="50" charset="0"/>
                <a:cs typeface="Vivo Type" panose="02000500000000020000" pitchFamily="50" charset="0"/>
              </a:rPr>
              <a:t>Fintech – </a:t>
            </a:r>
            <a:r>
              <a:rPr lang="pt-BR" sz="1000" b="1" u="sng" noProof="0">
                <a:solidFill>
                  <a:srgbClr val="6F7080"/>
                </a:solidFill>
                <a:latin typeface="Vivo Type" panose="02000500000000020000" pitchFamily="50" charset="0"/>
                <a:cs typeface="Vivo Type" panose="02000500000000020000" pitchFamily="50" charset="0"/>
              </a:rPr>
              <a:t>sob análise</a:t>
            </a:r>
          </a:p>
          <a:p>
            <a:pPr marL="0" indent="0" algn="l">
              <a:buNone/>
            </a:pPr>
            <a:endParaRPr lang="en-US" sz="10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548640" y="6583680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>
                <a:solidFill>
                  <a:srgbClr val="9997A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MASTER DE CLIENTES</a:t>
            </a:r>
            <a:endParaRPr lang="en-US" sz="7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43" name="Shape 0">
            <a:extLst>
              <a:ext uri="{FF2B5EF4-FFF2-40B4-BE49-F238E27FC236}">
                <a16:creationId xmlns:a16="http://schemas.microsoft.com/office/drawing/2014/main" id="{B114A4DA-EC50-3DBF-CC3C-A59DDEF91DF8}"/>
              </a:ext>
            </a:extLst>
          </p:cNvPr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F2DBD"/>
          </a:solidFill>
          <a:ln w="12700">
            <a:solidFill>
              <a:srgbClr val="6F2DBD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44" name="Retângulo 43">
            <a:extLst>
              <a:ext uri="{FF2B5EF4-FFF2-40B4-BE49-F238E27FC236}">
                <a16:creationId xmlns:a16="http://schemas.microsoft.com/office/drawing/2014/main" id="{ED0F236A-658C-376E-0A84-74DEF70CDC66}"/>
              </a:ext>
            </a:extLst>
          </p:cNvPr>
          <p:cNvSpPr/>
          <p:nvPr/>
        </p:nvSpPr>
        <p:spPr>
          <a:xfrm>
            <a:off x="0" y="-2722"/>
            <a:ext cx="12192000" cy="433926"/>
          </a:xfrm>
          <a:prstGeom prst="rect">
            <a:avLst/>
          </a:prstGeom>
          <a:gradFill>
            <a:gsLst>
              <a:gs pos="0">
                <a:srgbClr val="5D007B">
                  <a:alpha val="100000"/>
                </a:srgbClr>
              </a:gs>
              <a:gs pos="100000">
                <a:srgbClr val="380054">
                  <a:alpha val="10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ivo Type" panose="02000500000000020000" pitchFamily="50" charset="0"/>
              <a:cs typeface="Vivo Type" panose="02000500000000020000" pitchFamily="50" charset="0"/>
              <a:sym typeface="Arial"/>
            </a:endParaRPr>
          </a:p>
        </p:txBody>
      </p:sp>
      <p:pic>
        <p:nvPicPr>
          <p:cNvPr id="45" name="Imagem 44">
            <a:hlinkClick r:id="rId3" action="ppaction://hlinksldjump"/>
            <a:extLst>
              <a:ext uri="{FF2B5EF4-FFF2-40B4-BE49-F238E27FC236}">
                <a16:creationId xmlns:a16="http://schemas.microsoft.com/office/drawing/2014/main" id="{88326B8F-4363-8B78-1211-0112841EA6AA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grayscl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379281" y="84440"/>
            <a:ext cx="529053" cy="232607"/>
          </a:xfrm>
          <a:prstGeom prst="rect">
            <a:avLst/>
          </a:prstGeom>
        </p:spPr>
      </p:pic>
      <p:sp>
        <p:nvSpPr>
          <p:cNvPr id="46" name="Google Shape;351;p52">
            <a:extLst>
              <a:ext uri="{FF2B5EF4-FFF2-40B4-BE49-F238E27FC236}">
                <a16:creationId xmlns:a16="http://schemas.microsoft.com/office/drawing/2014/main" id="{53F520BB-D9C5-BC32-56F1-0D0BF2ABDEB4}"/>
              </a:ext>
            </a:extLst>
          </p:cNvPr>
          <p:cNvSpPr/>
          <p:nvPr/>
        </p:nvSpPr>
        <p:spPr>
          <a:xfrm>
            <a:off x="-1" y="-58731"/>
            <a:ext cx="8357420" cy="521906"/>
          </a:xfrm>
          <a:prstGeom prst="rect">
            <a:avLst/>
          </a:prstGeom>
        </p:spPr>
        <p:txBody>
          <a:bodyPr vert="horz" lIns="121954" tIns="60977" rIns="121954" bIns="60977" rtlCol="0" anchor="ctr">
            <a:norm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1371600">
              <a:lnSpc>
                <a:spcPct val="90000"/>
              </a:lnSpc>
              <a:spcBef>
                <a:spcPct val="0"/>
              </a:spcBef>
              <a:buClr>
                <a:srgbClr val="000000"/>
              </a:buClr>
              <a:defRPr/>
            </a:pPr>
            <a:r>
              <a:rPr lang="pt-BR" b="1">
                <a:solidFill>
                  <a:prstClr val="white"/>
                </a:solidFill>
                <a:latin typeface="Vivo Type" panose="02000500000000020000" pitchFamily="50" charset="0"/>
                <a:cs typeface="Vivo Type" panose="02000500000000020000" pitchFamily="50" charset="0"/>
                <a:sym typeface="Arial"/>
              </a:rPr>
              <a:t>DETALHAMENTO - PERMISSIONAMENTO</a:t>
            </a:r>
          </a:p>
        </p:txBody>
      </p:sp>
      <p:sp>
        <p:nvSpPr>
          <p:cNvPr id="47" name="Shape 4">
            <a:hlinkClick r:id="rId6" action="ppaction://hlinksldjump"/>
            <a:extLst>
              <a:ext uri="{FF2B5EF4-FFF2-40B4-BE49-F238E27FC236}">
                <a16:creationId xmlns:a16="http://schemas.microsoft.com/office/drawing/2014/main" id="{C2DAAB70-3721-D2C5-8CC5-946D97660C5E}"/>
              </a:ext>
            </a:extLst>
          </p:cNvPr>
          <p:cNvSpPr/>
          <p:nvPr/>
        </p:nvSpPr>
        <p:spPr>
          <a:xfrm>
            <a:off x="9646920" y="736600"/>
            <a:ext cx="1965960" cy="347472"/>
          </a:xfrm>
          <a:prstGeom prst="roundRect">
            <a:avLst>
              <a:gd name="adj" fmla="val 39474"/>
            </a:avLst>
          </a:prstGeom>
          <a:solidFill>
            <a:srgbClr val="26253E"/>
          </a:solidFill>
          <a:ln w="12700">
            <a:solidFill>
              <a:srgbClr val="26253E"/>
            </a:solidFill>
            <a:prstDash val="solid"/>
          </a:ln>
        </p:spPr>
        <p:txBody>
          <a:bodyPr/>
          <a:lstStyle/>
          <a:p>
            <a:pPr algn="ctr"/>
            <a:r>
              <a:rPr lang="pt-BR" sz="1000" b="1">
                <a:solidFill>
                  <a:schemeClr val="bg1"/>
                </a:solidFill>
                <a:latin typeface="Vivo Type" panose="02000500000000020000" pitchFamily="50" charset="0"/>
                <a:cs typeface="Vivo Type" panose="02000500000000020000" pitchFamily="50" charset="0"/>
              </a:rPr>
              <a:t>&lt; VISÃO EXECUTIVA</a:t>
            </a:r>
          </a:p>
        </p:txBody>
      </p:sp>
      <p:sp>
        <p:nvSpPr>
          <p:cNvPr id="48" name="Shape 14">
            <a:extLst>
              <a:ext uri="{FF2B5EF4-FFF2-40B4-BE49-F238E27FC236}">
                <a16:creationId xmlns:a16="http://schemas.microsoft.com/office/drawing/2014/main" id="{32FFBEA5-A5A2-5BDC-6E06-EF788980C36B}"/>
              </a:ext>
            </a:extLst>
          </p:cNvPr>
          <p:cNvSpPr/>
          <p:nvPr/>
        </p:nvSpPr>
        <p:spPr>
          <a:xfrm>
            <a:off x="4069080" y="1378048"/>
            <a:ext cx="7635240" cy="3600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1DFEA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49" name="Text 15">
            <a:extLst>
              <a:ext uri="{FF2B5EF4-FFF2-40B4-BE49-F238E27FC236}">
                <a16:creationId xmlns:a16="http://schemas.microsoft.com/office/drawing/2014/main" id="{D5E5D324-2325-55E7-5E1C-37774B9ED457}"/>
              </a:ext>
            </a:extLst>
          </p:cNvPr>
          <p:cNvSpPr/>
          <p:nvPr/>
        </p:nvSpPr>
        <p:spPr>
          <a:xfrm>
            <a:off x="4233672" y="1716024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pt-BR" sz="1700" b="1" noProof="0">
                <a:solidFill>
                  <a:srgbClr val="27263E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Entregável da frente</a:t>
            </a:r>
            <a:endParaRPr lang="pt-BR" sz="1700" noProof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50" name="Text 16">
            <a:extLst>
              <a:ext uri="{FF2B5EF4-FFF2-40B4-BE49-F238E27FC236}">
                <a16:creationId xmlns:a16="http://schemas.microsoft.com/office/drawing/2014/main" id="{A92D779C-CDD3-ED01-26C0-058E6A8E956F}"/>
              </a:ext>
            </a:extLst>
          </p:cNvPr>
          <p:cNvSpPr/>
          <p:nvPr/>
        </p:nvSpPr>
        <p:spPr>
          <a:xfrm>
            <a:off x="4233672" y="206349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pt-BR" sz="1000" noProof="0">
                <a:solidFill>
                  <a:srgbClr val="777789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O que será disponibilizado ao final do desenvolvimento.</a:t>
            </a:r>
            <a:endParaRPr lang="pt-BR" sz="1000" noProof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51" name="Shape 17">
            <a:extLst>
              <a:ext uri="{FF2B5EF4-FFF2-40B4-BE49-F238E27FC236}">
                <a16:creationId xmlns:a16="http://schemas.microsoft.com/office/drawing/2014/main" id="{94078E15-DD50-CA53-0385-5E6AEC3CF0E3}"/>
              </a:ext>
            </a:extLst>
          </p:cNvPr>
          <p:cNvSpPr/>
          <p:nvPr/>
        </p:nvSpPr>
        <p:spPr>
          <a:xfrm>
            <a:off x="4233672" y="2403856"/>
            <a:ext cx="7296912" cy="2079323"/>
          </a:xfrm>
          <a:prstGeom prst="roundRect">
            <a:avLst>
              <a:gd name="adj" fmla="val 10345"/>
            </a:avLst>
          </a:prstGeom>
          <a:solidFill>
            <a:srgbClr val="F8F3FD"/>
          </a:solidFill>
          <a:ln w="12700">
            <a:solidFill>
              <a:srgbClr val="EDE2FA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52" name="Shape 18">
            <a:extLst>
              <a:ext uri="{FF2B5EF4-FFF2-40B4-BE49-F238E27FC236}">
                <a16:creationId xmlns:a16="http://schemas.microsoft.com/office/drawing/2014/main" id="{689B84B0-C222-85A8-945A-DA2E6240CCFF}"/>
              </a:ext>
            </a:extLst>
          </p:cNvPr>
          <p:cNvSpPr/>
          <p:nvPr/>
        </p:nvSpPr>
        <p:spPr>
          <a:xfrm>
            <a:off x="4489704" y="2449576"/>
            <a:ext cx="438912" cy="438912"/>
          </a:xfrm>
          <a:prstGeom prst="ellipse">
            <a:avLst/>
          </a:prstGeom>
          <a:solidFill>
            <a:srgbClr val="E69536"/>
          </a:solidFill>
          <a:ln w="12700">
            <a:solidFill>
              <a:srgbClr val="E69536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53" name="Text 19">
            <a:extLst>
              <a:ext uri="{FF2B5EF4-FFF2-40B4-BE49-F238E27FC236}">
                <a16:creationId xmlns:a16="http://schemas.microsoft.com/office/drawing/2014/main" id="{311A2A2F-F5F6-286F-25B5-88A6A2A0C747}"/>
              </a:ext>
            </a:extLst>
          </p:cNvPr>
          <p:cNvSpPr/>
          <p:nvPr/>
        </p:nvSpPr>
        <p:spPr>
          <a:xfrm>
            <a:off x="4489704" y="24495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✓</a:t>
            </a:r>
            <a:endParaRPr lang="en-US" sz="14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54" name="Text 20">
            <a:extLst>
              <a:ext uri="{FF2B5EF4-FFF2-40B4-BE49-F238E27FC236}">
                <a16:creationId xmlns:a16="http://schemas.microsoft.com/office/drawing/2014/main" id="{F30F99F9-C025-FF04-2205-60A330F8EC67}"/>
              </a:ext>
            </a:extLst>
          </p:cNvPr>
          <p:cNvSpPr/>
          <p:nvPr/>
        </p:nvSpPr>
        <p:spPr>
          <a:xfrm>
            <a:off x="5102352" y="2484276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pt-BR" sz="1400" b="1" noProof="0">
                <a:solidFill>
                  <a:srgbClr val="27263E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Permissionamento - Entregáveis:</a:t>
            </a:r>
            <a:endParaRPr lang="en-US" sz="14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55" name="Text 21">
            <a:extLst>
              <a:ext uri="{FF2B5EF4-FFF2-40B4-BE49-F238E27FC236}">
                <a16:creationId xmlns:a16="http://schemas.microsoft.com/office/drawing/2014/main" id="{02CA38E4-8044-AEA5-5CC3-5C6C829C9388}"/>
              </a:ext>
            </a:extLst>
          </p:cNvPr>
          <p:cNvSpPr/>
          <p:nvPr/>
        </p:nvSpPr>
        <p:spPr>
          <a:xfrm>
            <a:off x="4901184" y="2804464"/>
            <a:ext cx="6395466" cy="14598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628650" lvl="1" indent="-171450">
              <a:buFont typeface="Wingdings" panose="05000000000000000000" pitchFamily="2" charset="2"/>
              <a:buChar char="q"/>
            </a:pPr>
            <a:r>
              <a:rPr lang="pt-BR" sz="1200">
                <a:solidFill>
                  <a:srgbClr val="777789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Central de permissões </a:t>
            </a:r>
          </a:p>
          <a:p>
            <a:pPr marL="1085850" lvl="2" indent="-171450">
              <a:buFont typeface="Wingdings" panose="05000000000000000000" pitchFamily="2" charset="2"/>
              <a:buChar char="q"/>
            </a:pPr>
            <a:r>
              <a:rPr lang="pt-BR" sz="1200">
                <a:solidFill>
                  <a:srgbClr val="777789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Gestão das permissões de usuários APP</a:t>
            </a:r>
          </a:p>
          <a:p>
            <a:pPr marL="1085850" lvl="2" indent="-171450">
              <a:buFont typeface="Wingdings" panose="05000000000000000000" pitchFamily="2" charset="2"/>
              <a:buChar char="q"/>
            </a:pPr>
            <a:r>
              <a:rPr lang="pt-BR" sz="1200">
                <a:solidFill>
                  <a:srgbClr val="777789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Gestão dos tipos de permissões </a:t>
            </a:r>
          </a:p>
          <a:p>
            <a:pPr marL="628650" lvl="1" indent="-171450">
              <a:buFont typeface="Wingdings" panose="05000000000000000000" pitchFamily="2" charset="2"/>
              <a:buChar char="q"/>
            </a:pPr>
            <a:r>
              <a:rPr lang="pt-BR" sz="1200">
                <a:solidFill>
                  <a:srgbClr val="777789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Relacionamento com produtos (Asset)</a:t>
            </a:r>
          </a:p>
          <a:p>
            <a:pPr marL="1085850" lvl="2" indent="-171450">
              <a:buFont typeface="Wingdings" panose="05000000000000000000" pitchFamily="2" charset="2"/>
              <a:buChar char="q"/>
            </a:pPr>
            <a:r>
              <a:rPr lang="pt-BR" sz="1200">
                <a:solidFill>
                  <a:srgbClr val="777789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Consulta de produtos atualizada do cliente</a:t>
            </a:r>
          </a:p>
          <a:p>
            <a:pPr marL="1085850" lvl="2" indent="-171450">
              <a:buFont typeface="Wingdings" panose="05000000000000000000" pitchFamily="2" charset="2"/>
              <a:buChar char="q"/>
            </a:pPr>
            <a:r>
              <a:rPr lang="pt-BR" sz="1200">
                <a:solidFill>
                  <a:srgbClr val="777789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Vinculo do produto com o usuário</a:t>
            </a:r>
          </a:p>
          <a:p>
            <a:pPr marL="628650" lvl="1" indent="-171450">
              <a:buFont typeface="Wingdings" panose="05000000000000000000" pitchFamily="2" charset="2"/>
              <a:buChar char="q"/>
            </a:pPr>
            <a:r>
              <a:rPr lang="pt-BR" sz="1200">
                <a:solidFill>
                  <a:srgbClr val="777789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Motor para controlar as ações de usuário</a:t>
            </a:r>
          </a:p>
          <a:p>
            <a:pPr marL="1085850" lvl="2" indent="-171450">
              <a:buFont typeface="Wingdings" panose="05000000000000000000" pitchFamily="2" charset="2"/>
              <a:buChar char="q"/>
            </a:pPr>
            <a:r>
              <a:rPr lang="pt-BR" sz="1200">
                <a:solidFill>
                  <a:srgbClr val="777789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APP</a:t>
            </a:r>
          </a:p>
          <a:p>
            <a:pPr marL="1085850" lvl="2" indent="-171450">
              <a:buFont typeface="Wingdings" panose="05000000000000000000" pitchFamily="2" charset="2"/>
              <a:buChar char="q"/>
            </a:pPr>
            <a:r>
              <a:rPr lang="pt-BR" sz="1200">
                <a:solidFill>
                  <a:srgbClr val="777789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Canais de atendimento</a:t>
            </a:r>
          </a:p>
          <a:p>
            <a:pPr marL="628650" lvl="1" indent="-171450">
              <a:buFont typeface="Wingdings" panose="05000000000000000000" pitchFamily="2" charset="2"/>
              <a:buChar char="q"/>
            </a:pPr>
            <a:r>
              <a:rPr lang="pt-BR" sz="1200">
                <a:solidFill>
                  <a:srgbClr val="777789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Criação do conceito de hierarquia familiar</a:t>
            </a:r>
          </a:p>
        </p:txBody>
      </p:sp>
      <p:sp>
        <p:nvSpPr>
          <p:cNvPr id="56" name="Text 46">
            <a:extLst>
              <a:ext uri="{FF2B5EF4-FFF2-40B4-BE49-F238E27FC236}">
                <a16:creationId xmlns:a16="http://schemas.microsoft.com/office/drawing/2014/main" id="{503F1E10-1D61-04B3-761F-AE4360303C68}"/>
              </a:ext>
            </a:extLst>
          </p:cNvPr>
          <p:cNvSpPr/>
          <p:nvPr/>
        </p:nvSpPr>
        <p:spPr>
          <a:xfrm>
            <a:off x="9507220" y="5323702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ABRIR CRONOGRAMA  &gt;</a:t>
            </a:r>
            <a:endParaRPr lang="en-US" sz="9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57" name="Text 37">
            <a:extLst>
              <a:ext uri="{FF2B5EF4-FFF2-40B4-BE49-F238E27FC236}">
                <a16:creationId xmlns:a16="http://schemas.microsoft.com/office/drawing/2014/main" id="{16270BD3-393A-E012-42DB-2D0708C2A27F}"/>
              </a:ext>
            </a:extLst>
          </p:cNvPr>
          <p:cNvSpPr/>
          <p:nvPr/>
        </p:nvSpPr>
        <p:spPr>
          <a:xfrm>
            <a:off x="4233672" y="4507161"/>
            <a:ext cx="6903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pt-BR" sz="900" noProof="0" dirty="0">
                <a:solidFill>
                  <a:srgbClr val="7429C6"/>
                </a:solidFill>
                <a:latin typeface="Vivo Type" panose="02000500000000020000" pitchFamily="50" charset="0"/>
                <a:cs typeface="Vivo Type" panose="02000500000000020000" pitchFamily="50" charset="0"/>
              </a:rPr>
              <a:t>*Após o </a:t>
            </a:r>
            <a:r>
              <a:rPr lang="pt-BR" sz="900" noProof="0">
                <a:solidFill>
                  <a:srgbClr val="7429C6"/>
                </a:solidFill>
                <a:latin typeface="Vivo Type" panose="02000500000000020000" pitchFamily="50" charset="0"/>
                <a:cs typeface="Vivo Type" panose="02000500000000020000" pitchFamily="50" charset="0"/>
              </a:rPr>
              <a:t>discovery</a:t>
            </a:r>
            <a:r>
              <a:rPr lang="pt-BR" sz="900" noProof="0" dirty="0">
                <a:solidFill>
                  <a:srgbClr val="7429C6"/>
                </a:solidFill>
                <a:latin typeface="Vivo Type" panose="02000500000000020000" pitchFamily="50" charset="0"/>
                <a:cs typeface="Vivo Type" panose="02000500000000020000" pitchFamily="50" charset="0"/>
              </a:rPr>
              <a:t> teremos o impacto real.</a:t>
            </a:r>
            <a:endParaRPr lang="pt-BR" sz="900" noProof="0" dirty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58" name="Text 37">
            <a:extLst>
              <a:ext uri="{FF2B5EF4-FFF2-40B4-BE49-F238E27FC236}">
                <a16:creationId xmlns:a16="http://schemas.microsoft.com/office/drawing/2014/main" id="{B21AECE5-D609-45AC-ECD5-575222D7D56F}"/>
              </a:ext>
            </a:extLst>
          </p:cNvPr>
          <p:cNvSpPr/>
          <p:nvPr/>
        </p:nvSpPr>
        <p:spPr>
          <a:xfrm>
            <a:off x="4069080" y="5110411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>
                <a:solidFill>
                  <a:srgbClr val="E69536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RESULTADOS ESPERADOS</a:t>
            </a:r>
            <a:endParaRPr lang="en-US" sz="850">
              <a:solidFill>
                <a:srgbClr val="E69536"/>
              </a:solidFill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59" name="Shape 38">
            <a:extLst>
              <a:ext uri="{FF2B5EF4-FFF2-40B4-BE49-F238E27FC236}">
                <a16:creationId xmlns:a16="http://schemas.microsoft.com/office/drawing/2014/main" id="{EEE99821-81F3-BE27-29C6-0149AEED4511}"/>
              </a:ext>
            </a:extLst>
          </p:cNvPr>
          <p:cNvSpPr/>
          <p:nvPr/>
        </p:nvSpPr>
        <p:spPr>
          <a:xfrm>
            <a:off x="4069080" y="5384731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F8E5F2"/>
          </a:solidFill>
          <a:ln w="12700">
            <a:solidFill>
              <a:srgbClr val="F8E5F2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60" name="Text 39">
            <a:extLst>
              <a:ext uri="{FF2B5EF4-FFF2-40B4-BE49-F238E27FC236}">
                <a16:creationId xmlns:a16="http://schemas.microsoft.com/office/drawing/2014/main" id="{6CD42619-99D1-928B-8BF3-0D3F2F094952}"/>
              </a:ext>
            </a:extLst>
          </p:cNvPr>
          <p:cNvSpPr/>
          <p:nvPr/>
        </p:nvSpPr>
        <p:spPr>
          <a:xfrm>
            <a:off x="4069080" y="5384731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b="1" noProof="0">
                <a:solidFill>
                  <a:srgbClr val="E69536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Visão confiável</a:t>
            </a:r>
            <a:endParaRPr lang="pt-BR" sz="800" noProof="0">
              <a:solidFill>
                <a:srgbClr val="E69536"/>
              </a:solidFill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61" name="Shape 40">
            <a:extLst>
              <a:ext uri="{FF2B5EF4-FFF2-40B4-BE49-F238E27FC236}">
                <a16:creationId xmlns:a16="http://schemas.microsoft.com/office/drawing/2014/main" id="{3E420B37-DDC3-731F-8ED7-2A0DF4D83D48}"/>
              </a:ext>
            </a:extLst>
          </p:cNvPr>
          <p:cNvSpPr/>
          <p:nvPr/>
        </p:nvSpPr>
        <p:spPr>
          <a:xfrm>
            <a:off x="5852160" y="5384731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F8E5F2"/>
          </a:solidFill>
          <a:ln w="12700">
            <a:solidFill>
              <a:srgbClr val="F8E5F2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62" name="Text 41">
            <a:extLst>
              <a:ext uri="{FF2B5EF4-FFF2-40B4-BE49-F238E27FC236}">
                <a16:creationId xmlns:a16="http://schemas.microsoft.com/office/drawing/2014/main" id="{D31F8B19-9C2F-6516-89FF-5F47752A6FF3}"/>
              </a:ext>
            </a:extLst>
          </p:cNvPr>
          <p:cNvSpPr/>
          <p:nvPr/>
        </p:nvSpPr>
        <p:spPr>
          <a:xfrm>
            <a:off x="5852160" y="5384731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b="1" noProof="0">
                <a:solidFill>
                  <a:srgbClr val="E69536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Rastreabilidade</a:t>
            </a:r>
            <a:endParaRPr lang="pt-BR" sz="800" noProof="0">
              <a:solidFill>
                <a:srgbClr val="E69536"/>
              </a:solidFill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63" name="Shape 42">
            <a:extLst>
              <a:ext uri="{FF2B5EF4-FFF2-40B4-BE49-F238E27FC236}">
                <a16:creationId xmlns:a16="http://schemas.microsoft.com/office/drawing/2014/main" id="{C84ACE7C-ABB9-F8D1-C444-1DA08671C7DC}"/>
              </a:ext>
            </a:extLst>
          </p:cNvPr>
          <p:cNvSpPr/>
          <p:nvPr/>
        </p:nvSpPr>
        <p:spPr>
          <a:xfrm>
            <a:off x="7635240" y="5384731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F8E5F2"/>
          </a:solidFill>
          <a:ln w="12700">
            <a:solidFill>
              <a:srgbClr val="F8E5F2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64" name="Text 43">
            <a:extLst>
              <a:ext uri="{FF2B5EF4-FFF2-40B4-BE49-F238E27FC236}">
                <a16:creationId xmlns:a16="http://schemas.microsoft.com/office/drawing/2014/main" id="{4B8B2684-4380-DB33-D602-33ADE31A50C2}"/>
              </a:ext>
            </a:extLst>
          </p:cNvPr>
          <p:cNvSpPr/>
          <p:nvPr/>
        </p:nvSpPr>
        <p:spPr>
          <a:xfrm>
            <a:off x="7635240" y="5384731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b="1" noProof="0">
                <a:solidFill>
                  <a:srgbClr val="E69536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Consumo padronizado</a:t>
            </a:r>
            <a:endParaRPr lang="pt-BR" sz="800" noProof="0">
              <a:solidFill>
                <a:srgbClr val="E69536"/>
              </a:solidFill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66" name="Text 46">
            <a:extLst>
              <a:ext uri="{FF2B5EF4-FFF2-40B4-BE49-F238E27FC236}">
                <a16:creationId xmlns:a16="http://schemas.microsoft.com/office/drawing/2014/main" id="{255588B4-7E49-3D5F-7BAF-16EDE24E24AD}"/>
              </a:ext>
            </a:extLst>
          </p:cNvPr>
          <p:cNvSpPr/>
          <p:nvPr/>
        </p:nvSpPr>
        <p:spPr>
          <a:xfrm>
            <a:off x="9507220" y="5323702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ABRIR CRONOGRAMA  &gt;</a:t>
            </a:r>
            <a:endParaRPr lang="en-US" sz="9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67" name="Shape 45">
            <a:hlinkClick r:id="rId7" action="ppaction://hlinksldjump"/>
            <a:extLst>
              <a:ext uri="{FF2B5EF4-FFF2-40B4-BE49-F238E27FC236}">
                <a16:creationId xmlns:a16="http://schemas.microsoft.com/office/drawing/2014/main" id="{D2E2F17D-A375-F6DD-4D12-DAA29B7A4036}"/>
              </a:ext>
            </a:extLst>
          </p:cNvPr>
          <p:cNvSpPr/>
          <p:nvPr/>
        </p:nvSpPr>
        <p:spPr>
          <a:xfrm>
            <a:off x="9438640" y="5362048"/>
            <a:ext cx="1988820" cy="291600"/>
          </a:xfrm>
          <a:prstGeom prst="roundRect">
            <a:avLst>
              <a:gd name="adj" fmla="val 39535"/>
            </a:avLst>
          </a:prstGeom>
          <a:solidFill>
            <a:srgbClr val="E69536"/>
          </a:solidFill>
          <a:ln w="12700">
            <a:solidFill>
              <a:srgbClr val="E69536"/>
            </a:solidFill>
            <a:prstDash val="solid"/>
          </a:ln>
        </p:spPr>
        <p:txBody>
          <a:bodyPr/>
          <a:lstStyle/>
          <a:p>
            <a:pPr algn="ctr"/>
            <a:r>
              <a:rPr lang="pt-BR" sz="900" b="1">
                <a:solidFill>
                  <a:schemeClr val="bg1"/>
                </a:solidFill>
                <a:latin typeface="Vivo Type" panose="02000500000000020000" pitchFamily="50" charset="0"/>
                <a:cs typeface="Vivo Type" panose="02000500000000020000" pitchFamily="50" charset="0"/>
              </a:rPr>
              <a:t>ABRIR CRONOGRAMA &gt;</a:t>
            </a:r>
          </a:p>
        </p:txBody>
      </p:sp>
      <p:sp>
        <p:nvSpPr>
          <p:cNvPr id="68" name="Shape 45">
            <a:hlinkClick r:id="rId8" action="ppaction://hlinksldjump"/>
            <a:extLst>
              <a:ext uri="{FF2B5EF4-FFF2-40B4-BE49-F238E27FC236}">
                <a16:creationId xmlns:a16="http://schemas.microsoft.com/office/drawing/2014/main" id="{11EDC054-6507-F88D-48DD-AD76E55E1E4A}"/>
              </a:ext>
            </a:extLst>
          </p:cNvPr>
          <p:cNvSpPr/>
          <p:nvPr/>
        </p:nvSpPr>
        <p:spPr>
          <a:xfrm>
            <a:off x="9438640" y="4596942"/>
            <a:ext cx="1988820" cy="291600"/>
          </a:xfrm>
          <a:prstGeom prst="roundRect">
            <a:avLst>
              <a:gd name="adj" fmla="val 39535"/>
            </a:avLst>
          </a:prstGeom>
          <a:solidFill>
            <a:srgbClr val="E69536"/>
          </a:solidFill>
          <a:ln w="12700">
            <a:solidFill>
              <a:srgbClr val="E69536"/>
            </a:solidFill>
            <a:prstDash val="solid"/>
          </a:ln>
        </p:spPr>
        <p:txBody>
          <a:bodyPr/>
          <a:lstStyle/>
          <a:p>
            <a:pPr algn="ctr"/>
            <a:r>
              <a:rPr lang="pt-BR" sz="900" b="1">
                <a:solidFill>
                  <a:schemeClr val="bg1"/>
                </a:solidFill>
                <a:latin typeface="Vivo Type" panose="02000500000000020000" pitchFamily="50" charset="0"/>
                <a:cs typeface="Vivo Type" panose="02000500000000020000" pitchFamily="50" charset="0"/>
              </a:rPr>
              <a:t>CRONOGRAMA DETALHADO &gt;</a:t>
            </a:r>
          </a:p>
        </p:txBody>
      </p:sp>
      <p:sp>
        <p:nvSpPr>
          <p:cNvPr id="69" name="Retângulo 68">
            <a:extLst>
              <a:ext uri="{FF2B5EF4-FFF2-40B4-BE49-F238E27FC236}">
                <a16:creationId xmlns:a16="http://schemas.microsoft.com/office/drawing/2014/main" id="{D08C9C9C-AD99-B088-5C0A-B17F8AAE4130}"/>
              </a:ext>
            </a:extLst>
          </p:cNvPr>
          <p:cNvSpPr/>
          <p:nvPr/>
        </p:nvSpPr>
        <p:spPr>
          <a:xfrm>
            <a:off x="0" y="6512560"/>
            <a:ext cx="7891272" cy="3545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pt-BR" err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BAA1CF1-1B5E-1AED-47C4-B7ED5E25B51E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5727D44-8E95-2D22-810E-0967E763E9F3}"/>
              </a:ext>
            </a:extLst>
          </p:cNvPr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6F2DBD"/>
          </a:solidFill>
          <a:ln w="12700">
            <a:solidFill>
              <a:srgbClr val="6F2DBD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CF84E62-D065-2A3D-08BD-C82FD19C3A79}"/>
              </a:ext>
            </a:extLst>
          </p:cNvPr>
          <p:cNvSpPr/>
          <p:nvPr/>
        </p:nvSpPr>
        <p:spPr>
          <a:xfrm>
            <a:off x="548640" y="6492240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>
                <a:solidFill>
                  <a:srgbClr val="8A8A98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MASTER DE CLIENTES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7" name="Shape 5">
            <a:hlinkClick r:id="rId3" action="ppaction://hlinksldjump"/>
            <a:extLst>
              <a:ext uri="{FF2B5EF4-FFF2-40B4-BE49-F238E27FC236}">
                <a16:creationId xmlns:a16="http://schemas.microsoft.com/office/drawing/2014/main" id="{133E5F4F-C1BE-FBC7-A10D-AE7A6D240EF6}"/>
              </a:ext>
            </a:extLst>
          </p:cNvPr>
          <p:cNvSpPr/>
          <p:nvPr/>
        </p:nvSpPr>
        <p:spPr>
          <a:xfrm>
            <a:off x="9646920" y="815340"/>
            <a:ext cx="1965960" cy="347472"/>
          </a:xfrm>
          <a:prstGeom prst="roundRect">
            <a:avLst>
              <a:gd name="adj" fmla="val 39474"/>
            </a:avLst>
          </a:prstGeom>
          <a:solidFill>
            <a:srgbClr val="24233A"/>
          </a:solidFill>
          <a:ln w="12700">
            <a:solidFill>
              <a:srgbClr val="24233A"/>
            </a:solidFill>
            <a:prstDash val="solid"/>
          </a:ln>
        </p:spPr>
        <p:txBody>
          <a:bodyPr/>
          <a:lstStyle/>
          <a:p>
            <a:pPr algn="ctr"/>
            <a:r>
              <a:rPr lang="pt-BR" sz="900" b="1">
                <a:solidFill>
                  <a:schemeClr val="bg1"/>
                </a:solidFill>
                <a:latin typeface="Vivo Type" panose="02000500000000020000" pitchFamily="50" charset="0"/>
                <a:cs typeface="Vivo Type" panose="02000500000000020000" pitchFamily="50" charset="0"/>
              </a:rPr>
              <a:t>&lt; DETALHAMENTO</a:t>
            </a: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4D4BC9C1-4B2D-5609-B0D0-FCC1A26374BD}"/>
              </a:ext>
            </a:extLst>
          </p:cNvPr>
          <p:cNvSpPr/>
          <p:nvPr/>
        </p:nvSpPr>
        <p:spPr>
          <a:xfrm>
            <a:off x="804672" y="2208928"/>
            <a:ext cx="10698480" cy="9144"/>
          </a:xfrm>
          <a:prstGeom prst="line">
            <a:avLst/>
          </a:prstGeom>
          <a:noFill/>
          <a:ln w="25400">
            <a:solidFill>
              <a:srgbClr val="D5D3DE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E6A8840E-D975-04B9-5D5F-D61BB2588751}"/>
              </a:ext>
            </a:extLst>
          </p:cNvPr>
          <p:cNvSpPr/>
          <p:nvPr/>
        </p:nvSpPr>
        <p:spPr>
          <a:xfrm>
            <a:off x="932688" y="2053480"/>
            <a:ext cx="310896" cy="310896"/>
          </a:xfrm>
          <a:prstGeom prst="ellipse">
            <a:avLst/>
          </a:prstGeom>
          <a:solidFill>
            <a:srgbClr val="E69536"/>
          </a:solidFill>
          <a:ln w="25400">
            <a:solidFill>
              <a:srgbClr val="E69536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324BC5B-F2C8-449F-BEA2-C2D9D045D0E8}"/>
              </a:ext>
            </a:extLst>
          </p:cNvPr>
          <p:cNvSpPr/>
          <p:nvPr/>
        </p:nvSpPr>
        <p:spPr>
          <a:xfrm>
            <a:off x="530352" y="1815736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rgbClr val="E69536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01</a:t>
            </a:r>
            <a:endParaRPr lang="en-US" sz="800">
              <a:solidFill>
                <a:srgbClr val="E69536"/>
              </a:solidFill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C10C935-938B-E285-5459-531D1C8A5AC1}"/>
              </a:ext>
            </a:extLst>
          </p:cNvPr>
          <p:cNvSpPr/>
          <p:nvPr/>
        </p:nvSpPr>
        <p:spPr>
          <a:xfrm>
            <a:off x="530352" y="2464960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Discovery</a:t>
            </a:r>
            <a:endParaRPr lang="en-US" sz="9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4D7C2F63-459B-9556-5583-AE79926807F5}"/>
              </a:ext>
            </a:extLst>
          </p:cNvPr>
          <p:cNvSpPr/>
          <p:nvPr/>
        </p:nvSpPr>
        <p:spPr>
          <a:xfrm>
            <a:off x="530352" y="3105040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noProof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Inicio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01/09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8312B744-CA11-8163-F229-403E40D6760E}"/>
              </a:ext>
            </a:extLst>
          </p:cNvPr>
          <p:cNvSpPr/>
          <p:nvPr/>
        </p:nvSpPr>
        <p:spPr>
          <a:xfrm>
            <a:off x="530352" y="3580528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Fim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30/10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CEBF86B0-8E4D-DC51-1D35-2AF83A1E53D4}"/>
              </a:ext>
            </a:extLst>
          </p:cNvPr>
          <p:cNvSpPr/>
          <p:nvPr/>
        </p:nvSpPr>
        <p:spPr>
          <a:xfrm>
            <a:off x="1677924" y="1815736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chemeClr val="bg1">
                    <a:lumMod val="65000"/>
                  </a:schemeClr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02</a:t>
            </a:r>
            <a:endParaRPr lang="en-US" sz="800">
              <a:solidFill>
                <a:schemeClr val="bg1">
                  <a:lumMod val="65000"/>
                </a:schemeClr>
              </a:solidFill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88ADA00D-0847-38EC-7B89-FBBD3A22CE09}"/>
              </a:ext>
            </a:extLst>
          </p:cNvPr>
          <p:cNvSpPr/>
          <p:nvPr/>
        </p:nvSpPr>
        <p:spPr>
          <a:xfrm>
            <a:off x="1677924" y="2464960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Modelo de dados</a:t>
            </a:r>
            <a:endParaRPr lang="en-US" sz="9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70389FBD-265E-AA9B-76CF-127429EE854F}"/>
              </a:ext>
            </a:extLst>
          </p:cNvPr>
          <p:cNvSpPr/>
          <p:nvPr/>
        </p:nvSpPr>
        <p:spPr>
          <a:xfrm>
            <a:off x="1677924" y="3105040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noProof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Inicio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02/11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996F4E28-65E2-62B0-0E6B-63C06B6EA596}"/>
              </a:ext>
            </a:extLst>
          </p:cNvPr>
          <p:cNvSpPr/>
          <p:nvPr/>
        </p:nvSpPr>
        <p:spPr>
          <a:xfrm>
            <a:off x="1677924" y="3580528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Fim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27/11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A0C29A27-FEE2-4F73-3BCF-436747724476}"/>
              </a:ext>
            </a:extLst>
          </p:cNvPr>
          <p:cNvSpPr/>
          <p:nvPr/>
        </p:nvSpPr>
        <p:spPr>
          <a:xfrm>
            <a:off x="2825496" y="1815736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chemeClr val="bg1">
                    <a:lumMod val="65000"/>
                  </a:schemeClr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03</a:t>
            </a:r>
            <a:endParaRPr lang="en-US" sz="800">
              <a:solidFill>
                <a:schemeClr val="bg1">
                  <a:lumMod val="65000"/>
                </a:schemeClr>
              </a:solidFill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4829A6AE-F69A-E8F8-1DED-545950B6AB81}"/>
              </a:ext>
            </a:extLst>
          </p:cNvPr>
          <p:cNvSpPr/>
          <p:nvPr/>
        </p:nvSpPr>
        <p:spPr>
          <a:xfrm>
            <a:off x="2825496" y="2464960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Requisitos funcionais</a:t>
            </a:r>
            <a:endParaRPr lang="en-US" sz="9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9E6EA0B5-AE18-C12E-EAE0-8FB457D588BC}"/>
              </a:ext>
            </a:extLst>
          </p:cNvPr>
          <p:cNvSpPr/>
          <p:nvPr/>
        </p:nvSpPr>
        <p:spPr>
          <a:xfrm>
            <a:off x="2825496" y="3105040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noProof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Inicio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30/11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50F7BEFA-2862-70E5-1AAE-D6674CDF3E98}"/>
              </a:ext>
            </a:extLst>
          </p:cNvPr>
          <p:cNvSpPr/>
          <p:nvPr/>
        </p:nvSpPr>
        <p:spPr>
          <a:xfrm>
            <a:off x="2825496" y="3580528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Fim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19/02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A50DE4F5-3BF3-6054-6BDD-6208CF0E5EED}"/>
              </a:ext>
            </a:extLst>
          </p:cNvPr>
          <p:cNvSpPr/>
          <p:nvPr/>
        </p:nvSpPr>
        <p:spPr>
          <a:xfrm>
            <a:off x="4375404" y="2053480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7C5D1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78B82F39-B127-A8B9-86F6-3497D0CD689F}"/>
              </a:ext>
            </a:extLst>
          </p:cNvPr>
          <p:cNvSpPr/>
          <p:nvPr/>
        </p:nvSpPr>
        <p:spPr>
          <a:xfrm>
            <a:off x="3973068" y="1815736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rgbClr val="A8A8B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04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4584CF65-7387-20FE-B66E-4C11EC651E92}"/>
              </a:ext>
            </a:extLst>
          </p:cNvPr>
          <p:cNvSpPr/>
          <p:nvPr/>
        </p:nvSpPr>
        <p:spPr>
          <a:xfrm>
            <a:off x="3973068" y="2464960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DAS</a:t>
            </a:r>
            <a:endParaRPr lang="en-US" sz="9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F86718A0-AB21-A4A1-1A4C-D79AE8200BDF}"/>
              </a:ext>
            </a:extLst>
          </p:cNvPr>
          <p:cNvSpPr/>
          <p:nvPr/>
        </p:nvSpPr>
        <p:spPr>
          <a:xfrm>
            <a:off x="3973068" y="3105040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noProof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Inicio</a:t>
            </a:r>
            <a:endParaRPr lang="pt-BR" sz="800" noProof="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22/02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D0038820-507F-D59F-DD0C-ACBB4C9969DA}"/>
              </a:ext>
            </a:extLst>
          </p:cNvPr>
          <p:cNvSpPr/>
          <p:nvPr/>
        </p:nvSpPr>
        <p:spPr>
          <a:xfrm>
            <a:off x="3973068" y="3580528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Fim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05/03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13D14E0D-862C-2C9E-D784-F69124F72B98}"/>
              </a:ext>
            </a:extLst>
          </p:cNvPr>
          <p:cNvSpPr/>
          <p:nvPr/>
        </p:nvSpPr>
        <p:spPr>
          <a:xfrm>
            <a:off x="5522976" y="2053480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7C5D1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62E40C7C-43FD-6F8B-96C1-82C96814D340}"/>
              </a:ext>
            </a:extLst>
          </p:cNvPr>
          <p:cNvSpPr/>
          <p:nvPr/>
        </p:nvSpPr>
        <p:spPr>
          <a:xfrm>
            <a:off x="5120640" y="1815736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rgbClr val="A8A8B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05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90AF2C1F-401A-CDA4-85E7-32DAD4EC0D16}"/>
              </a:ext>
            </a:extLst>
          </p:cNvPr>
          <p:cNvSpPr/>
          <p:nvPr/>
        </p:nvSpPr>
        <p:spPr>
          <a:xfrm>
            <a:off x="5120640" y="2464960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Sprint 0</a:t>
            </a:r>
            <a:endParaRPr lang="en-US" sz="9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6A48E4A9-9C92-6824-75B1-DA0436DF9ABB}"/>
              </a:ext>
            </a:extLst>
          </p:cNvPr>
          <p:cNvSpPr/>
          <p:nvPr/>
        </p:nvSpPr>
        <p:spPr>
          <a:xfrm>
            <a:off x="5120640" y="3105040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noProof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Inicio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08/03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04C686EC-CBF4-6B1C-5736-BB9286851E82}"/>
              </a:ext>
            </a:extLst>
          </p:cNvPr>
          <p:cNvSpPr/>
          <p:nvPr/>
        </p:nvSpPr>
        <p:spPr>
          <a:xfrm>
            <a:off x="5120640" y="3580528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Fim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02/04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E67F2190-B3CD-EFA7-1C1C-84BCD0C0A2A0}"/>
              </a:ext>
            </a:extLst>
          </p:cNvPr>
          <p:cNvSpPr/>
          <p:nvPr/>
        </p:nvSpPr>
        <p:spPr>
          <a:xfrm>
            <a:off x="6670548" y="2053480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7C5D1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0E637586-5C06-7855-AF76-911495A82D9B}"/>
              </a:ext>
            </a:extLst>
          </p:cNvPr>
          <p:cNvSpPr/>
          <p:nvPr/>
        </p:nvSpPr>
        <p:spPr>
          <a:xfrm>
            <a:off x="6268212" y="1815736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rgbClr val="A8A8B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06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DACEE2FA-624E-CD49-FDC8-2A508691F56B}"/>
              </a:ext>
            </a:extLst>
          </p:cNvPr>
          <p:cNvSpPr/>
          <p:nvPr/>
        </p:nvSpPr>
        <p:spPr>
          <a:xfrm>
            <a:off x="6268212" y="2464960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Refinamento tecnico</a:t>
            </a:r>
            <a:endParaRPr lang="en-US" sz="9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BC65E28E-F4DF-AE6C-8EE9-D7AB9E45BD05}"/>
              </a:ext>
            </a:extLst>
          </p:cNvPr>
          <p:cNvSpPr/>
          <p:nvPr/>
        </p:nvSpPr>
        <p:spPr>
          <a:xfrm>
            <a:off x="6268212" y="3105040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noProof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Inicio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05/04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8E83995A-19DF-A637-6FCF-838316E1DDBB}"/>
              </a:ext>
            </a:extLst>
          </p:cNvPr>
          <p:cNvSpPr/>
          <p:nvPr/>
        </p:nvSpPr>
        <p:spPr>
          <a:xfrm>
            <a:off x="6268212" y="3580528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Fim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14/05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98535E2B-26E0-4A1C-D6EF-60E8ADA64B4C}"/>
              </a:ext>
            </a:extLst>
          </p:cNvPr>
          <p:cNvSpPr/>
          <p:nvPr/>
        </p:nvSpPr>
        <p:spPr>
          <a:xfrm>
            <a:off x="7818120" y="2053480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7C5D1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4CA2C182-042D-3A29-6862-03616476E876}"/>
              </a:ext>
            </a:extLst>
          </p:cNvPr>
          <p:cNvSpPr/>
          <p:nvPr/>
        </p:nvSpPr>
        <p:spPr>
          <a:xfrm>
            <a:off x="7415784" y="1815736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rgbClr val="A8A8B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07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5577B688-53F1-3E49-99CB-CFA2BF6A344B}"/>
              </a:ext>
            </a:extLst>
          </p:cNvPr>
          <p:cNvSpPr/>
          <p:nvPr/>
        </p:nvSpPr>
        <p:spPr>
          <a:xfrm>
            <a:off x="7415784" y="2464960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Estimativa</a:t>
            </a:r>
            <a:endParaRPr lang="en-US" sz="9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F0811DBE-5648-F909-6420-1758189455FD}"/>
              </a:ext>
            </a:extLst>
          </p:cNvPr>
          <p:cNvSpPr/>
          <p:nvPr/>
        </p:nvSpPr>
        <p:spPr>
          <a:xfrm>
            <a:off x="7415784" y="3105040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noProof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Inicio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17/05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60" name="Text 58">
            <a:extLst>
              <a:ext uri="{FF2B5EF4-FFF2-40B4-BE49-F238E27FC236}">
                <a16:creationId xmlns:a16="http://schemas.microsoft.com/office/drawing/2014/main" id="{7A55C9BD-1047-901E-5437-C4773F8014C6}"/>
              </a:ext>
            </a:extLst>
          </p:cNvPr>
          <p:cNvSpPr/>
          <p:nvPr/>
        </p:nvSpPr>
        <p:spPr>
          <a:xfrm>
            <a:off x="7415784" y="3580528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Fim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11/06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63" name="Shape 61">
            <a:extLst>
              <a:ext uri="{FF2B5EF4-FFF2-40B4-BE49-F238E27FC236}">
                <a16:creationId xmlns:a16="http://schemas.microsoft.com/office/drawing/2014/main" id="{8320E92C-7696-C5B6-C143-711C6FCF8703}"/>
              </a:ext>
            </a:extLst>
          </p:cNvPr>
          <p:cNvSpPr/>
          <p:nvPr/>
        </p:nvSpPr>
        <p:spPr>
          <a:xfrm>
            <a:off x="8965692" y="2053480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7C5D1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40177A91-DD7C-DF9B-21A9-78DCDD757216}"/>
              </a:ext>
            </a:extLst>
          </p:cNvPr>
          <p:cNvSpPr/>
          <p:nvPr/>
        </p:nvSpPr>
        <p:spPr>
          <a:xfrm>
            <a:off x="8563356" y="1815736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rgbClr val="A8A8B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08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65" name="Text 63">
            <a:extLst>
              <a:ext uri="{FF2B5EF4-FFF2-40B4-BE49-F238E27FC236}">
                <a16:creationId xmlns:a16="http://schemas.microsoft.com/office/drawing/2014/main" id="{BB0B6985-AAA5-3046-D3ED-62049CE965A0}"/>
              </a:ext>
            </a:extLst>
          </p:cNvPr>
          <p:cNvSpPr/>
          <p:nvPr/>
        </p:nvSpPr>
        <p:spPr>
          <a:xfrm>
            <a:off x="8563356" y="2464960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Desenvolvimento</a:t>
            </a:r>
            <a:endParaRPr lang="en-US" sz="9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66" name="Text 64">
            <a:extLst>
              <a:ext uri="{FF2B5EF4-FFF2-40B4-BE49-F238E27FC236}">
                <a16:creationId xmlns:a16="http://schemas.microsoft.com/office/drawing/2014/main" id="{276FC59F-5AA5-45E2-6CA6-CF66B6ED3F09}"/>
              </a:ext>
            </a:extLst>
          </p:cNvPr>
          <p:cNvSpPr/>
          <p:nvPr/>
        </p:nvSpPr>
        <p:spPr>
          <a:xfrm>
            <a:off x="8563356" y="3105040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noProof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Inicio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14/06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67" name="Text 65">
            <a:extLst>
              <a:ext uri="{FF2B5EF4-FFF2-40B4-BE49-F238E27FC236}">
                <a16:creationId xmlns:a16="http://schemas.microsoft.com/office/drawing/2014/main" id="{711005FD-3696-AC43-2B6F-D93B5383D38F}"/>
              </a:ext>
            </a:extLst>
          </p:cNvPr>
          <p:cNvSpPr/>
          <p:nvPr/>
        </p:nvSpPr>
        <p:spPr>
          <a:xfrm>
            <a:off x="8563356" y="3580528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Fim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13/08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70" name="Shape 68">
            <a:extLst>
              <a:ext uri="{FF2B5EF4-FFF2-40B4-BE49-F238E27FC236}">
                <a16:creationId xmlns:a16="http://schemas.microsoft.com/office/drawing/2014/main" id="{3A9ED531-1A21-48BD-8586-06331B48C905}"/>
              </a:ext>
            </a:extLst>
          </p:cNvPr>
          <p:cNvSpPr/>
          <p:nvPr/>
        </p:nvSpPr>
        <p:spPr>
          <a:xfrm>
            <a:off x="10113264" y="2053480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7C5D1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71" name="Text 69">
            <a:extLst>
              <a:ext uri="{FF2B5EF4-FFF2-40B4-BE49-F238E27FC236}">
                <a16:creationId xmlns:a16="http://schemas.microsoft.com/office/drawing/2014/main" id="{C692C76A-E76A-782A-901E-2A2D7442FF78}"/>
              </a:ext>
            </a:extLst>
          </p:cNvPr>
          <p:cNvSpPr/>
          <p:nvPr/>
        </p:nvSpPr>
        <p:spPr>
          <a:xfrm>
            <a:off x="9710928" y="1815736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rgbClr val="A8A8B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09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72" name="Text 70">
            <a:extLst>
              <a:ext uri="{FF2B5EF4-FFF2-40B4-BE49-F238E27FC236}">
                <a16:creationId xmlns:a16="http://schemas.microsoft.com/office/drawing/2014/main" id="{B886F137-CF4B-E31C-3FA3-CAD83E2159AD}"/>
              </a:ext>
            </a:extLst>
          </p:cNvPr>
          <p:cNvSpPr/>
          <p:nvPr/>
        </p:nvSpPr>
        <p:spPr>
          <a:xfrm>
            <a:off x="9710928" y="2464960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QA</a:t>
            </a:r>
            <a:endParaRPr lang="en-US" sz="9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73" name="Text 71">
            <a:extLst>
              <a:ext uri="{FF2B5EF4-FFF2-40B4-BE49-F238E27FC236}">
                <a16:creationId xmlns:a16="http://schemas.microsoft.com/office/drawing/2014/main" id="{E6240514-0786-60C4-A559-5049A2B9575D}"/>
              </a:ext>
            </a:extLst>
          </p:cNvPr>
          <p:cNvSpPr/>
          <p:nvPr/>
        </p:nvSpPr>
        <p:spPr>
          <a:xfrm>
            <a:off x="9710928" y="3105040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noProof="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Inicio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16/08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74" name="Text 72">
            <a:extLst>
              <a:ext uri="{FF2B5EF4-FFF2-40B4-BE49-F238E27FC236}">
                <a16:creationId xmlns:a16="http://schemas.microsoft.com/office/drawing/2014/main" id="{24B3BC2C-D68E-5C7E-A84F-5DCC1EE83D79}"/>
              </a:ext>
            </a:extLst>
          </p:cNvPr>
          <p:cNvSpPr/>
          <p:nvPr/>
        </p:nvSpPr>
        <p:spPr>
          <a:xfrm>
            <a:off x="9710928" y="3580528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Fim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10/09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77" name="Shape 75">
            <a:extLst>
              <a:ext uri="{FF2B5EF4-FFF2-40B4-BE49-F238E27FC236}">
                <a16:creationId xmlns:a16="http://schemas.microsoft.com/office/drawing/2014/main" id="{60C709A1-01E4-AEC2-E755-A1CA9C38B68A}"/>
              </a:ext>
            </a:extLst>
          </p:cNvPr>
          <p:cNvSpPr/>
          <p:nvPr/>
        </p:nvSpPr>
        <p:spPr>
          <a:xfrm>
            <a:off x="11260836" y="2053480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7C5D1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78" name="Text 76">
            <a:extLst>
              <a:ext uri="{FF2B5EF4-FFF2-40B4-BE49-F238E27FC236}">
                <a16:creationId xmlns:a16="http://schemas.microsoft.com/office/drawing/2014/main" id="{607D1D0C-2E08-0CA9-6A31-04F953E68E6C}"/>
              </a:ext>
            </a:extLst>
          </p:cNvPr>
          <p:cNvSpPr/>
          <p:nvPr/>
        </p:nvSpPr>
        <p:spPr>
          <a:xfrm>
            <a:off x="10858500" y="1815736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rgbClr val="A8A8B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10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79" name="Text 77">
            <a:extLst>
              <a:ext uri="{FF2B5EF4-FFF2-40B4-BE49-F238E27FC236}">
                <a16:creationId xmlns:a16="http://schemas.microsoft.com/office/drawing/2014/main" id="{0F8F3D37-BAC3-2214-3980-F552A7A6FD3C}"/>
              </a:ext>
            </a:extLst>
          </p:cNvPr>
          <p:cNvSpPr/>
          <p:nvPr/>
        </p:nvSpPr>
        <p:spPr>
          <a:xfrm>
            <a:off x="10858500" y="2464960"/>
            <a:ext cx="1115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Prod</a:t>
            </a:r>
            <a:endParaRPr lang="en-US" sz="9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80" name="Text 78">
            <a:extLst>
              <a:ext uri="{FF2B5EF4-FFF2-40B4-BE49-F238E27FC236}">
                <a16:creationId xmlns:a16="http://schemas.microsoft.com/office/drawing/2014/main" id="{D9D5C56C-4F5C-7E97-9C7E-3187111B63C3}"/>
              </a:ext>
            </a:extLst>
          </p:cNvPr>
          <p:cNvSpPr/>
          <p:nvPr/>
        </p:nvSpPr>
        <p:spPr>
          <a:xfrm>
            <a:off x="10858500" y="3105040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Fim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en-US" sz="800">
                <a:solidFill>
                  <a:srgbClr val="6F708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Set/27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84" name="Shape 82">
            <a:extLst>
              <a:ext uri="{FF2B5EF4-FFF2-40B4-BE49-F238E27FC236}">
                <a16:creationId xmlns:a16="http://schemas.microsoft.com/office/drawing/2014/main" id="{31A92AF6-8B27-B3A1-6F78-BBCBD72D118C}"/>
              </a:ext>
            </a:extLst>
          </p:cNvPr>
          <p:cNvSpPr/>
          <p:nvPr/>
        </p:nvSpPr>
        <p:spPr>
          <a:xfrm>
            <a:off x="594360" y="4833256"/>
            <a:ext cx="338328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E4E2EC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85" name="Text 83">
            <a:extLst>
              <a:ext uri="{FF2B5EF4-FFF2-40B4-BE49-F238E27FC236}">
                <a16:creationId xmlns:a16="http://schemas.microsoft.com/office/drawing/2014/main" id="{CCD51C3D-BB5E-5881-9A76-1DBE1A98BEC2}"/>
              </a:ext>
            </a:extLst>
          </p:cNvPr>
          <p:cNvSpPr/>
          <p:nvPr/>
        </p:nvSpPr>
        <p:spPr>
          <a:xfrm>
            <a:off x="758952" y="495212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>
                <a:solidFill>
                  <a:srgbClr val="E69536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MARCO ATUAL</a:t>
            </a:r>
            <a:endParaRPr lang="en-US" sz="850">
              <a:solidFill>
                <a:srgbClr val="E69536"/>
              </a:solidFill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86" name="Text 84">
            <a:extLst>
              <a:ext uri="{FF2B5EF4-FFF2-40B4-BE49-F238E27FC236}">
                <a16:creationId xmlns:a16="http://schemas.microsoft.com/office/drawing/2014/main" id="{1C562187-9722-5A0C-DA74-480FF5E389F9}"/>
              </a:ext>
            </a:extLst>
          </p:cNvPr>
          <p:cNvSpPr/>
          <p:nvPr/>
        </p:nvSpPr>
        <p:spPr>
          <a:xfrm>
            <a:off x="758952" y="51715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Discovery / planejamento inicial</a:t>
            </a:r>
            <a:endParaRPr lang="en-US" sz="95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87" name="Shape 85">
            <a:extLst>
              <a:ext uri="{FF2B5EF4-FFF2-40B4-BE49-F238E27FC236}">
                <a16:creationId xmlns:a16="http://schemas.microsoft.com/office/drawing/2014/main" id="{80BC2633-0A31-DDA2-4BD4-71DB566DACF4}"/>
              </a:ext>
            </a:extLst>
          </p:cNvPr>
          <p:cNvSpPr/>
          <p:nvPr/>
        </p:nvSpPr>
        <p:spPr>
          <a:xfrm>
            <a:off x="4434840" y="4833256"/>
            <a:ext cx="338328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E4E2EC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88" name="Text 86">
            <a:extLst>
              <a:ext uri="{FF2B5EF4-FFF2-40B4-BE49-F238E27FC236}">
                <a16:creationId xmlns:a16="http://schemas.microsoft.com/office/drawing/2014/main" id="{38D9BA63-AE29-1A1D-8BC1-588219E456A8}"/>
              </a:ext>
            </a:extLst>
          </p:cNvPr>
          <p:cNvSpPr/>
          <p:nvPr/>
        </p:nvSpPr>
        <p:spPr>
          <a:xfrm>
            <a:off x="4599432" y="495212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>
                <a:solidFill>
                  <a:srgbClr val="E69536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PROXIMO PASSO</a:t>
            </a:r>
            <a:endParaRPr lang="en-US" sz="850">
              <a:solidFill>
                <a:srgbClr val="E69536"/>
              </a:solidFill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89" name="Text 87">
            <a:extLst>
              <a:ext uri="{FF2B5EF4-FFF2-40B4-BE49-F238E27FC236}">
                <a16:creationId xmlns:a16="http://schemas.microsoft.com/office/drawing/2014/main" id="{1BDB9A46-89E6-F384-637F-83626D759A58}"/>
              </a:ext>
            </a:extLst>
          </p:cNvPr>
          <p:cNvSpPr/>
          <p:nvPr/>
        </p:nvSpPr>
        <p:spPr>
          <a:xfrm>
            <a:off x="4599432" y="51715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Definir datas e responsaveis</a:t>
            </a:r>
            <a:endParaRPr lang="en-US" sz="95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90" name="Shape 88">
            <a:extLst>
              <a:ext uri="{FF2B5EF4-FFF2-40B4-BE49-F238E27FC236}">
                <a16:creationId xmlns:a16="http://schemas.microsoft.com/office/drawing/2014/main" id="{0250D68C-8448-B31B-AA5D-6418951A19E5}"/>
              </a:ext>
            </a:extLst>
          </p:cNvPr>
          <p:cNvSpPr/>
          <p:nvPr/>
        </p:nvSpPr>
        <p:spPr>
          <a:xfrm>
            <a:off x="8275320" y="4833256"/>
            <a:ext cx="338328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E4E2EC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91" name="Text 89">
            <a:extLst>
              <a:ext uri="{FF2B5EF4-FFF2-40B4-BE49-F238E27FC236}">
                <a16:creationId xmlns:a16="http://schemas.microsoft.com/office/drawing/2014/main" id="{B041C756-5E0D-0FBC-94D6-9BCB9FB49BD8}"/>
              </a:ext>
            </a:extLst>
          </p:cNvPr>
          <p:cNvSpPr/>
          <p:nvPr/>
        </p:nvSpPr>
        <p:spPr>
          <a:xfrm>
            <a:off x="8439912" y="495212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>
                <a:solidFill>
                  <a:srgbClr val="E69536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DEPENDENCIAS</a:t>
            </a:r>
            <a:endParaRPr lang="en-US" sz="850">
              <a:solidFill>
                <a:srgbClr val="E69536"/>
              </a:solidFill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92" name="Text 90">
            <a:extLst>
              <a:ext uri="{FF2B5EF4-FFF2-40B4-BE49-F238E27FC236}">
                <a16:creationId xmlns:a16="http://schemas.microsoft.com/office/drawing/2014/main" id="{88261C6C-2CBC-4744-BBBA-1628DB3EC186}"/>
              </a:ext>
            </a:extLst>
          </p:cNvPr>
          <p:cNvSpPr/>
          <p:nvPr/>
        </p:nvSpPr>
        <p:spPr>
          <a:xfrm>
            <a:off x="8439912" y="51715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>
                <a:solidFill>
                  <a:srgbClr val="24233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Times e insumos a confirmar</a:t>
            </a:r>
            <a:endParaRPr lang="en-US" sz="95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97" name="Shape 0">
            <a:extLst>
              <a:ext uri="{FF2B5EF4-FFF2-40B4-BE49-F238E27FC236}">
                <a16:creationId xmlns:a16="http://schemas.microsoft.com/office/drawing/2014/main" id="{6F64280E-3A32-694E-336B-0FB1CE9AF582}"/>
              </a:ext>
            </a:extLst>
          </p:cNvPr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6F2DBD"/>
          </a:solidFill>
          <a:ln w="12700">
            <a:solidFill>
              <a:srgbClr val="6F2DBD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98" name="Retângulo 97">
            <a:extLst>
              <a:ext uri="{FF2B5EF4-FFF2-40B4-BE49-F238E27FC236}">
                <a16:creationId xmlns:a16="http://schemas.microsoft.com/office/drawing/2014/main" id="{E2AA8F93-EF64-574F-7A62-FF4D8E00F96A}"/>
              </a:ext>
            </a:extLst>
          </p:cNvPr>
          <p:cNvSpPr/>
          <p:nvPr/>
        </p:nvSpPr>
        <p:spPr>
          <a:xfrm>
            <a:off x="0" y="-2722"/>
            <a:ext cx="12192000" cy="433926"/>
          </a:xfrm>
          <a:prstGeom prst="rect">
            <a:avLst/>
          </a:prstGeom>
          <a:gradFill>
            <a:gsLst>
              <a:gs pos="0">
                <a:srgbClr val="5D007B">
                  <a:alpha val="100000"/>
                </a:srgbClr>
              </a:gs>
              <a:gs pos="100000">
                <a:srgbClr val="380054">
                  <a:alpha val="10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ivo Type" panose="02000500000000020000" pitchFamily="50" charset="0"/>
              <a:cs typeface="Vivo Type" panose="02000500000000020000" pitchFamily="50" charset="0"/>
              <a:sym typeface="Arial"/>
            </a:endParaRPr>
          </a:p>
        </p:txBody>
      </p:sp>
      <p:sp>
        <p:nvSpPr>
          <p:cNvPr id="99" name="Google Shape;351;p52">
            <a:extLst>
              <a:ext uri="{FF2B5EF4-FFF2-40B4-BE49-F238E27FC236}">
                <a16:creationId xmlns:a16="http://schemas.microsoft.com/office/drawing/2014/main" id="{29658F8D-6DA1-3041-9757-2956B2F9903F}"/>
              </a:ext>
            </a:extLst>
          </p:cNvPr>
          <p:cNvSpPr/>
          <p:nvPr/>
        </p:nvSpPr>
        <p:spPr>
          <a:xfrm>
            <a:off x="-1" y="-58731"/>
            <a:ext cx="8357420" cy="521906"/>
          </a:xfrm>
          <a:prstGeom prst="rect">
            <a:avLst/>
          </a:prstGeom>
        </p:spPr>
        <p:txBody>
          <a:bodyPr vert="horz" lIns="121954" tIns="60977" rIns="121954" bIns="60977" rtlCol="0" anchor="ctr">
            <a:norm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1371600">
              <a:lnSpc>
                <a:spcPct val="90000"/>
              </a:lnSpc>
              <a:spcBef>
                <a:spcPct val="0"/>
              </a:spcBef>
              <a:buClr>
                <a:srgbClr val="000000"/>
              </a:buClr>
              <a:defRPr/>
            </a:pPr>
            <a:r>
              <a:rPr lang="pt-BR" b="1">
                <a:solidFill>
                  <a:prstClr val="white"/>
                </a:solidFill>
                <a:latin typeface="Vivo Type" panose="02000500000000020000" pitchFamily="50" charset="0"/>
                <a:cs typeface="Vivo Type" panose="02000500000000020000" pitchFamily="50" charset="0"/>
                <a:sym typeface="Arial"/>
              </a:rPr>
              <a:t>CRONOGRAMA DETALHADO – PERMISSIONAMENTO</a:t>
            </a:r>
          </a:p>
        </p:txBody>
      </p:sp>
      <p:pic>
        <p:nvPicPr>
          <p:cNvPr id="100" name="Imagem 99">
            <a:hlinkClick r:id="rId4" action="ppaction://hlinksldjump"/>
            <a:extLst>
              <a:ext uri="{FF2B5EF4-FFF2-40B4-BE49-F238E27FC236}">
                <a16:creationId xmlns:a16="http://schemas.microsoft.com/office/drawing/2014/main" id="{8F2A12D3-D8DC-12E1-954C-719898D19A32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grayscl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379281" y="84440"/>
            <a:ext cx="529053" cy="232607"/>
          </a:xfrm>
          <a:prstGeom prst="rect">
            <a:avLst/>
          </a:prstGeom>
        </p:spPr>
      </p:pic>
      <p:sp>
        <p:nvSpPr>
          <p:cNvPr id="3" name="Shape 33">
            <a:extLst>
              <a:ext uri="{FF2B5EF4-FFF2-40B4-BE49-F238E27FC236}">
                <a16:creationId xmlns:a16="http://schemas.microsoft.com/office/drawing/2014/main" id="{2A3DBC79-B6FF-245B-14C1-8AB8C146136D}"/>
              </a:ext>
            </a:extLst>
          </p:cNvPr>
          <p:cNvSpPr/>
          <p:nvPr/>
        </p:nvSpPr>
        <p:spPr>
          <a:xfrm>
            <a:off x="2080260" y="2053480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7C5D1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4" name="Shape 33">
            <a:extLst>
              <a:ext uri="{FF2B5EF4-FFF2-40B4-BE49-F238E27FC236}">
                <a16:creationId xmlns:a16="http://schemas.microsoft.com/office/drawing/2014/main" id="{7940E921-E94F-3DF6-89BB-C344E8E369A9}"/>
              </a:ext>
            </a:extLst>
          </p:cNvPr>
          <p:cNvSpPr/>
          <p:nvPr/>
        </p:nvSpPr>
        <p:spPr>
          <a:xfrm>
            <a:off x="3227832" y="2053480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7C5D1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5" name="Shape 24">
            <a:extLst>
              <a:ext uri="{FF2B5EF4-FFF2-40B4-BE49-F238E27FC236}">
                <a16:creationId xmlns:a16="http://schemas.microsoft.com/office/drawing/2014/main" id="{C6BC1F4B-5221-CD85-A9D5-05F7A6B887B4}"/>
              </a:ext>
            </a:extLst>
          </p:cNvPr>
          <p:cNvSpPr/>
          <p:nvPr/>
        </p:nvSpPr>
        <p:spPr>
          <a:xfrm>
            <a:off x="1796796" y="4159504"/>
            <a:ext cx="877824" cy="274320"/>
          </a:xfrm>
          <a:prstGeom prst="roundRect">
            <a:avLst>
              <a:gd name="adj" fmla="val 50000"/>
            </a:avLst>
          </a:prstGeom>
          <a:solidFill>
            <a:srgbClr val="F0EFF4"/>
          </a:solidFill>
          <a:ln w="12700">
            <a:solidFill>
              <a:srgbClr val="F0EFF4"/>
            </a:solidFill>
            <a:prstDash val="solid"/>
          </a:ln>
        </p:spPr>
        <p:txBody>
          <a:bodyPr/>
          <a:lstStyle/>
          <a:p>
            <a:endParaRPr lang="pt-BR">
              <a:solidFill>
                <a:srgbClr val="E69536"/>
              </a:solidFill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8" name="Text 25">
            <a:extLst>
              <a:ext uri="{FF2B5EF4-FFF2-40B4-BE49-F238E27FC236}">
                <a16:creationId xmlns:a16="http://schemas.microsoft.com/office/drawing/2014/main" id="{4B2ED26F-EC04-60E0-CEED-467D4B2D38D7}"/>
              </a:ext>
            </a:extLst>
          </p:cNvPr>
          <p:cNvSpPr/>
          <p:nvPr/>
        </p:nvSpPr>
        <p:spPr>
          <a:xfrm>
            <a:off x="1796796" y="4159504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b="1" noProof="0">
                <a:solidFill>
                  <a:schemeClr val="bg1">
                    <a:lumMod val="65000"/>
                  </a:schemeClr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A INICIAR</a:t>
            </a:r>
            <a:endParaRPr lang="pt-BR" sz="800" noProof="0">
              <a:solidFill>
                <a:schemeClr val="bg1">
                  <a:lumMod val="65000"/>
                </a:schemeClr>
              </a:solidFill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9" name="Shape 31">
            <a:extLst>
              <a:ext uri="{FF2B5EF4-FFF2-40B4-BE49-F238E27FC236}">
                <a16:creationId xmlns:a16="http://schemas.microsoft.com/office/drawing/2014/main" id="{C6A60905-034F-97DE-949A-C2873E2310EA}"/>
              </a:ext>
            </a:extLst>
          </p:cNvPr>
          <p:cNvSpPr/>
          <p:nvPr/>
        </p:nvSpPr>
        <p:spPr>
          <a:xfrm>
            <a:off x="2944368" y="4159504"/>
            <a:ext cx="877824" cy="274320"/>
          </a:xfrm>
          <a:prstGeom prst="roundRect">
            <a:avLst>
              <a:gd name="adj" fmla="val 50000"/>
            </a:avLst>
          </a:prstGeom>
          <a:solidFill>
            <a:srgbClr val="F0EFF4"/>
          </a:solidFill>
          <a:ln w="12700">
            <a:solidFill>
              <a:srgbClr val="F0EFF4"/>
            </a:solidFill>
            <a:prstDash val="solid"/>
          </a:ln>
        </p:spPr>
        <p:txBody>
          <a:bodyPr/>
          <a:lstStyle/>
          <a:p>
            <a:endParaRPr lang="pt-BR">
              <a:solidFill>
                <a:schemeClr val="bg1">
                  <a:lumMod val="65000"/>
                </a:schemeClr>
              </a:solidFill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0" name="Text 32">
            <a:extLst>
              <a:ext uri="{FF2B5EF4-FFF2-40B4-BE49-F238E27FC236}">
                <a16:creationId xmlns:a16="http://schemas.microsoft.com/office/drawing/2014/main" id="{E73D4971-1E68-16C3-EA8C-FE11326CD722}"/>
              </a:ext>
            </a:extLst>
          </p:cNvPr>
          <p:cNvSpPr/>
          <p:nvPr/>
        </p:nvSpPr>
        <p:spPr>
          <a:xfrm>
            <a:off x="2944368" y="4159504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b="1" noProof="0">
                <a:solidFill>
                  <a:schemeClr val="bg1">
                    <a:lumMod val="65000"/>
                  </a:schemeClr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A INICIAR</a:t>
            </a:r>
            <a:endParaRPr lang="pt-BR" sz="800" noProof="0">
              <a:solidFill>
                <a:schemeClr val="bg1">
                  <a:lumMod val="65000"/>
                </a:schemeClr>
              </a:solidFill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1" name="Shape 38">
            <a:extLst>
              <a:ext uri="{FF2B5EF4-FFF2-40B4-BE49-F238E27FC236}">
                <a16:creationId xmlns:a16="http://schemas.microsoft.com/office/drawing/2014/main" id="{14A73FBA-CD45-0A5A-AFE2-E8DA365803B6}"/>
              </a:ext>
            </a:extLst>
          </p:cNvPr>
          <p:cNvSpPr/>
          <p:nvPr/>
        </p:nvSpPr>
        <p:spPr>
          <a:xfrm>
            <a:off x="4091940" y="4159504"/>
            <a:ext cx="877824" cy="274320"/>
          </a:xfrm>
          <a:prstGeom prst="roundRect">
            <a:avLst>
              <a:gd name="adj" fmla="val 50000"/>
            </a:avLst>
          </a:prstGeom>
          <a:solidFill>
            <a:srgbClr val="F0EFF4"/>
          </a:solidFill>
          <a:ln w="12700">
            <a:solidFill>
              <a:srgbClr val="F0EFF4"/>
            </a:solidFill>
            <a:prstDash val="solid"/>
          </a:ln>
        </p:spPr>
        <p:txBody>
          <a:bodyPr/>
          <a:lstStyle/>
          <a:p>
            <a:endParaRPr lang="pt-BR">
              <a:solidFill>
                <a:schemeClr val="bg1">
                  <a:lumMod val="65000"/>
                </a:schemeClr>
              </a:solidFill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2" name="Text 39">
            <a:extLst>
              <a:ext uri="{FF2B5EF4-FFF2-40B4-BE49-F238E27FC236}">
                <a16:creationId xmlns:a16="http://schemas.microsoft.com/office/drawing/2014/main" id="{5628F673-8B73-1D6A-92C9-F2239A9E692A}"/>
              </a:ext>
            </a:extLst>
          </p:cNvPr>
          <p:cNvSpPr/>
          <p:nvPr/>
        </p:nvSpPr>
        <p:spPr>
          <a:xfrm>
            <a:off x="4091940" y="4159504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b="1" noProof="0">
                <a:solidFill>
                  <a:schemeClr val="bg1">
                    <a:lumMod val="65000"/>
                  </a:schemeClr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A INICIAR</a:t>
            </a:r>
            <a:endParaRPr lang="pt-BR" sz="800" noProof="0">
              <a:solidFill>
                <a:schemeClr val="bg1">
                  <a:lumMod val="65000"/>
                </a:schemeClr>
              </a:solidFill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93" name="Shape 45">
            <a:extLst>
              <a:ext uri="{FF2B5EF4-FFF2-40B4-BE49-F238E27FC236}">
                <a16:creationId xmlns:a16="http://schemas.microsoft.com/office/drawing/2014/main" id="{6D714DDA-31BF-9CCE-8F66-62701020F19C}"/>
              </a:ext>
            </a:extLst>
          </p:cNvPr>
          <p:cNvSpPr/>
          <p:nvPr/>
        </p:nvSpPr>
        <p:spPr>
          <a:xfrm>
            <a:off x="5239512" y="4159504"/>
            <a:ext cx="877824" cy="274320"/>
          </a:xfrm>
          <a:prstGeom prst="roundRect">
            <a:avLst>
              <a:gd name="adj" fmla="val 50000"/>
            </a:avLst>
          </a:prstGeom>
          <a:solidFill>
            <a:srgbClr val="F0EFF4"/>
          </a:solidFill>
          <a:ln w="12700">
            <a:solidFill>
              <a:srgbClr val="F0EFF4"/>
            </a:solidFill>
            <a:prstDash val="solid"/>
          </a:ln>
        </p:spPr>
        <p:txBody>
          <a:bodyPr/>
          <a:lstStyle/>
          <a:p>
            <a:endParaRPr lang="pt-BR">
              <a:solidFill>
                <a:schemeClr val="bg1">
                  <a:lumMod val="65000"/>
                </a:schemeClr>
              </a:solidFill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94" name="Text 46">
            <a:extLst>
              <a:ext uri="{FF2B5EF4-FFF2-40B4-BE49-F238E27FC236}">
                <a16:creationId xmlns:a16="http://schemas.microsoft.com/office/drawing/2014/main" id="{7D7DB6A2-08D0-5F49-4BA9-02FE1BF98A68}"/>
              </a:ext>
            </a:extLst>
          </p:cNvPr>
          <p:cNvSpPr/>
          <p:nvPr/>
        </p:nvSpPr>
        <p:spPr>
          <a:xfrm>
            <a:off x="5239512" y="4159504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b="1" noProof="0">
                <a:solidFill>
                  <a:schemeClr val="bg1">
                    <a:lumMod val="65000"/>
                  </a:schemeClr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A INICIAR</a:t>
            </a:r>
            <a:endParaRPr lang="pt-BR" sz="800" noProof="0">
              <a:solidFill>
                <a:schemeClr val="bg1">
                  <a:lumMod val="65000"/>
                </a:schemeClr>
              </a:solidFill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95" name="Shape 52">
            <a:extLst>
              <a:ext uri="{FF2B5EF4-FFF2-40B4-BE49-F238E27FC236}">
                <a16:creationId xmlns:a16="http://schemas.microsoft.com/office/drawing/2014/main" id="{E00DDE32-3524-8B49-FAB7-A27604918891}"/>
              </a:ext>
            </a:extLst>
          </p:cNvPr>
          <p:cNvSpPr/>
          <p:nvPr/>
        </p:nvSpPr>
        <p:spPr>
          <a:xfrm>
            <a:off x="6387084" y="4159504"/>
            <a:ext cx="877824" cy="274320"/>
          </a:xfrm>
          <a:prstGeom prst="roundRect">
            <a:avLst>
              <a:gd name="adj" fmla="val 50000"/>
            </a:avLst>
          </a:prstGeom>
          <a:solidFill>
            <a:srgbClr val="F0EFF4"/>
          </a:solidFill>
          <a:ln w="12700">
            <a:solidFill>
              <a:srgbClr val="F0EFF4"/>
            </a:solidFill>
            <a:prstDash val="solid"/>
          </a:ln>
        </p:spPr>
        <p:txBody>
          <a:bodyPr/>
          <a:lstStyle/>
          <a:p>
            <a:endParaRPr lang="pt-BR">
              <a:solidFill>
                <a:schemeClr val="bg1">
                  <a:lumMod val="65000"/>
                </a:schemeClr>
              </a:solidFill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96" name="Text 53">
            <a:extLst>
              <a:ext uri="{FF2B5EF4-FFF2-40B4-BE49-F238E27FC236}">
                <a16:creationId xmlns:a16="http://schemas.microsoft.com/office/drawing/2014/main" id="{62D0268A-BDC1-28C0-2DF3-01E960B54A63}"/>
              </a:ext>
            </a:extLst>
          </p:cNvPr>
          <p:cNvSpPr/>
          <p:nvPr/>
        </p:nvSpPr>
        <p:spPr>
          <a:xfrm>
            <a:off x="6387084" y="4159504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b="1" noProof="0">
                <a:solidFill>
                  <a:schemeClr val="bg1">
                    <a:lumMod val="65000"/>
                  </a:schemeClr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A INICIAR</a:t>
            </a:r>
            <a:endParaRPr lang="pt-BR" sz="800" noProof="0">
              <a:solidFill>
                <a:schemeClr val="bg1">
                  <a:lumMod val="65000"/>
                </a:schemeClr>
              </a:solidFill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01" name="Shape 59">
            <a:extLst>
              <a:ext uri="{FF2B5EF4-FFF2-40B4-BE49-F238E27FC236}">
                <a16:creationId xmlns:a16="http://schemas.microsoft.com/office/drawing/2014/main" id="{5250CF17-3DF5-4C39-F02E-01A18418CA0E}"/>
              </a:ext>
            </a:extLst>
          </p:cNvPr>
          <p:cNvSpPr/>
          <p:nvPr/>
        </p:nvSpPr>
        <p:spPr>
          <a:xfrm>
            <a:off x="7534656" y="4159504"/>
            <a:ext cx="877824" cy="274320"/>
          </a:xfrm>
          <a:prstGeom prst="roundRect">
            <a:avLst>
              <a:gd name="adj" fmla="val 50000"/>
            </a:avLst>
          </a:prstGeom>
          <a:solidFill>
            <a:srgbClr val="F0EFF4"/>
          </a:solidFill>
          <a:ln w="12700">
            <a:solidFill>
              <a:srgbClr val="F0EFF4"/>
            </a:solidFill>
            <a:prstDash val="solid"/>
          </a:ln>
        </p:spPr>
        <p:txBody>
          <a:bodyPr/>
          <a:lstStyle/>
          <a:p>
            <a:endParaRPr lang="pt-BR">
              <a:solidFill>
                <a:schemeClr val="bg1">
                  <a:lumMod val="65000"/>
                </a:schemeClr>
              </a:solidFill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02" name="Text 60">
            <a:extLst>
              <a:ext uri="{FF2B5EF4-FFF2-40B4-BE49-F238E27FC236}">
                <a16:creationId xmlns:a16="http://schemas.microsoft.com/office/drawing/2014/main" id="{2B8A6860-AAA8-7A60-83EA-9CC68E93B419}"/>
              </a:ext>
            </a:extLst>
          </p:cNvPr>
          <p:cNvSpPr/>
          <p:nvPr/>
        </p:nvSpPr>
        <p:spPr>
          <a:xfrm>
            <a:off x="7534656" y="4159504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b="1" noProof="0">
                <a:solidFill>
                  <a:schemeClr val="bg1">
                    <a:lumMod val="65000"/>
                  </a:schemeClr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A INICIAR</a:t>
            </a:r>
            <a:endParaRPr lang="pt-BR" sz="800" noProof="0">
              <a:solidFill>
                <a:schemeClr val="bg1">
                  <a:lumMod val="65000"/>
                </a:schemeClr>
              </a:solidFill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03" name="Shape 66">
            <a:extLst>
              <a:ext uri="{FF2B5EF4-FFF2-40B4-BE49-F238E27FC236}">
                <a16:creationId xmlns:a16="http://schemas.microsoft.com/office/drawing/2014/main" id="{54607BA6-2A18-FBCD-2A11-0EF9FFB28F9B}"/>
              </a:ext>
            </a:extLst>
          </p:cNvPr>
          <p:cNvSpPr/>
          <p:nvPr/>
        </p:nvSpPr>
        <p:spPr>
          <a:xfrm>
            <a:off x="8682228" y="4159504"/>
            <a:ext cx="877824" cy="274320"/>
          </a:xfrm>
          <a:prstGeom prst="roundRect">
            <a:avLst>
              <a:gd name="adj" fmla="val 50000"/>
            </a:avLst>
          </a:prstGeom>
          <a:solidFill>
            <a:srgbClr val="F0EFF4"/>
          </a:solidFill>
          <a:ln w="12700">
            <a:solidFill>
              <a:srgbClr val="F0EFF4"/>
            </a:solidFill>
            <a:prstDash val="solid"/>
          </a:ln>
        </p:spPr>
        <p:txBody>
          <a:bodyPr/>
          <a:lstStyle/>
          <a:p>
            <a:endParaRPr lang="pt-BR">
              <a:solidFill>
                <a:schemeClr val="bg1">
                  <a:lumMod val="65000"/>
                </a:schemeClr>
              </a:solidFill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04" name="Text 67">
            <a:extLst>
              <a:ext uri="{FF2B5EF4-FFF2-40B4-BE49-F238E27FC236}">
                <a16:creationId xmlns:a16="http://schemas.microsoft.com/office/drawing/2014/main" id="{5E0E453E-9A0A-1A83-839F-4981AB94A947}"/>
              </a:ext>
            </a:extLst>
          </p:cNvPr>
          <p:cNvSpPr/>
          <p:nvPr/>
        </p:nvSpPr>
        <p:spPr>
          <a:xfrm>
            <a:off x="8682228" y="4159504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b="1" noProof="0">
                <a:solidFill>
                  <a:schemeClr val="bg1">
                    <a:lumMod val="65000"/>
                  </a:schemeClr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A INICIAR</a:t>
            </a:r>
            <a:endParaRPr lang="pt-BR" sz="800" noProof="0">
              <a:solidFill>
                <a:schemeClr val="bg1">
                  <a:lumMod val="65000"/>
                </a:schemeClr>
              </a:solidFill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05" name="Shape 73">
            <a:extLst>
              <a:ext uri="{FF2B5EF4-FFF2-40B4-BE49-F238E27FC236}">
                <a16:creationId xmlns:a16="http://schemas.microsoft.com/office/drawing/2014/main" id="{7F4B4015-3A3A-B1DC-D4D4-312F8CB3D45F}"/>
              </a:ext>
            </a:extLst>
          </p:cNvPr>
          <p:cNvSpPr/>
          <p:nvPr/>
        </p:nvSpPr>
        <p:spPr>
          <a:xfrm>
            <a:off x="9829800" y="4159504"/>
            <a:ext cx="877824" cy="274320"/>
          </a:xfrm>
          <a:prstGeom prst="roundRect">
            <a:avLst>
              <a:gd name="adj" fmla="val 50000"/>
            </a:avLst>
          </a:prstGeom>
          <a:solidFill>
            <a:srgbClr val="F0EFF4"/>
          </a:solidFill>
          <a:ln w="12700">
            <a:solidFill>
              <a:srgbClr val="F0EFF4"/>
            </a:solidFill>
            <a:prstDash val="solid"/>
          </a:ln>
        </p:spPr>
        <p:txBody>
          <a:bodyPr/>
          <a:lstStyle/>
          <a:p>
            <a:endParaRPr lang="pt-BR">
              <a:solidFill>
                <a:schemeClr val="bg1">
                  <a:lumMod val="65000"/>
                </a:schemeClr>
              </a:solidFill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06" name="Text 74">
            <a:extLst>
              <a:ext uri="{FF2B5EF4-FFF2-40B4-BE49-F238E27FC236}">
                <a16:creationId xmlns:a16="http://schemas.microsoft.com/office/drawing/2014/main" id="{6AEC3617-5BCC-4CFE-46A1-49ABD0FE53BB}"/>
              </a:ext>
            </a:extLst>
          </p:cNvPr>
          <p:cNvSpPr/>
          <p:nvPr/>
        </p:nvSpPr>
        <p:spPr>
          <a:xfrm>
            <a:off x="9829800" y="4159504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b="1" noProof="0">
                <a:solidFill>
                  <a:schemeClr val="bg1">
                    <a:lumMod val="65000"/>
                  </a:schemeClr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A INICIAR</a:t>
            </a:r>
            <a:endParaRPr lang="pt-BR" sz="800" noProof="0">
              <a:solidFill>
                <a:schemeClr val="bg1">
                  <a:lumMod val="65000"/>
                </a:schemeClr>
              </a:solidFill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07" name="Shape 80">
            <a:extLst>
              <a:ext uri="{FF2B5EF4-FFF2-40B4-BE49-F238E27FC236}">
                <a16:creationId xmlns:a16="http://schemas.microsoft.com/office/drawing/2014/main" id="{54D72261-1445-D53E-2558-95C75D13919C}"/>
              </a:ext>
            </a:extLst>
          </p:cNvPr>
          <p:cNvSpPr/>
          <p:nvPr/>
        </p:nvSpPr>
        <p:spPr>
          <a:xfrm>
            <a:off x="10977372" y="4159504"/>
            <a:ext cx="877824" cy="274320"/>
          </a:xfrm>
          <a:prstGeom prst="roundRect">
            <a:avLst>
              <a:gd name="adj" fmla="val 50000"/>
            </a:avLst>
          </a:prstGeom>
          <a:solidFill>
            <a:srgbClr val="F0EFF4"/>
          </a:solidFill>
          <a:ln w="12700">
            <a:solidFill>
              <a:srgbClr val="F0EFF4"/>
            </a:solidFill>
            <a:prstDash val="solid"/>
          </a:ln>
        </p:spPr>
        <p:txBody>
          <a:bodyPr/>
          <a:lstStyle/>
          <a:p>
            <a:endParaRPr lang="pt-BR">
              <a:solidFill>
                <a:schemeClr val="bg1">
                  <a:lumMod val="65000"/>
                </a:schemeClr>
              </a:solidFill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08" name="Text 81">
            <a:extLst>
              <a:ext uri="{FF2B5EF4-FFF2-40B4-BE49-F238E27FC236}">
                <a16:creationId xmlns:a16="http://schemas.microsoft.com/office/drawing/2014/main" id="{4626A659-646B-81F9-A4E6-9AF83A906265}"/>
              </a:ext>
            </a:extLst>
          </p:cNvPr>
          <p:cNvSpPr/>
          <p:nvPr/>
        </p:nvSpPr>
        <p:spPr>
          <a:xfrm>
            <a:off x="10977372" y="4159504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800" b="1" noProof="0">
                <a:solidFill>
                  <a:schemeClr val="bg1">
                    <a:lumMod val="65000"/>
                  </a:schemeClr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A INICIAR</a:t>
            </a:r>
            <a:endParaRPr lang="pt-BR" sz="800" noProof="0">
              <a:solidFill>
                <a:schemeClr val="bg1">
                  <a:lumMod val="65000"/>
                </a:schemeClr>
              </a:solidFill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21" name="Shape 7">
            <a:extLst>
              <a:ext uri="{FF2B5EF4-FFF2-40B4-BE49-F238E27FC236}">
                <a16:creationId xmlns:a16="http://schemas.microsoft.com/office/drawing/2014/main" id="{A0DA8DE8-E353-46EF-9BE4-BA73E15BCE9E}"/>
              </a:ext>
            </a:extLst>
          </p:cNvPr>
          <p:cNvSpPr/>
          <p:nvPr/>
        </p:nvSpPr>
        <p:spPr>
          <a:xfrm>
            <a:off x="701802" y="4151376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FFF0DE"/>
          </a:solidFill>
          <a:ln w="12700">
            <a:solidFill>
              <a:srgbClr val="FFF0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A22F37C7-CC51-1199-24E3-5DBCDEA338A8}"/>
              </a:ext>
            </a:extLst>
          </p:cNvPr>
          <p:cNvSpPr/>
          <p:nvPr/>
        </p:nvSpPr>
        <p:spPr>
          <a:xfrm>
            <a:off x="701802" y="415137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>
                <a:solidFill>
                  <a:srgbClr val="E184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 ANDAMENTO</a:t>
            </a:r>
            <a:endParaRPr lang="en-US" sz="830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7269FEA5-CB49-94FF-8A9F-B25143696EC2}"/>
              </a:ext>
            </a:extLst>
          </p:cNvPr>
          <p:cNvSpPr/>
          <p:nvPr/>
        </p:nvSpPr>
        <p:spPr>
          <a:xfrm>
            <a:off x="0" y="6512560"/>
            <a:ext cx="7891272" cy="3545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pt-BR" err="1"/>
          </a:p>
        </p:txBody>
      </p:sp>
    </p:spTree>
    <p:extLst>
      <p:ext uri="{BB962C8B-B14F-4D97-AF65-F5344CB8AC3E}">
        <p14:creationId xmlns:p14="http://schemas.microsoft.com/office/powerpoint/2010/main" val="17812019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124" name="Retângulo 123">
            <a:extLst>
              <a:ext uri="{FF2B5EF4-FFF2-40B4-BE49-F238E27FC236}">
                <a16:creationId xmlns:a16="http://schemas.microsoft.com/office/drawing/2014/main" id="{A302A755-CE3F-8D8F-F6E9-7ACFBD504B3A}"/>
              </a:ext>
            </a:extLst>
          </p:cNvPr>
          <p:cNvSpPr/>
          <p:nvPr/>
        </p:nvSpPr>
        <p:spPr>
          <a:xfrm>
            <a:off x="0" y="6512560"/>
            <a:ext cx="7891272" cy="3545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pt-BR" err="1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391912" y="585216"/>
            <a:ext cx="1764792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10160">
            <a:solidFill>
              <a:srgbClr val="CAD5E7"/>
            </a:solidFill>
            <a:prstDash val="solid"/>
          </a:ln>
          <a:effectLst>
            <a:outerShdw blurRad="19050" dist="50800" dir="2700000" algn="bl" rotWithShape="0">
              <a:srgbClr val="8996AA">
                <a:alpha val="12000"/>
              </a:srgbClr>
            </a:outerShdw>
          </a:effectLst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565648" y="731520"/>
            <a:ext cx="658368" cy="228600"/>
          </a:xfrm>
          <a:prstGeom prst="roundRect">
            <a:avLst>
              <a:gd name="adj" fmla="val 32000"/>
            </a:avLst>
          </a:prstGeom>
          <a:solidFill>
            <a:srgbClr val="EEE8FA"/>
          </a:solidFill>
          <a:ln w="10160">
            <a:solidFill>
              <a:srgbClr val="6F22C9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602224" y="781812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670" b="1">
                <a:solidFill>
                  <a:srgbClr val="6F22C9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GERENTE</a:t>
            </a:r>
            <a:endParaRPr lang="en-US" sz="67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388608" y="704088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300" b="1">
                <a:solidFill>
                  <a:srgbClr val="18203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Natalia</a:t>
            </a:r>
            <a:endParaRPr lang="en-US" sz="13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115568" y="1243584"/>
            <a:ext cx="9957816" cy="694944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10160">
            <a:solidFill>
              <a:srgbClr val="BFA9EC"/>
            </a:solidFill>
            <a:prstDash val="solid"/>
          </a:ln>
          <a:effectLst/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298448" y="1399032"/>
            <a:ext cx="1417320" cy="365760"/>
          </a:xfrm>
          <a:prstGeom prst="roundRect">
            <a:avLst>
              <a:gd name="adj" fmla="val 25000"/>
            </a:avLst>
          </a:prstGeom>
          <a:solidFill>
            <a:srgbClr val="550078"/>
          </a:solidFill>
          <a:ln w="10160">
            <a:solidFill>
              <a:srgbClr val="550078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444752" y="1517904"/>
            <a:ext cx="11247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CROSS SQUADS</a:t>
            </a:r>
            <a:endParaRPr lang="en-US" sz="85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907792" y="1408176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20" b="1">
                <a:solidFill>
                  <a:srgbClr val="18203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GP e LT transversais</a:t>
            </a:r>
            <a:endParaRPr lang="en-US" sz="102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907792" y="1627632"/>
            <a:ext cx="160020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pt-BR" sz="700" noProof="0">
                <a:solidFill>
                  <a:srgbClr val="647087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Atuação em todas as frentes</a:t>
            </a:r>
            <a:endParaRPr lang="pt-BR" sz="700" noProof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715000" y="1380744"/>
            <a:ext cx="1993392" cy="384048"/>
          </a:xfrm>
          <a:prstGeom prst="roundRect">
            <a:avLst>
              <a:gd name="adj" fmla="val 21429"/>
            </a:avLst>
          </a:prstGeom>
          <a:solidFill>
            <a:srgbClr val="F0ECFF"/>
          </a:solidFill>
          <a:ln w="10160">
            <a:solidFill>
              <a:srgbClr val="6B4EFF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806440" y="1458468"/>
            <a:ext cx="365760" cy="228600"/>
          </a:xfrm>
          <a:prstGeom prst="roundRect">
            <a:avLst>
              <a:gd name="adj" fmla="val 32000"/>
            </a:avLst>
          </a:prstGeom>
          <a:solidFill>
            <a:srgbClr val="F0ECFF"/>
          </a:solidFill>
          <a:ln w="10160">
            <a:solidFill>
              <a:srgbClr val="6B4EFF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843016" y="1508760"/>
            <a:ext cx="2926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670" b="1">
                <a:solidFill>
                  <a:srgbClr val="6B4EFF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GP</a:t>
            </a:r>
            <a:endParaRPr lang="en-US" sz="67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272784" y="145389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80" b="1">
                <a:solidFill>
                  <a:srgbClr val="18203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Igor</a:t>
            </a:r>
            <a:endParaRPr lang="en-US" sz="88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784848" y="1453896"/>
            <a:ext cx="7955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20">
                <a:solidFill>
                  <a:srgbClr val="647087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Todas as frentes</a:t>
            </a:r>
            <a:endParaRPr lang="en-US" sz="62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7863840" y="1380744"/>
            <a:ext cx="1993392" cy="384048"/>
          </a:xfrm>
          <a:prstGeom prst="roundRect">
            <a:avLst>
              <a:gd name="adj" fmla="val 21429"/>
            </a:avLst>
          </a:prstGeom>
          <a:solidFill>
            <a:srgbClr val="EAF2FF"/>
          </a:solidFill>
          <a:ln w="10160">
            <a:solidFill>
              <a:srgbClr val="3478E5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7955280" y="1458468"/>
            <a:ext cx="365760" cy="228600"/>
          </a:xfrm>
          <a:prstGeom prst="roundRect">
            <a:avLst>
              <a:gd name="adj" fmla="val 32000"/>
            </a:avLst>
          </a:prstGeom>
          <a:solidFill>
            <a:srgbClr val="EAF2FF"/>
          </a:solidFill>
          <a:ln w="10160">
            <a:solidFill>
              <a:srgbClr val="3478E5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991856" y="1508760"/>
            <a:ext cx="2926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670" b="1">
                <a:solidFill>
                  <a:srgbClr val="3478E5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LT</a:t>
            </a:r>
            <a:endParaRPr lang="en-US" sz="67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421624" y="1453896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80" b="1">
                <a:solidFill>
                  <a:srgbClr val="18203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Felipe</a:t>
            </a:r>
            <a:endParaRPr lang="en-US" sz="88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961120" y="1453896"/>
            <a:ext cx="7680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20">
                <a:solidFill>
                  <a:srgbClr val="647087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Todas as frentes</a:t>
            </a:r>
            <a:endParaRPr lang="en-US" sz="62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347472" y="2139696"/>
            <a:ext cx="6986016" cy="4187952"/>
          </a:xfrm>
          <a:prstGeom prst="roundRect">
            <a:avLst>
              <a:gd name="adj" fmla="val 3493"/>
            </a:avLst>
          </a:prstGeom>
          <a:solidFill>
            <a:srgbClr val="FFFFFF"/>
          </a:solidFill>
          <a:ln w="10160">
            <a:solidFill>
              <a:srgbClr val="D6DEEB"/>
            </a:solidFill>
            <a:prstDash val="solid"/>
          </a:ln>
          <a:effectLst/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12064" y="2286000"/>
            <a:ext cx="6656832" cy="393192"/>
          </a:xfrm>
          <a:prstGeom prst="roundRect">
            <a:avLst>
              <a:gd name="adj" fmla="val 25581"/>
            </a:avLst>
          </a:prstGeom>
          <a:solidFill>
            <a:srgbClr val="EEE8FA"/>
          </a:solidFill>
          <a:ln w="10160">
            <a:solidFill>
              <a:srgbClr val="6F22C9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94944" y="2414016"/>
            <a:ext cx="7498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750" b="1">
                <a:solidFill>
                  <a:srgbClr val="6F22C9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SQUAD 01</a:t>
            </a:r>
            <a:endParaRPr lang="en-US" sz="75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3063240" y="235915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340" b="1">
                <a:solidFill>
                  <a:srgbClr val="18203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Cadastro</a:t>
            </a:r>
            <a:endParaRPr lang="en-US" sz="134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48640" y="2816352"/>
            <a:ext cx="6583680" cy="1033272"/>
          </a:xfrm>
          <a:prstGeom prst="roundRect">
            <a:avLst>
              <a:gd name="adj" fmla="val 9735"/>
            </a:avLst>
          </a:prstGeom>
          <a:solidFill>
            <a:srgbClr val="F8F5FD"/>
          </a:solidFill>
          <a:ln w="10160">
            <a:solidFill>
              <a:srgbClr val="CDB9EE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713232" y="2926080"/>
            <a:ext cx="2057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40" b="1">
                <a:solidFill>
                  <a:srgbClr val="6F22C9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POs e AFs compartilhados no squad</a:t>
            </a:r>
            <a:endParaRPr lang="en-US" sz="94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13232" y="3136392"/>
            <a:ext cx="2971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pt-BR" sz="800" noProof="0">
                <a:solidFill>
                  <a:srgbClr val="647087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Exibidos uma única vez, com indicação das frentes atendidas</a:t>
            </a:r>
            <a:endParaRPr lang="pt-BR" sz="800" noProof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3730752" y="2898648"/>
            <a:ext cx="1536192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0160">
            <a:solidFill>
              <a:srgbClr val="DED5F0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3803904" y="2967228"/>
            <a:ext cx="365760" cy="228600"/>
          </a:xfrm>
          <a:prstGeom prst="roundRect">
            <a:avLst>
              <a:gd name="adj" fmla="val 32000"/>
            </a:avLst>
          </a:prstGeom>
          <a:solidFill>
            <a:srgbClr val="EAF8F3"/>
          </a:solidFill>
          <a:ln w="10160">
            <a:solidFill>
              <a:srgbClr val="009B6A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3840480" y="3017520"/>
            <a:ext cx="2926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670" b="1">
                <a:solidFill>
                  <a:srgbClr val="009B6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PO</a:t>
            </a:r>
            <a:endParaRPr lang="en-US" sz="67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4251960" y="2967228"/>
            <a:ext cx="640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840" b="1">
                <a:solidFill>
                  <a:srgbClr val="18203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Catia</a:t>
            </a:r>
            <a:endParaRPr lang="en-US" sz="84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4928616" y="2962656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r">
              <a:buNone/>
            </a:pPr>
            <a:r>
              <a:rPr lang="en-US" sz="620">
                <a:solidFill>
                  <a:srgbClr val="647087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3 frentes</a:t>
            </a:r>
            <a:endParaRPr lang="en-US" sz="62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5358384" y="2898648"/>
            <a:ext cx="1572768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0160">
            <a:solidFill>
              <a:srgbClr val="DED5F0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5431536" y="2967228"/>
            <a:ext cx="365760" cy="228600"/>
          </a:xfrm>
          <a:prstGeom prst="roundRect">
            <a:avLst>
              <a:gd name="adj" fmla="val 32000"/>
            </a:avLst>
          </a:prstGeom>
          <a:solidFill>
            <a:srgbClr val="EAF8F3"/>
          </a:solidFill>
          <a:ln w="10160">
            <a:solidFill>
              <a:srgbClr val="009B6A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5468112" y="3017520"/>
            <a:ext cx="2926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670" b="1">
                <a:solidFill>
                  <a:srgbClr val="009B6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PO</a:t>
            </a:r>
            <a:endParaRPr lang="en-US" sz="67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5879592" y="2967228"/>
            <a:ext cx="640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840" b="1">
                <a:solidFill>
                  <a:srgbClr val="18203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Marcio</a:t>
            </a:r>
            <a:endParaRPr lang="en-US" sz="84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6272784" y="2962656"/>
            <a:ext cx="576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r">
              <a:buNone/>
            </a:pPr>
            <a:r>
              <a:rPr lang="en-US" sz="620">
                <a:solidFill>
                  <a:srgbClr val="647087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Refactoring • SFA</a:t>
            </a:r>
            <a:endParaRPr lang="en-US" sz="62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3730752" y="3337560"/>
            <a:ext cx="1536192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0160">
            <a:solidFill>
              <a:srgbClr val="DED5F0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3803904" y="3406140"/>
            <a:ext cx="365760" cy="228600"/>
          </a:xfrm>
          <a:prstGeom prst="roundRect">
            <a:avLst>
              <a:gd name="adj" fmla="val 32000"/>
            </a:avLst>
          </a:prstGeom>
          <a:solidFill>
            <a:srgbClr val="FFF4DF"/>
          </a:solidFill>
          <a:ln w="10160">
            <a:solidFill>
              <a:srgbClr val="E58A00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3840480" y="3456432"/>
            <a:ext cx="2926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670" b="1">
                <a:solidFill>
                  <a:srgbClr val="E58A0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AF</a:t>
            </a:r>
            <a:endParaRPr lang="en-US" sz="67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4251960" y="3406140"/>
            <a:ext cx="640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840" b="1">
                <a:solidFill>
                  <a:srgbClr val="18203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Patricia</a:t>
            </a:r>
            <a:endParaRPr lang="en-US" sz="84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4773168" y="3401568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500">
                <a:solidFill>
                  <a:srgbClr val="647087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SFA • Asset</a:t>
            </a:r>
            <a:endParaRPr lang="en-US" sz="5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5358384" y="3337560"/>
            <a:ext cx="1572768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0160">
            <a:solidFill>
              <a:srgbClr val="DED5F0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5431536" y="3406140"/>
            <a:ext cx="365760" cy="228600"/>
          </a:xfrm>
          <a:prstGeom prst="roundRect">
            <a:avLst>
              <a:gd name="adj" fmla="val 32000"/>
            </a:avLst>
          </a:prstGeom>
          <a:solidFill>
            <a:srgbClr val="FFF4DF"/>
          </a:solidFill>
          <a:ln w="10160">
            <a:solidFill>
              <a:srgbClr val="E58A00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5468112" y="3456432"/>
            <a:ext cx="2926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670" b="1">
                <a:solidFill>
                  <a:srgbClr val="E58A0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AF</a:t>
            </a:r>
            <a:endParaRPr lang="en-US" sz="67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5879592" y="3406140"/>
            <a:ext cx="640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840" b="1">
                <a:solidFill>
                  <a:srgbClr val="18203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Pollyana</a:t>
            </a:r>
            <a:endParaRPr lang="en-US" sz="84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6352540" y="3401568"/>
            <a:ext cx="4963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pt-BR" sz="500" noProof="0">
                <a:solidFill>
                  <a:srgbClr val="647087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Somente SFA</a:t>
            </a:r>
            <a:endParaRPr lang="pt-BR" sz="500" noProof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530352" y="3995928"/>
            <a:ext cx="2057400" cy="214884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0160">
            <a:solidFill>
              <a:srgbClr val="D6DEEB"/>
            </a:solidFill>
            <a:prstDash val="solid"/>
          </a:ln>
          <a:effectLst/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621792" y="4087368"/>
            <a:ext cx="1874520" cy="365760"/>
          </a:xfrm>
          <a:prstGeom prst="roundRect">
            <a:avLst>
              <a:gd name="adj" fmla="val 22500"/>
            </a:avLst>
          </a:prstGeom>
          <a:solidFill>
            <a:srgbClr val="F0F2F6"/>
          </a:solidFill>
          <a:ln w="10160">
            <a:solidFill>
              <a:srgbClr val="F0F2F6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685800" y="4160520"/>
            <a:ext cx="1746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18203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Refactoring</a:t>
            </a:r>
            <a:endParaRPr lang="en-US" sz="9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658368" y="4572000"/>
            <a:ext cx="1801368" cy="475488"/>
          </a:xfrm>
          <a:prstGeom prst="roundRect">
            <a:avLst>
              <a:gd name="adj" fmla="val 17308"/>
            </a:avLst>
          </a:prstGeom>
          <a:solidFill>
            <a:srgbClr val="F8F5FD"/>
          </a:solidFill>
          <a:ln w="10160">
            <a:solidFill>
              <a:srgbClr val="DCCCF5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777240" y="4681728"/>
            <a:ext cx="1563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pt-BR" sz="800" b="1" noProof="0">
                <a:solidFill>
                  <a:srgbClr val="6F22C9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Perfis atendidos pelo bloco</a:t>
            </a:r>
            <a:endParaRPr lang="pt-BR" sz="800" noProof="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pt-BR" sz="800" b="1" noProof="0">
                <a:solidFill>
                  <a:srgbClr val="6F22C9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compartilhado do </a:t>
            </a:r>
            <a:r>
              <a:rPr lang="pt-BR" sz="800" b="1" noProof="0" err="1">
                <a:solidFill>
                  <a:srgbClr val="6F22C9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squad</a:t>
            </a:r>
            <a:endParaRPr lang="pt-BR" sz="800" noProof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2706624" y="3995928"/>
            <a:ext cx="2157984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0160">
            <a:solidFill>
              <a:srgbClr val="D6DEEB"/>
            </a:solidFill>
            <a:prstDash val="solid"/>
          </a:ln>
          <a:effectLst/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2798064" y="4087368"/>
            <a:ext cx="1975104" cy="365760"/>
          </a:xfrm>
          <a:prstGeom prst="roundRect">
            <a:avLst>
              <a:gd name="adj" fmla="val 22500"/>
            </a:avLst>
          </a:prstGeom>
          <a:solidFill>
            <a:srgbClr val="F0F2F6"/>
          </a:solidFill>
          <a:ln w="10160">
            <a:solidFill>
              <a:srgbClr val="F0F2F6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2792476" y="4188460"/>
            <a:ext cx="1929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pt-BR" sz="900" b="1" noProof="0">
                <a:solidFill>
                  <a:srgbClr val="18203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Desligue SFA</a:t>
            </a:r>
            <a:endParaRPr lang="pt-BR" sz="900" noProof="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pt-BR" sz="900" b="1" noProof="0">
                <a:solidFill>
                  <a:srgbClr val="18203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Visão completa / Vivo+ / Processos</a:t>
            </a:r>
            <a:endParaRPr lang="pt-BR" sz="900" noProof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2834640" y="4572000"/>
            <a:ext cx="1901952" cy="475488"/>
          </a:xfrm>
          <a:prstGeom prst="roundRect">
            <a:avLst>
              <a:gd name="adj" fmla="val 17308"/>
            </a:avLst>
          </a:prstGeom>
          <a:solidFill>
            <a:srgbClr val="F8F5FD"/>
          </a:solidFill>
          <a:ln w="10160">
            <a:solidFill>
              <a:srgbClr val="DCCCF5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2953512" y="4681728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pt-BR" sz="800" b="1" noProof="0">
                <a:solidFill>
                  <a:srgbClr val="6F22C9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Perfis atendidos pelo bloco</a:t>
            </a:r>
            <a:endParaRPr lang="pt-BR" sz="800" noProof="0">
              <a:latin typeface="Vivo Type" panose="02000500000000020000" pitchFamily="50" charset="0"/>
              <a:cs typeface="Vivo Type" panose="02000500000000020000" pitchFamily="50" charset="0"/>
            </a:endParaRPr>
          </a:p>
          <a:p>
            <a:pPr marL="0" indent="0" algn="ctr">
              <a:buNone/>
            </a:pPr>
            <a:r>
              <a:rPr lang="pt-BR" sz="800" b="1" noProof="0">
                <a:solidFill>
                  <a:srgbClr val="6F22C9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compartilhado do </a:t>
            </a:r>
            <a:r>
              <a:rPr lang="pt-BR" sz="800" b="1" noProof="0" err="1">
                <a:solidFill>
                  <a:srgbClr val="6F22C9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squad</a:t>
            </a:r>
            <a:endParaRPr lang="pt-BR" sz="800" noProof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4983480" y="3995928"/>
            <a:ext cx="2157984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0160">
            <a:solidFill>
              <a:srgbClr val="D6DEEB"/>
            </a:solidFill>
            <a:prstDash val="solid"/>
          </a:ln>
          <a:effectLst/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65" name="Shape 63"/>
          <p:cNvSpPr/>
          <p:nvPr/>
        </p:nvSpPr>
        <p:spPr>
          <a:xfrm>
            <a:off x="5074920" y="4087368"/>
            <a:ext cx="1975104" cy="365760"/>
          </a:xfrm>
          <a:prstGeom prst="roundRect">
            <a:avLst>
              <a:gd name="adj" fmla="val 22500"/>
            </a:avLst>
          </a:prstGeom>
          <a:solidFill>
            <a:srgbClr val="F0F2F6"/>
          </a:solidFill>
          <a:ln w="10160">
            <a:solidFill>
              <a:srgbClr val="F0F2F6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5138928" y="4160520"/>
            <a:ext cx="18470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18203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Asset</a:t>
            </a:r>
            <a:endParaRPr lang="en-US" sz="9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67" name="Shape 65"/>
          <p:cNvSpPr/>
          <p:nvPr/>
        </p:nvSpPr>
        <p:spPr>
          <a:xfrm>
            <a:off x="5111496" y="4572000"/>
            <a:ext cx="1901952" cy="338328"/>
          </a:xfrm>
          <a:prstGeom prst="roundRect">
            <a:avLst>
              <a:gd name="adj" fmla="val 21622"/>
            </a:avLst>
          </a:prstGeom>
          <a:solidFill>
            <a:srgbClr val="EAF8F3"/>
          </a:solidFill>
          <a:ln w="10160">
            <a:solidFill>
              <a:srgbClr val="009B6A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68" name="Text 66"/>
          <p:cNvSpPr/>
          <p:nvPr/>
        </p:nvSpPr>
        <p:spPr>
          <a:xfrm>
            <a:off x="5193792" y="4654296"/>
            <a:ext cx="2651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50" b="1">
                <a:solidFill>
                  <a:srgbClr val="009B6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PO:</a:t>
            </a:r>
            <a:endParaRPr lang="en-US" sz="75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69" name="Text 67"/>
          <p:cNvSpPr/>
          <p:nvPr/>
        </p:nvSpPr>
        <p:spPr>
          <a:xfrm>
            <a:off x="5477256" y="4645152"/>
            <a:ext cx="1453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15">
                <a:solidFill>
                  <a:srgbClr val="18203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Carlos</a:t>
            </a:r>
            <a:endParaRPr lang="en-US" sz="815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70" name="Shape 68"/>
          <p:cNvSpPr/>
          <p:nvPr/>
        </p:nvSpPr>
        <p:spPr>
          <a:xfrm>
            <a:off x="7516368" y="2139696"/>
            <a:ext cx="4325112" cy="4187952"/>
          </a:xfrm>
          <a:prstGeom prst="roundRect">
            <a:avLst>
              <a:gd name="adj" fmla="val 3493"/>
            </a:avLst>
          </a:prstGeom>
          <a:solidFill>
            <a:srgbClr val="FFFFFF"/>
          </a:solidFill>
          <a:ln w="10160">
            <a:solidFill>
              <a:srgbClr val="D6DEEB"/>
            </a:solidFill>
            <a:prstDash val="solid"/>
          </a:ln>
          <a:effectLst/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71" name="Shape 69"/>
          <p:cNvSpPr/>
          <p:nvPr/>
        </p:nvSpPr>
        <p:spPr>
          <a:xfrm>
            <a:off x="7680960" y="2286000"/>
            <a:ext cx="3995928" cy="393192"/>
          </a:xfrm>
          <a:prstGeom prst="roundRect">
            <a:avLst>
              <a:gd name="adj" fmla="val 25581"/>
            </a:avLst>
          </a:prstGeom>
          <a:solidFill>
            <a:srgbClr val="E8F8FC"/>
          </a:solidFill>
          <a:ln w="10160">
            <a:solidFill>
              <a:srgbClr val="00A4D6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72" name="Text 70"/>
          <p:cNvSpPr/>
          <p:nvPr/>
        </p:nvSpPr>
        <p:spPr>
          <a:xfrm>
            <a:off x="7863840" y="2414016"/>
            <a:ext cx="7498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750" b="1">
                <a:solidFill>
                  <a:srgbClr val="00A4D6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SQUAD 02</a:t>
            </a:r>
            <a:endParaRPr lang="en-US" sz="75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73" name="Text 71"/>
          <p:cNvSpPr/>
          <p:nvPr/>
        </p:nvSpPr>
        <p:spPr>
          <a:xfrm>
            <a:off x="8705088" y="2359152"/>
            <a:ext cx="2679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280" b="1">
                <a:solidFill>
                  <a:srgbClr val="18203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Permissionamento / Endereço</a:t>
            </a:r>
            <a:endParaRPr lang="en-US" sz="128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74" name="Text 72"/>
          <p:cNvSpPr/>
          <p:nvPr/>
        </p:nvSpPr>
        <p:spPr>
          <a:xfrm>
            <a:off x="7827264" y="2898648"/>
            <a:ext cx="188366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b="1">
                <a:solidFill>
                  <a:srgbClr val="00A4D6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Perfis específicos por frente</a:t>
            </a:r>
            <a:endParaRPr lang="en-US" sz="9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75" name="Text 73"/>
          <p:cNvSpPr/>
          <p:nvPr/>
        </p:nvSpPr>
        <p:spPr>
          <a:xfrm>
            <a:off x="7827264" y="3108960"/>
            <a:ext cx="3154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pt-BR" sz="900" noProof="0">
                <a:solidFill>
                  <a:srgbClr val="647087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PO e AF exclusivos por frente</a:t>
            </a:r>
            <a:endParaRPr lang="pt-BR" sz="900" noProof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76" name="Shape 74"/>
          <p:cNvSpPr/>
          <p:nvPr/>
        </p:nvSpPr>
        <p:spPr>
          <a:xfrm>
            <a:off x="7680960" y="3401568"/>
            <a:ext cx="1883664" cy="2743200"/>
          </a:xfrm>
          <a:prstGeom prst="roundRect">
            <a:avLst>
              <a:gd name="adj" fmla="val 5825"/>
            </a:avLst>
          </a:prstGeom>
          <a:solidFill>
            <a:srgbClr val="FFFFFF"/>
          </a:solidFill>
          <a:ln w="10160">
            <a:solidFill>
              <a:srgbClr val="D6DEEB"/>
            </a:solidFill>
            <a:prstDash val="solid"/>
          </a:ln>
          <a:effectLst/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77" name="Shape 75"/>
          <p:cNvSpPr/>
          <p:nvPr/>
        </p:nvSpPr>
        <p:spPr>
          <a:xfrm>
            <a:off x="7772400" y="3493008"/>
            <a:ext cx="1700784" cy="365760"/>
          </a:xfrm>
          <a:prstGeom prst="roundRect">
            <a:avLst>
              <a:gd name="adj" fmla="val 22500"/>
            </a:avLst>
          </a:prstGeom>
          <a:solidFill>
            <a:srgbClr val="F0F2F6"/>
          </a:solidFill>
          <a:ln w="10160">
            <a:solidFill>
              <a:srgbClr val="F0F2F6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78" name="Text 76"/>
          <p:cNvSpPr/>
          <p:nvPr/>
        </p:nvSpPr>
        <p:spPr>
          <a:xfrm>
            <a:off x="7836408" y="3566160"/>
            <a:ext cx="1572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18203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Permissionamento</a:t>
            </a:r>
            <a:endParaRPr lang="en-US" sz="9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79" name="Shape 77"/>
          <p:cNvSpPr/>
          <p:nvPr/>
        </p:nvSpPr>
        <p:spPr>
          <a:xfrm>
            <a:off x="7808976" y="3977640"/>
            <a:ext cx="1627632" cy="338328"/>
          </a:xfrm>
          <a:prstGeom prst="roundRect">
            <a:avLst>
              <a:gd name="adj" fmla="val 21622"/>
            </a:avLst>
          </a:prstGeom>
          <a:solidFill>
            <a:srgbClr val="EAF8F3"/>
          </a:solidFill>
          <a:ln w="10160">
            <a:solidFill>
              <a:srgbClr val="009B6A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80" name="Text 78"/>
          <p:cNvSpPr/>
          <p:nvPr/>
        </p:nvSpPr>
        <p:spPr>
          <a:xfrm>
            <a:off x="7891272" y="4059936"/>
            <a:ext cx="2651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50" b="1">
                <a:solidFill>
                  <a:srgbClr val="009B6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PO:</a:t>
            </a:r>
            <a:endParaRPr lang="en-US" sz="75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81" name="Text 79"/>
          <p:cNvSpPr/>
          <p:nvPr/>
        </p:nvSpPr>
        <p:spPr>
          <a:xfrm>
            <a:off x="8174736" y="4050792"/>
            <a:ext cx="11795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15">
                <a:solidFill>
                  <a:srgbClr val="18203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Carlos</a:t>
            </a:r>
            <a:endParaRPr lang="en-US" sz="815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82" name="Shape 80"/>
          <p:cNvSpPr/>
          <p:nvPr/>
        </p:nvSpPr>
        <p:spPr>
          <a:xfrm>
            <a:off x="7808976" y="4379976"/>
            <a:ext cx="1627632" cy="338328"/>
          </a:xfrm>
          <a:prstGeom prst="roundRect">
            <a:avLst>
              <a:gd name="adj" fmla="val 21622"/>
            </a:avLst>
          </a:prstGeom>
          <a:solidFill>
            <a:srgbClr val="EAF8F3"/>
          </a:solidFill>
          <a:ln w="10160">
            <a:solidFill>
              <a:srgbClr val="009B6A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83" name="Text 81"/>
          <p:cNvSpPr/>
          <p:nvPr/>
        </p:nvSpPr>
        <p:spPr>
          <a:xfrm>
            <a:off x="7891272" y="4462272"/>
            <a:ext cx="2651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50" b="1">
                <a:solidFill>
                  <a:srgbClr val="009B6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PO:</a:t>
            </a:r>
            <a:endParaRPr lang="en-US" sz="75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84" name="Text 82"/>
          <p:cNvSpPr/>
          <p:nvPr/>
        </p:nvSpPr>
        <p:spPr>
          <a:xfrm>
            <a:off x="8174736" y="4453128"/>
            <a:ext cx="11795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15">
                <a:solidFill>
                  <a:srgbClr val="18203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Joyce</a:t>
            </a:r>
            <a:endParaRPr lang="en-US" sz="815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85" name="Shape 83"/>
          <p:cNvSpPr/>
          <p:nvPr/>
        </p:nvSpPr>
        <p:spPr>
          <a:xfrm>
            <a:off x="7808976" y="4782312"/>
            <a:ext cx="1627632" cy="393192"/>
          </a:xfrm>
          <a:prstGeom prst="roundRect">
            <a:avLst>
              <a:gd name="adj" fmla="val 18605"/>
            </a:avLst>
          </a:prstGeom>
          <a:solidFill>
            <a:srgbClr val="FFF4DF"/>
          </a:solidFill>
          <a:ln w="10160">
            <a:solidFill>
              <a:srgbClr val="E58A00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86" name="Text 84"/>
          <p:cNvSpPr/>
          <p:nvPr/>
        </p:nvSpPr>
        <p:spPr>
          <a:xfrm>
            <a:off x="7891272" y="4864608"/>
            <a:ext cx="2651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50" b="1">
                <a:solidFill>
                  <a:srgbClr val="E58A0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AF:</a:t>
            </a:r>
            <a:endParaRPr lang="en-US" sz="75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87" name="Text 85"/>
          <p:cNvSpPr/>
          <p:nvPr/>
        </p:nvSpPr>
        <p:spPr>
          <a:xfrm>
            <a:off x="8174736" y="4855464"/>
            <a:ext cx="11795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15">
                <a:solidFill>
                  <a:srgbClr val="18203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Pollyana (Fábrica)</a:t>
            </a:r>
            <a:endParaRPr lang="en-US" sz="815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88" name="Text 86"/>
          <p:cNvSpPr/>
          <p:nvPr/>
        </p:nvSpPr>
        <p:spPr>
          <a:xfrm>
            <a:off x="8174736" y="5010912"/>
            <a:ext cx="117957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600">
                <a:solidFill>
                  <a:srgbClr val="647087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Minsait</a:t>
            </a:r>
            <a:endParaRPr lang="en-US" sz="6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89" name="Shape 87"/>
          <p:cNvSpPr/>
          <p:nvPr/>
        </p:nvSpPr>
        <p:spPr>
          <a:xfrm>
            <a:off x="9674352" y="3401568"/>
            <a:ext cx="2002536" cy="2743200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0160">
            <a:solidFill>
              <a:srgbClr val="D6DEEB"/>
            </a:solidFill>
            <a:prstDash val="solid"/>
          </a:ln>
          <a:effectLst/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90" name="Shape 88"/>
          <p:cNvSpPr/>
          <p:nvPr/>
        </p:nvSpPr>
        <p:spPr>
          <a:xfrm>
            <a:off x="9765792" y="3493008"/>
            <a:ext cx="1819656" cy="365760"/>
          </a:xfrm>
          <a:prstGeom prst="roundRect">
            <a:avLst>
              <a:gd name="adj" fmla="val 22500"/>
            </a:avLst>
          </a:prstGeom>
          <a:solidFill>
            <a:srgbClr val="F0F2F6"/>
          </a:solidFill>
          <a:ln w="10160">
            <a:solidFill>
              <a:srgbClr val="F0F2F6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91" name="Text 89"/>
          <p:cNvSpPr/>
          <p:nvPr/>
        </p:nvSpPr>
        <p:spPr>
          <a:xfrm>
            <a:off x="9829800" y="3566160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18203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Endereço</a:t>
            </a:r>
            <a:endParaRPr lang="en-US" sz="9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92" name="Shape 90"/>
          <p:cNvSpPr/>
          <p:nvPr/>
        </p:nvSpPr>
        <p:spPr>
          <a:xfrm>
            <a:off x="9802368" y="3977640"/>
            <a:ext cx="1746504" cy="338328"/>
          </a:xfrm>
          <a:prstGeom prst="roundRect">
            <a:avLst>
              <a:gd name="adj" fmla="val 21622"/>
            </a:avLst>
          </a:prstGeom>
          <a:solidFill>
            <a:srgbClr val="F0ECFF"/>
          </a:solidFill>
          <a:ln w="10160">
            <a:solidFill>
              <a:srgbClr val="6B4EFF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93" name="Text 91"/>
          <p:cNvSpPr/>
          <p:nvPr/>
        </p:nvSpPr>
        <p:spPr>
          <a:xfrm>
            <a:off x="9884664" y="4059936"/>
            <a:ext cx="2651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50" b="1">
                <a:solidFill>
                  <a:srgbClr val="6B4EFF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GP:</a:t>
            </a:r>
            <a:endParaRPr lang="en-US" sz="75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94" name="Text 92"/>
          <p:cNvSpPr/>
          <p:nvPr/>
        </p:nvSpPr>
        <p:spPr>
          <a:xfrm>
            <a:off x="10168128" y="4050792"/>
            <a:ext cx="1298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15">
                <a:solidFill>
                  <a:srgbClr val="18203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Pendente</a:t>
            </a:r>
            <a:endParaRPr lang="en-US" sz="815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95" name="Shape 93"/>
          <p:cNvSpPr/>
          <p:nvPr/>
        </p:nvSpPr>
        <p:spPr>
          <a:xfrm>
            <a:off x="9802368" y="4379976"/>
            <a:ext cx="1746504" cy="338328"/>
          </a:xfrm>
          <a:prstGeom prst="roundRect">
            <a:avLst>
              <a:gd name="adj" fmla="val 21622"/>
            </a:avLst>
          </a:prstGeom>
          <a:solidFill>
            <a:srgbClr val="EAF8F3"/>
          </a:solidFill>
          <a:ln w="10160">
            <a:solidFill>
              <a:srgbClr val="009B6A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96" name="Text 94"/>
          <p:cNvSpPr/>
          <p:nvPr/>
        </p:nvSpPr>
        <p:spPr>
          <a:xfrm>
            <a:off x="9884664" y="4462272"/>
            <a:ext cx="2651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50" b="1">
                <a:solidFill>
                  <a:srgbClr val="009B6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PO:</a:t>
            </a:r>
            <a:endParaRPr lang="en-US" sz="75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97" name="Text 95"/>
          <p:cNvSpPr/>
          <p:nvPr/>
        </p:nvSpPr>
        <p:spPr>
          <a:xfrm>
            <a:off x="10168128" y="4453128"/>
            <a:ext cx="1298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15">
                <a:solidFill>
                  <a:srgbClr val="18203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Rafaella</a:t>
            </a:r>
            <a:endParaRPr lang="en-US" sz="815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98" name="Shape 96"/>
          <p:cNvSpPr/>
          <p:nvPr/>
        </p:nvSpPr>
        <p:spPr>
          <a:xfrm>
            <a:off x="9802368" y="4782312"/>
            <a:ext cx="1746504" cy="393192"/>
          </a:xfrm>
          <a:prstGeom prst="roundRect">
            <a:avLst>
              <a:gd name="adj" fmla="val 18605"/>
            </a:avLst>
          </a:prstGeom>
          <a:solidFill>
            <a:srgbClr val="EAF8F3"/>
          </a:solidFill>
          <a:ln w="10160">
            <a:solidFill>
              <a:srgbClr val="009B6A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99" name="Text 97"/>
          <p:cNvSpPr/>
          <p:nvPr/>
        </p:nvSpPr>
        <p:spPr>
          <a:xfrm>
            <a:off x="9884664" y="4864608"/>
            <a:ext cx="2651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50" b="1">
                <a:solidFill>
                  <a:srgbClr val="009B6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PO:</a:t>
            </a:r>
            <a:endParaRPr lang="en-US" sz="75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00" name="Text 98"/>
          <p:cNvSpPr/>
          <p:nvPr/>
        </p:nvSpPr>
        <p:spPr>
          <a:xfrm>
            <a:off x="10168128" y="4855464"/>
            <a:ext cx="1298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15">
                <a:solidFill>
                  <a:srgbClr val="18203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Fernanda</a:t>
            </a:r>
            <a:endParaRPr lang="en-US" sz="815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01" name="Text 99"/>
          <p:cNvSpPr/>
          <p:nvPr/>
        </p:nvSpPr>
        <p:spPr>
          <a:xfrm>
            <a:off x="10168128" y="5010912"/>
            <a:ext cx="12984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600">
                <a:solidFill>
                  <a:srgbClr val="647087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Previsão: jan/27</a:t>
            </a:r>
            <a:endParaRPr lang="en-US" sz="6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02" name="Shape 100"/>
          <p:cNvSpPr/>
          <p:nvPr/>
        </p:nvSpPr>
        <p:spPr>
          <a:xfrm>
            <a:off x="9802368" y="5239512"/>
            <a:ext cx="1746504" cy="393192"/>
          </a:xfrm>
          <a:prstGeom prst="roundRect">
            <a:avLst>
              <a:gd name="adj" fmla="val 18605"/>
            </a:avLst>
          </a:prstGeom>
          <a:solidFill>
            <a:srgbClr val="FFF4DF"/>
          </a:solidFill>
          <a:ln w="10160">
            <a:solidFill>
              <a:srgbClr val="E58A00"/>
            </a:solidFill>
            <a:prstDash val="solid"/>
          </a:ln>
        </p:spPr>
        <p:txBody>
          <a:bodyPr/>
          <a:lstStyle/>
          <a:p>
            <a:endParaRPr lang="pt-BR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03" name="Text 101"/>
          <p:cNvSpPr/>
          <p:nvPr/>
        </p:nvSpPr>
        <p:spPr>
          <a:xfrm>
            <a:off x="9884664" y="5321808"/>
            <a:ext cx="2651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50" b="1">
                <a:solidFill>
                  <a:srgbClr val="E58A0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AF:</a:t>
            </a:r>
            <a:endParaRPr lang="en-US" sz="75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04" name="Text 102"/>
          <p:cNvSpPr/>
          <p:nvPr/>
        </p:nvSpPr>
        <p:spPr>
          <a:xfrm>
            <a:off x="10168128" y="5312664"/>
            <a:ext cx="1298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15">
                <a:solidFill>
                  <a:srgbClr val="182033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Dayanne (Fábrica)</a:t>
            </a:r>
            <a:endParaRPr lang="en-US" sz="815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05" name="Text 103"/>
          <p:cNvSpPr/>
          <p:nvPr/>
        </p:nvSpPr>
        <p:spPr>
          <a:xfrm>
            <a:off x="10168128" y="5468112"/>
            <a:ext cx="12984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600">
                <a:solidFill>
                  <a:srgbClr val="647087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EngDB</a:t>
            </a:r>
            <a:endParaRPr lang="en-US" sz="6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06" name="Shape 104"/>
          <p:cNvSpPr/>
          <p:nvPr/>
        </p:nvSpPr>
        <p:spPr>
          <a:xfrm>
            <a:off x="347472" y="6473952"/>
            <a:ext cx="8439912" cy="246888"/>
          </a:xfrm>
          <a:prstGeom prst="roundRect">
            <a:avLst>
              <a:gd name="adj" fmla="val 25926"/>
            </a:avLst>
          </a:prstGeom>
          <a:solidFill>
            <a:srgbClr val="FFFFFF"/>
          </a:solidFill>
          <a:ln w="10160">
            <a:solidFill>
              <a:srgbClr val="DEE5EF"/>
            </a:solidFill>
            <a:prstDash val="solid"/>
          </a:ln>
        </p:spPr>
        <p:txBody>
          <a:bodyPr/>
          <a:lstStyle/>
          <a:p>
            <a:endParaRPr lang="pt-BR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07" name="Text 105"/>
          <p:cNvSpPr/>
          <p:nvPr/>
        </p:nvSpPr>
        <p:spPr>
          <a:xfrm>
            <a:off x="493776" y="6547104"/>
            <a:ext cx="47548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800" b="1">
                <a:solidFill>
                  <a:srgbClr val="647087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Legenda: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08" name="Shape 106"/>
          <p:cNvSpPr/>
          <p:nvPr/>
        </p:nvSpPr>
        <p:spPr>
          <a:xfrm>
            <a:off x="1024128" y="6487668"/>
            <a:ext cx="420624" cy="228600"/>
          </a:xfrm>
          <a:prstGeom prst="roundRect">
            <a:avLst>
              <a:gd name="adj" fmla="val 32000"/>
            </a:avLst>
          </a:prstGeom>
          <a:solidFill>
            <a:srgbClr val="F0ECFF"/>
          </a:solidFill>
          <a:ln w="10160">
            <a:solidFill>
              <a:srgbClr val="6B4EFF"/>
            </a:solidFill>
            <a:prstDash val="solid"/>
          </a:ln>
        </p:spPr>
        <p:txBody>
          <a:bodyPr/>
          <a:lstStyle/>
          <a:p>
            <a:endParaRPr lang="pt-BR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09" name="Text 107"/>
          <p:cNvSpPr/>
          <p:nvPr/>
        </p:nvSpPr>
        <p:spPr>
          <a:xfrm>
            <a:off x="1060704" y="6537960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rgbClr val="6B4EFF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GP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10" name="Text 108"/>
          <p:cNvSpPr/>
          <p:nvPr/>
        </p:nvSpPr>
        <p:spPr>
          <a:xfrm>
            <a:off x="1490472" y="6537960"/>
            <a:ext cx="8229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800">
                <a:solidFill>
                  <a:srgbClr val="647087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Gestão de Projeto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11" name="Shape 109"/>
          <p:cNvSpPr/>
          <p:nvPr/>
        </p:nvSpPr>
        <p:spPr>
          <a:xfrm>
            <a:off x="2414016" y="6487668"/>
            <a:ext cx="420624" cy="228600"/>
          </a:xfrm>
          <a:prstGeom prst="roundRect">
            <a:avLst>
              <a:gd name="adj" fmla="val 32000"/>
            </a:avLst>
          </a:prstGeom>
          <a:solidFill>
            <a:srgbClr val="EAF2FF"/>
          </a:solidFill>
          <a:ln w="10160">
            <a:solidFill>
              <a:srgbClr val="3478E5"/>
            </a:solidFill>
            <a:prstDash val="solid"/>
          </a:ln>
        </p:spPr>
        <p:txBody>
          <a:bodyPr/>
          <a:lstStyle/>
          <a:p>
            <a:endParaRPr lang="pt-BR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12" name="Text 110"/>
          <p:cNvSpPr/>
          <p:nvPr/>
        </p:nvSpPr>
        <p:spPr>
          <a:xfrm>
            <a:off x="2450592" y="6537960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rgbClr val="3478E5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LT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13" name="Text 111"/>
          <p:cNvSpPr/>
          <p:nvPr/>
        </p:nvSpPr>
        <p:spPr>
          <a:xfrm>
            <a:off x="2880360" y="6537960"/>
            <a:ext cx="87782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800">
                <a:solidFill>
                  <a:srgbClr val="647087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Liderança Técnica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14" name="Shape 112"/>
          <p:cNvSpPr/>
          <p:nvPr/>
        </p:nvSpPr>
        <p:spPr>
          <a:xfrm>
            <a:off x="3858768" y="6487668"/>
            <a:ext cx="420624" cy="228600"/>
          </a:xfrm>
          <a:prstGeom prst="roundRect">
            <a:avLst>
              <a:gd name="adj" fmla="val 32000"/>
            </a:avLst>
          </a:prstGeom>
          <a:solidFill>
            <a:srgbClr val="EAF8F3"/>
          </a:solidFill>
          <a:ln w="10160">
            <a:solidFill>
              <a:srgbClr val="009B6A"/>
            </a:solidFill>
            <a:prstDash val="solid"/>
          </a:ln>
        </p:spPr>
        <p:txBody>
          <a:bodyPr/>
          <a:lstStyle/>
          <a:p>
            <a:endParaRPr lang="pt-BR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15" name="Text 113"/>
          <p:cNvSpPr/>
          <p:nvPr/>
        </p:nvSpPr>
        <p:spPr>
          <a:xfrm>
            <a:off x="3895344" y="6537960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rgbClr val="009B6A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PO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16" name="Text 114"/>
          <p:cNvSpPr/>
          <p:nvPr/>
        </p:nvSpPr>
        <p:spPr>
          <a:xfrm>
            <a:off x="4325112" y="6537960"/>
            <a:ext cx="71323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800">
                <a:solidFill>
                  <a:srgbClr val="647087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Product Owner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17" name="Shape 115"/>
          <p:cNvSpPr/>
          <p:nvPr/>
        </p:nvSpPr>
        <p:spPr>
          <a:xfrm>
            <a:off x="5148072" y="6487668"/>
            <a:ext cx="420624" cy="228600"/>
          </a:xfrm>
          <a:prstGeom prst="roundRect">
            <a:avLst>
              <a:gd name="adj" fmla="val 32000"/>
            </a:avLst>
          </a:prstGeom>
          <a:solidFill>
            <a:srgbClr val="FFF4DF"/>
          </a:solidFill>
          <a:ln w="10160">
            <a:solidFill>
              <a:srgbClr val="E58A00"/>
            </a:solidFill>
            <a:prstDash val="solid"/>
          </a:ln>
        </p:spPr>
        <p:txBody>
          <a:bodyPr/>
          <a:lstStyle/>
          <a:p>
            <a:endParaRPr lang="pt-BR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18" name="Text 116"/>
          <p:cNvSpPr/>
          <p:nvPr/>
        </p:nvSpPr>
        <p:spPr>
          <a:xfrm>
            <a:off x="5184648" y="6537960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rgbClr val="E58A00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AF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19" name="Text 117"/>
          <p:cNvSpPr/>
          <p:nvPr/>
        </p:nvSpPr>
        <p:spPr>
          <a:xfrm>
            <a:off x="5614416" y="6537960"/>
            <a:ext cx="85953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800">
                <a:solidFill>
                  <a:srgbClr val="647087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Analista Funcional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20" name="Shape 118"/>
          <p:cNvSpPr/>
          <p:nvPr/>
        </p:nvSpPr>
        <p:spPr>
          <a:xfrm>
            <a:off x="6601968" y="6487668"/>
            <a:ext cx="667512" cy="228600"/>
          </a:xfrm>
          <a:prstGeom prst="roundRect">
            <a:avLst>
              <a:gd name="adj" fmla="val 32000"/>
            </a:avLst>
          </a:prstGeom>
          <a:solidFill>
            <a:srgbClr val="EEE8FA"/>
          </a:solidFill>
          <a:ln w="10160">
            <a:solidFill>
              <a:srgbClr val="6F22C9"/>
            </a:solidFill>
            <a:prstDash val="solid"/>
          </a:ln>
        </p:spPr>
        <p:txBody>
          <a:bodyPr/>
          <a:lstStyle/>
          <a:p>
            <a:endParaRPr lang="pt-BR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21" name="Text 119"/>
          <p:cNvSpPr/>
          <p:nvPr/>
        </p:nvSpPr>
        <p:spPr>
          <a:xfrm>
            <a:off x="6638544" y="6537960"/>
            <a:ext cx="594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800" b="1">
                <a:solidFill>
                  <a:srgbClr val="6F22C9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CROSS</a:t>
            </a:r>
            <a:endParaRPr lang="en-US" sz="80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122" name="Text 120"/>
          <p:cNvSpPr/>
          <p:nvPr/>
        </p:nvSpPr>
        <p:spPr>
          <a:xfrm>
            <a:off x="7324344" y="6537960"/>
            <a:ext cx="1289304" cy="685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pt-BR" sz="800" noProof="0">
                <a:solidFill>
                  <a:srgbClr val="647087"/>
                </a:solidFill>
                <a:latin typeface="Vivo Type" panose="02000500000000020000" pitchFamily="50" charset="0"/>
                <a:ea typeface="Aptos" pitchFamily="34" charset="-122"/>
                <a:cs typeface="Vivo Type" panose="02000500000000020000" pitchFamily="50" charset="0"/>
              </a:rPr>
              <a:t>Atuação compartilhada</a:t>
            </a:r>
            <a:endParaRPr lang="pt-BR" sz="800" noProof="0">
              <a:latin typeface="Vivo Type" panose="02000500000000020000" pitchFamily="50" charset="0"/>
              <a:cs typeface="Vivo Type" panose="02000500000000020000" pitchFamily="50" charset="0"/>
            </a:endParaRPr>
          </a:p>
        </p:txBody>
      </p:sp>
      <p:sp>
        <p:nvSpPr>
          <p:cNvPr id="9" name="Shape 0">
            <a:extLst>
              <a:ext uri="{FF2B5EF4-FFF2-40B4-BE49-F238E27FC236}">
                <a16:creationId xmlns:a16="http://schemas.microsoft.com/office/drawing/2014/main" id="{CC991A30-936E-3476-43DB-BFA58E931E8B}"/>
              </a:ext>
            </a:extLst>
          </p:cNvPr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F2DBD"/>
          </a:solidFill>
          <a:ln w="12700">
            <a:solidFill>
              <a:srgbClr val="6F2DB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5B34076C-B12E-5C30-1C81-015A038D188F}"/>
              </a:ext>
            </a:extLst>
          </p:cNvPr>
          <p:cNvSpPr/>
          <p:nvPr/>
        </p:nvSpPr>
        <p:spPr>
          <a:xfrm>
            <a:off x="0" y="-2722"/>
            <a:ext cx="12192000" cy="433926"/>
          </a:xfrm>
          <a:prstGeom prst="rect">
            <a:avLst/>
          </a:prstGeom>
          <a:gradFill>
            <a:gsLst>
              <a:gs pos="0">
                <a:srgbClr val="5D007B">
                  <a:alpha val="100000"/>
                </a:srgbClr>
              </a:gs>
              <a:gs pos="100000">
                <a:srgbClr val="380054">
                  <a:alpha val="10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pic>
        <p:nvPicPr>
          <p:cNvPr id="11" name="Imagem 10">
            <a:hlinkClick r:id="rId3" action="ppaction://hlinksldjump"/>
            <a:extLst>
              <a:ext uri="{FF2B5EF4-FFF2-40B4-BE49-F238E27FC236}">
                <a16:creationId xmlns:a16="http://schemas.microsoft.com/office/drawing/2014/main" id="{15EC3FF3-7796-842B-BE70-610EBD41929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grayscl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379281" y="84440"/>
            <a:ext cx="529053" cy="232607"/>
          </a:xfrm>
          <a:prstGeom prst="rect">
            <a:avLst/>
          </a:prstGeom>
        </p:spPr>
      </p:pic>
      <p:sp>
        <p:nvSpPr>
          <p:cNvPr id="125" name="Google Shape;351;p52">
            <a:extLst>
              <a:ext uri="{FF2B5EF4-FFF2-40B4-BE49-F238E27FC236}">
                <a16:creationId xmlns:a16="http://schemas.microsoft.com/office/drawing/2014/main" id="{F0467313-5123-13B1-1C84-D146939643F9}"/>
              </a:ext>
            </a:extLst>
          </p:cNvPr>
          <p:cNvSpPr/>
          <p:nvPr/>
        </p:nvSpPr>
        <p:spPr>
          <a:xfrm>
            <a:off x="-1" y="-58731"/>
            <a:ext cx="8357420" cy="521906"/>
          </a:xfrm>
          <a:prstGeom prst="rect">
            <a:avLst/>
          </a:prstGeom>
        </p:spPr>
        <p:txBody>
          <a:bodyPr vert="horz" lIns="121954" tIns="60977" rIns="121954" bIns="60977" rtlCol="0" anchor="ctr">
            <a:norm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1371600">
              <a:lnSpc>
                <a:spcPct val="90000"/>
              </a:lnSpc>
              <a:spcBef>
                <a:spcPct val="0"/>
              </a:spcBef>
              <a:buClr>
                <a:srgbClr val="000000"/>
              </a:buClr>
              <a:defRPr/>
            </a:pPr>
            <a:r>
              <a:rPr lang="pt-BR" b="1">
                <a:solidFill>
                  <a:prstClr val="white"/>
                </a:solidFill>
                <a:latin typeface="Vivo Type" panose="02000500000000020000" pitchFamily="50" charset="0"/>
                <a:cs typeface="Vivo Type" panose="02000500000000020000" pitchFamily="50" charset="0"/>
                <a:sym typeface="Arial"/>
              </a:rPr>
              <a:t>ORGANIZAÇÃO TIME / SQUAD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586D906A-B75C-F28E-C1D8-CC82A57F4088}"/>
              </a:ext>
            </a:extLst>
          </p:cNvPr>
          <p:cNvSpPr/>
          <p:nvPr/>
        </p:nvSpPr>
        <p:spPr>
          <a:xfrm>
            <a:off x="-3362" y="15337"/>
            <a:ext cx="5652323" cy="68273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ivoTypeLigh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F1C83E-395A-822F-8969-8A07B0480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237" y="5568878"/>
            <a:ext cx="10987526" cy="864527"/>
          </a:xfrm>
        </p:spPr>
        <p:txBody>
          <a:bodyPr/>
          <a:lstStyle/>
          <a:p>
            <a:r>
              <a:rPr lang="pt-BR" sz="6000" err="1"/>
              <a:t>Obrigadx</a:t>
            </a:r>
            <a:r>
              <a:rPr lang="pt-BR" sz="6000"/>
              <a:t>.</a:t>
            </a:r>
            <a:endParaRPr lang="en-BR" sz="6000"/>
          </a:p>
        </p:txBody>
      </p:sp>
      <p:pic>
        <p:nvPicPr>
          <p:cNvPr id="3" name="Imagem 1">
            <a:extLst>
              <a:ext uri="{FF2B5EF4-FFF2-40B4-BE49-F238E27FC236}">
                <a16:creationId xmlns:a16="http://schemas.microsoft.com/office/drawing/2014/main" id="{F51DB182-592E-F30C-4F01-D86FFDB9CCC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5458" y="580001"/>
            <a:ext cx="1584359" cy="591366"/>
          </a:xfrm>
          <a:prstGeom prst="rect">
            <a:avLst/>
          </a:prstGeom>
        </p:spPr>
      </p:pic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B56C6940-53F7-AE07-A491-20BCE66F188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648961" y="0"/>
            <a:ext cx="6543040" cy="6858000"/>
          </a:xfrm>
        </p:spPr>
      </p:pic>
    </p:spTree>
    <p:extLst>
      <p:ext uri="{BB962C8B-B14F-4D97-AF65-F5344CB8AC3E}">
        <p14:creationId xmlns:p14="http://schemas.microsoft.com/office/powerpoint/2010/main" val="13485296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2_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o Office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Accenture - 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emplate_Vivo-Telefonica" id="{C20D3E20-A182-5D4D-B264-9DEFEC982F95}" vid="{883D1570-3B72-F04D-AC36-687EB5B7C9C2}"/>
    </a:ext>
  </a:extLst>
</a:theme>
</file>

<file path=ppt/theme/theme3.xml><?xml version="1.0" encoding="utf-8"?>
<a:theme xmlns:a="http://schemas.openxmlformats.org/drawingml/2006/main" name="3_Tema do Office">
  <a:themeElements>
    <a:clrScheme name="Cores_Vivo">
      <a:dk1>
        <a:srgbClr val="000000"/>
      </a:dk1>
      <a:lt1>
        <a:srgbClr val="FFFFFF"/>
      </a:lt1>
      <a:dk2>
        <a:srgbClr val="660099"/>
      </a:dk2>
      <a:lt2>
        <a:srgbClr val="EB3C7D"/>
      </a:lt2>
      <a:accent1>
        <a:srgbClr val="FF9900"/>
      </a:accent1>
      <a:accent2>
        <a:srgbClr val="99CC33"/>
      </a:accent2>
      <a:accent3>
        <a:srgbClr val="0066CC"/>
      </a:accent3>
      <a:accent4>
        <a:srgbClr val="461E5F"/>
      </a:accent4>
      <a:accent5>
        <a:srgbClr val="CD1E5A"/>
      </a:accent5>
      <a:accent6>
        <a:srgbClr val="FA6423"/>
      </a:accent6>
      <a:hlink>
        <a:srgbClr val="32A04B"/>
      </a:hlink>
      <a:folHlink>
        <a:srgbClr val="0055A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Prospostas Vivo - Usar Esse">
  <a:themeElements>
    <a:clrScheme name="Custom 12">
      <a:dk1>
        <a:sysClr val="windowText" lastClr="000000"/>
      </a:dk1>
      <a:lt1>
        <a:sysClr val="window" lastClr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E82FF"/>
      </a:accent4>
      <a:accent5>
        <a:srgbClr val="B455AA"/>
      </a:accent5>
      <a:accent6>
        <a:srgbClr val="DCAFFF"/>
      </a:accent6>
      <a:hlink>
        <a:srgbClr val="A100FF"/>
      </a:hlink>
      <a:folHlink>
        <a:srgbClr val="7500C0"/>
      </a:folHlink>
    </a:clrScheme>
    <a:fontScheme name="Graphik">
      <a:majorFont>
        <a:latin typeface="Graphik Blac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8.xml><?xml version="1.0" encoding="utf-8"?>
<a:theme xmlns:a="http://schemas.openxmlformats.org/drawingml/2006/main" name="4_Tema do Office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Accenture - 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emplate_Vivo-Telefonica" id="{C20D3E20-A182-5D4D-B264-9DEFEC982F95}" vid="{883D1570-3B72-F04D-AC36-687EB5B7C9C2}"/>
    </a:ext>
  </a:extLst>
</a:theme>
</file>

<file path=ppt/theme/theme9.xml><?xml version="1.0" encoding="utf-8"?>
<a:theme xmlns:a="http://schemas.openxmlformats.org/drawingml/2006/main" name="2_Vivo - MASTER CORRETO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Accenture - 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1">
              <a:lumMod val="85000"/>
            </a:schemeClr>
          </a:solidFill>
          <a:prstDash val="solid"/>
          <a:headEnd type="none" w="med" len="med"/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0041F0"/>
    </a:custClr>
    <a:custClr name="Light Blue">
      <a:srgbClr val="00FFFF"/>
    </a:custClr>
    <a:custClr name="Green">
      <a:srgbClr val="64FF50"/>
    </a:custClr>
    <a:custClr name="Blue Green">
      <a:srgbClr val="05F0A5"/>
    </a:custClr>
    <a:custClr name="Red">
      <a:srgbClr val="FF3246"/>
    </a:custClr>
    <a:custClr name="Pink">
      <a:srgbClr val="FF50A0"/>
    </a:custClr>
    <a:custClr name="Orange">
      <a:srgbClr val="FF7800"/>
    </a:custClr>
    <a:custClr name="Yellow">
      <a:srgbClr val="FFEB32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Acc_PPT_IMP_Tmplt_Graphik_Fixed-Accessibility_2024" id="{B83D5406-0A1D-964B-9F8C-37A821AB6E8C}" vid="{72EE23D1-A75B-A447-8C61-A05152D13CC0}"/>
    </a:ext>
  </a:extLst>
</a:theme>
</file>

<file path=ppt/theme/theme10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8E748B95AE8445B73C521DF40D95A4" ma:contentTypeVersion="11" ma:contentTypeDescription="Create a new document." ma:contentTypeScope="" ma:versionID="74b1622d49e7538805a4d7c3e19c9bd4">
  <xsd:schema xmlns:xsd="http://www.w3.org/2001/XMLSchema" xmlns:xs="http://www.w3.org/2001/XMLSchema" xmlns:p="http://schemas.microsoft.com/office/2006/metadata/properties" xmlns:ns2="3ba0a384-c072-45f2-a4c9-b1044be4c915" xmlns:ns3="3b07a8fd-9be0-4f56-96ed-6cd0bd35dbc5" targetNamespace="http://schemas.microsoft.com/office/2006/metadata/properties" ma:root="true" ma:fieldsID="dcd8a1725555ffd80a0acdcb5525cacd" ns2:_="" ns3:_="">
    <xsd:import namespace="3ba0a384-c072-45f2-a4c9-b1044be4c915"/>
    <xsd:import namespace="3b07a8fd-9be0-4f56-96ed-6cd0bd35dbc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a0a384-c072-45f2-a4c9-b1044be4c91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3ebd722c-8eea-4fa2-a257-8118360c8ea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07a8fd-9be0-4f56-96ed-6cd0bd35dbc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ecb8948-7850-4f21-b4ca-aee76cd737cd}" ma:internalName="TaxCatchAll" ma:showField="CatchAllData" ma:web="3b07a8fd-9be0-4f56-96ed-6cd0bd35dbc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b07a8fd-9be0-4f56-96ed-6cd0bd35dbc5" xsi:nil="true"/>
    <lcf76f155ced4ddcb4097134ff3c332f xmlns="3ba0a384-c072-45f2-a4c9-b1044be4c915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77CC13A4-7C11-4732-9596-3976D9C8AB1E}">
  <ds:schemaRefs>
    <ds:schemaRef ds:uri="3b07a8fd-9be0-4f56-96ed-6cd0bd35dbc5"/>
    <ds:schemaRef ds:uri="3ba0a384-c072-45f2-a4c9-b1044be4c91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7D307A5E-7EFB-4EF1-A7D8-B1FB53F91FA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1E7D5F0-8916-4A45-A815-7543D3555467}">
  <ds:schemaRefs>
    <ds:schemaRef ds:uri="3b07a8fd-9be0-4f56-96ed-6cd0bd35dbc5"/>
    <ds:schemaRef ds:uri="3ba0a384-c072-45f2-a4c9-b1044be4c91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4feff2ac-c3de-488c-99b2-c6384bfed2ea}" enabled="1" method="Standard" siteId="{9744600e-3e04-492e-baa1-25ec245c6f10}" removed="0"/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2327</Words>
  <Application>Microsoft Office PowerPoint</Application>
  <PresentationFormat>Widescreen</PresentationFormat>
  <Paragraphs>890</Paragraphs>
  <Slides>18</Slides>
  <Notes>18</Notes>
  <HiddenSlides>6</HiddenSlides>
  <MMClips>0</MMClips>
  <ScaleCrop>false</ScaleCrop>
  <HeadingPairs>
    <vt:vector size="8" baseType="variant">
      <vt:variant>
        <vt:lpstr>Fontes usadas</vt:lpstr>
      </vt:variant>
      <vt:variant>
        <vt:i4>11</vt:i4>
      </vt:variant>
      <vt:variant>
        <vt:lpstr>Tema</vt:lpstr>
      </vt:variant>
      <vt:variant>
        <vt:i4>9</vt:i4>
      </vt:variant>
      <vt:variant>
        <vt:lpstr>Servidores OLE inseridos</vt:lpstr>
      </vt:variant>
      <vt:variant>
        <vt:i4>2</vt:i4>
      </vt:variant>
      <vt:variant>
        <vt:lpstr>Títulos de slides</vt:lpstr>
      </vt:variant>
      <vt:variant>
        <vt:i4>18</vt:i4>
      </vt:variant>
    </vt:vector>
  </HeadingPairs>
  <TitlesOfParts>
    <vt:vector size="40" baseType="lpstr">
      <vt:lpstr>Aptos</vt:lpstr>
      <vt:lpstr>Aptos Display</vt:lpstr>
      <vt:lpstr>Arial</vt:lpstr>
      <vt:lpstr>Calibri</vt:lpstr>
      <vt:lpstr>Calibri Light</vt:lpstr>
      <vt:lpstr>Graphik</vt:lpstr>
      <vt:lpstr>Graphik Black</vt:lpstr>
      <vt:lpstr>System Font</vt:lpstr>
      <vt:lpstr>Vivo Type</vt:lpstr>
      <vt:lpstr>VivoTypeLight</vt:lpstr>
      <vt:lpstr>Wingdings</vt:lpstr>
      <vt:lpstr>2_Tema do Office</vt:lpstr>
      <vt:lpstr>1_Tema do Office</vt:lpstr>
      <vt:lpstr>3_Tema do Office</vt:lpstr>
      <vt:lpstr>2_Custom Design</vt:lpstr>
      <vt:lpstr>1_Custom Design</vt:lpstr>
      <vt:lpstr>Prospostas Vivo - Usar Esse</vt:lpstr>
      <vt:lpstr>Custom Design</vt:lpstr>
      <vt:lpstr>4_Tema do Office</vt:lpstr>
      <vt:lpstr>2_Vivo - MASTER CORRETO</vt:lpstr>
      <vt:lpstr>Slide do think-cell</vt:lpstr>
      <vt:lpstr>think-cell Slide</vt:lpstr>
      <vt:lpstr>Master de Clientes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Obrigadx.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Igor Dos Santos Oliveira</dc:creator>
  <cp:lastModifiedBy>Felipe Augusto Pereira Modesto</cp:lastModifiedBy>
  <cp:revision>1</cp:revision>
  <dcterms:created xsi:type="dcterms:W3CDTF">2026-03-17T19:47:18Z</dcterms:created>
  <dcterms:modified xsi:type="dcterms:W3CDTF">2026-09-01T04:32:47Z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0x0101006C8E748B95AE8445B73C521DF40D95A4</vt:lpwstr>
  </property>
</Properties>
</file>